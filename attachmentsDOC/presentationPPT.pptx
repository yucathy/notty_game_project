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92" r:id="rId6"/>
    <p:sldId id="294" r:id="rId7"/>
    <p:sldId id="350" r:id="rId8"/>
    <p:sldId id="296" r:id="rId9"/>
    <p:sldId id="346" r:id="rId10"/>
    <p:sldId id="351" r:id="rId11"/>
    <p:sldId id="353" r:id="rId12"/>
    <p:sldId id="345" r:id="rId13"/>
    <p:sldId id="352" r:id="rId14"/>
    <p:sldId id="354" r:id="rId15"/>
    <p:sldId id="257" r:id="rId16"/>
  </p:sldIdLst>
  <p:sldSz cx="12192000" cy="6858000"/>
  <p:notesSz cx="6858000" cy="9144000"/>
  <p:embeddedFontLst>
    <p:embeddedFont>
      <p:font typeface="Lantinghei SC Demibold" panose="02000000000000000000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C9D0"/>
    <a:srgbClr val="FDD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/>
    <p:restoredTop sz="94618"/>
  </p:normalViewPr>
  <p:slideViewPr>
    <p:cSldViewPr snapToGrid="0" snapToObjects="1">
      <p:cViewPr varScale="1">
        <p:scale>
          <a:sx n="104" d="100"/>
          <a:sy n="104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EB640-C1F0-ED4E-9FB4-9C056DB811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1D1B2-FDEE-AC48-A85E-336B6BB2029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6E3D2-1A2C-E848-9FC2-144824FE8696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F7799-C480-B340-92DD-3DC98B08182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hyperlink" Target="https://github.com/yucathy/notty_game_project" TargetMode="External"/><Relationship Id="rId2" Type="http://schemas.openxmlformats.org/officeDocument/2006/relationships/image" Target="../media/image2.emf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8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9.xml"/><Relationship Id="rId2" Type="http://schemas.openxmlformats.org/officeDocument/2006/relationships/image" Target="../media/image4.emf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52550" y="1235075"/>
            <a:ext cx="98088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C o u r s e w o r k 2</a:t>
            </a:r>
            <a:endParaRPr lang="en-US" altLang="zh-CN" sz="80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charset="0"/>
              <a:ea typeface="Impact" panose="020B0806030902050204" charset="0"/>
              <a:cs typeface="Impact" panose="020B080603090205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01390" y="5219700"/>
            <a:ext cx="5968365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COMP4008 Programming</a:t>
            </a:r>
            <a:r>
              <a:rPr kumimoji="1"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 </a:t>
            </a:r>
            <a:r>
              <a:rPr kumimoji="1" lang="en-US" altLang="zh-CN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 </a:t>
            </a:r>
            <a:r>
              <a:rPr kumimoji="1" lang="zh-CN" altLang="en-US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</a:t>
            </a:r>
            <a:r>
              <a:rPr kumimoji="1" lang="en-US" altLang="zh-CN" sz="1865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University of Nottingham</a:t>
            </a:r>
            <a:endParaRPr kumimoji="1" lang="en-US" altLang="zh-CN" sz="1865" dirty="0">
              <a:solidFill>
                <a:schemeClr val="tx1">
                  <a:lumMod val="75000"/>
                  <a:lumOff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09445" y="3930650"/>
            <a:ext cx="315595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Team Member: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69820" y="4354195"/>
            <a:ext cx="8482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+mn-ea"/>
              </a:rPr>
              <a:t>Mingxin Cao/Xinyu Liu/Xiuyuan Tao/Tzu Chun Yu/Siwen Zhao</a:t>
            </a:r>
            <a:endParaRPr kumimoji="1"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59739" y="2425415"/>
            <a:ext cx="805998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Group Project </a:t>
            </a:r>
            <a:r>
              <a:rPr kumimoji="1"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+mn-ea"/>
              </a:rPr>
              <a:t>Presentation</a:t>
            </a:r>
            <a:endParaRPr kumimoji="1"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53685" y="3223260"/>
            <a:ext cx="5727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ym typeface="+mn-ea"/>
              </a:rPr>
              <a:t>—</a:t>
            </a:r>
            <a:r>
              <a:rPr>
                <a:sym typeface="+mn-ea"/>
              </a:rPr>
              <a:t>Notty: A Card Game with Pygame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3175" y="2336800"/>
            <a:ext cx="30149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800">
                <a:sym typeface="+mn-ea"/>
              </a:rPr>
              <a:t>Team and </a:t>
            </a:r>
            <a:endParaRPr kumimoji="1" lang="zh-CN" altLang="en-US" sz="4800" b="1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cxnSp>
        <p:nvCxnSpPr>
          <p:cNvPr id="3" name="直线连接符 2"/>
          <p:cNvCxnSpPr/>
          <p:nvPr/>
        </p:nvCxnSpPr>
        <p:spPr>
          <a:xfrm flipV="1">
            <a:off x="1348080" y="3071214"/>
            <a:ext cx="2850857" cy="20885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522786" y="822495"/>
            <a:ext cx="3967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en-US" altLang="zh-CN" sz="28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</a:t>
            </a:r>
            <a:r>
              <a:rPr sz="2800">
                <a:sym typeface="+mn-ea"/>
              </a:rPr>
              <a:t>Xiuyuan Tao</a:t>
            </a:r>
            <a:endParaRPr kumimoji="1" lang="zh-CN" altLang="en-US" sz="28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522720" y="1337310"/>
            <a:ext cx="502666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sz="1600">
                <a:sym typeface="+mn-ea"/>
              </a:rPr>
              <a:t>UI design and frontend interaction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2182" y="1976900"/>
            <a:ext cx="3967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sz="2800">
                <a:sym typeface="+mn-ea"/>
              </a:rPr>
              <a:t>Siwen Zhao</a:t>
            </a:r>
            <a:endParaRPr kumimoji="1" lang="zh-CN" altLang="en-US" sz="28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955030" y="2513330"/>
            <a:ext cx="5550535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sz="16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Arial" panose="020B0604020202090204" pitchFamily="34" charset="0"/>
              </a:rPr>
              <a:t>frontend GUI development, UI and frontend interaction design</a:t>
            </a:r>
            <a:endParaRPr sz="16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Arial" panose="020B060402020209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57352" y="3198342"/>
            <a:ext cx="474506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sz="2800">
                <a:sym typeface="+mn-ea"/>
              </a:rPr>
              <a:t>Tzu Chun Yu</a:t>
            </a:r>
            <a:endParaRPr kumimoji="1" lang="zh-CN" altLang="en-US" sz="28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720715" y="3731260"/>
            <a:ext cx="5387340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sz="16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Arial" panose="020B0604020202090204" pitchFamily="34" charset="0"/>
              </a:rPr>
              <a:t>Backend logic development, Final code acceptance person</a:t>
            </a:r>
            <a:endParaRPr sz="16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Arial" panose="020B060402020209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20256" y="4390876"/>
            <a:ext cx="5138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sz="2800">
                <a:sym typeface="+mn-ea"/>
              </a:rPr>
              <a:t>Mingxin Cao</a:t>
            </a:r>
            <a:endParaRPr kumimoji="1" lang="zh-CN" altLang="en-US" sz="28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5363210" y="4879340"/>
            <a:ext cx="5097145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sz="16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Arial" panose="020B0604020202090204" pitchFamily="34" charset="0"/>
              </a:rPr>
              <a:t>Backend logic development, coordination, and support</a:t>
            </a:r>
            <a:endParaRPr sz="16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Arial" panose="020B060402020209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297247" y="616684"/>
            <a:ext cx="794935" cy="794935"/>
          </a:xfrm>
          <a:prstGeom prst="ellipse">
            <a:avLst/>
          </a:prstGeom>
          <a:solidFill>
            <a:srgbClr val="4BC9D0"/>
          </a:solidFill>
          <a:ln>
            <a:solidFill>
              <a:srgbClr val="4BC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1</a:t>
            </a:r>
            <a:endParaRPr kumimoji="1" lang="zh-CN" altLang="en-US" sz="40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843050" y="1756587"/>
            <a:ext cx="794935" cy="794935"/>
          </a:xfrm>
          <a:prstGeom prst="ellipse">
            <a:avLst/>
          </a:prstGeom>
          <a:solidFill>
            <a:srgbClr val="4BC9D0"/>
          </a:solidFill>
          <a:ln>
            <a:solidFill>
              <a:srgbClr val="4BC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2</a:t>
            </a:r>
            <a:endParaRPr kumimoji="1" lang="zh-CN" altLang="en-US" sz="40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445582" y="2998349"/>
            <a:ext cx="794935" cy="794935"/>
          </a:xfrm>
          <a:prstGeom prst="ellipse">
            <a:avLst/>
          </a:prstGeom>
          <a:solidFill>
            <a:srgbClr val="4BC9D0"/>
          </a:solidFill>
          <a:ln>
            <a:solidFill>
              <a:srgbClr val="4BC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3</a:t>
            </a:r>
            <a:endParaRPr kumimoji="1" lang="zh-CN" altLang="en-US" sz="40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107746" y="4146433"/>
            <a:ext cx="794935" cy="794935"/>
          </a:xfrm>
          <a:prstGeom prst="ellipse">
            <a:avLst/>
          </a:prstGeom>
          <a:solidFill>
            <a:srgbClr val="4BC9D0"/>
          </a:solidFill>
          <a:ln>
            <a:solidFill>
              <a:srgbClr val="4BC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4</a:t>
            </a:r>
            <a:endParaRPr kumimoji="1" lang="zh-CN" altLang="en-US" sz="40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4903061" y="5382111"/>
            <a:ext cx="51389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kumimoji="1" lang="en-US" altLang="zh-CN" sz="28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+mn-ea"/>
              </a:rPr>
              <a:t> </a:t>
            </a:r>
            <a:r>
              <a:rPr sz="2800">
                <a:sym typeface="+mn-ea"/>
              </a:rPr>
              <a:t>Xinyu Liu</a:t>
            </a:r>
            <a:endParaRPr kumimoji="1" lang="zh-CN" altLang="en-US" sz="28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42605" y="5858301"/>
            <a:ext cx="2635631" cy="2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sz="16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  <a:sym typeface="Arial" panose="020B0604020202090204" pitchFamily="34" charset="0"/>
              </a:rPr>
              <a:t>Code and feature testing</a:t>
            </a:r>
            <a:endParaRPr sz="16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Arial" panose="020B0604020202090204" pitchFamily="34" charset="0"/>
            </a:endParaRPr>
          </a:p>
        </p:txBody>
      </p:sp>
      <p:sp>
        <p:nvSpPr>
          <p:cNvPr id="20" name="椭圆 19"/>
          <p:cNvSpPr/>
          <p:nvPr>
            <p:custDataLst>
              <p:tags r:id="rId4"/>
            </p:custDataLst>
          </p:nvPr>
        </p:nvSpPr>
        <p:spPr>
          <a:xfrm>
            <a:off x="3756591" y="5249428"/>
            <a:ext cx="794935" cy="794935"/>
          </a:xfrm>
          <a:prstGeom prst="ellipse">
            <a:avLst/>
          </a:prstGeom>
          <a:solidFill>
            <a:srgbClr val="4BC9D0"/>
          </a:solidFill>
          <a:ln>
            <a:solidFill>
              <a:srgbClr val="4BC9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4000" dirty="0">
                <a:solidFill>
                  <a:schemeClr val="bg2">
                    <a:lumMod val="25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5</a:t>
            </a:r>
            <a:endParaRPr kumimoji="1" lang="en-US" altLang="zh-CN" sz="4000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2009140" y="3043555"/>
            <a:ext cx="1555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>
                <a:sym typeface="+mn-ea"/>
              </a:rPr>
              <a:t>Roles</a:t>
            </a:r>
            <a:r>
              <a:rPr sz="4000">
                <a:sym typeface="+mn-ea"/>
              </a:rPr>
              <a:t> </a:t>
            </a:r>
            <a:endParaRPr kumimoji="1" lang="zh-CN" altLang="en-US" sz="4000" b="1" dirty="0">
              <a:solidFill>
                <a:schemeClr val="bg2">
                  <a:lumMod val="25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bldLvl="0" animBg="1"/>
      <p:bldP spid="14" grpId="0" bldLvl="0" animBg="1"/>
      <p:bldP spid="15" grpId="0" bldLvl="0" animBg="1"/>
      <p:bldP spid="16" grpId="0" bldLvl="0" animBg="1"/>
      <p:bldP spid="17" grpId="0"/>
      <p:bldP spid="18" grpId="0"/>
      <p:bldP spid="20" grpId="0" bldLvl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 bwMode="auto">
          <a:xfrm rot="-368024">
            <a:off x="10284460" y="2931160"/>
            <a:ext cx="1111250" cy="870585"/>
          </a:xfrm>
          <a:custGeom>
            <a:avLst/>
            <a:gdLst>
              <a:gd name="T0" fmla="*/ 1402481 w 18559"/>
              <a:gd name="T1" fmla="*/ 1281053 h 19570"/>
              <a:gd name="T2" fmla="*/ 1402481 w 18559"/>
              <a:gd name="T3" fmla="*/ 1281053 h 19570"/>
              <a:gd name="T4" fmla="*/ 1402481 w 18559"/>
              <a:gd name="T5" fmla="*/ 1281053 h 19570"/>
              <a:gd name="T6" fmla="*/ 1402481 w 18559"/>
              <a:gd name="T7" fmla="*/ 1281053 h 1957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559" h="19570">
                <a:moveTo>
                  <a:pt x="12386" y="18458"/>
                </a:moveTo>
                <a:cubicBezTo>
                  <a:pt x="12386" y="18458"/>
                  <a:pt x="16653" y="17188"/>
                  <a:pt x="18101" y="12617"/>
                </a:cubicBezTo>
                <a:cubicBezTo>
                  <a:pt x="19547" y="8045"/>
                  <a:pt x="17893" y="565"/>
                  <a:pt x="8357" y="18"/>
                </a:cubicBezTo>
                <a:cubicBezTo>
                  <a:pt x="-1180" y="-530"/>
                  <a:pt x="-2052" y="11715"/>
                  <a:pt x="3201" y="16145"/>
                </a:cubicBezTo>
                <a:cubicBezTo>
                  <a:pt x="3201" y="16145"/>
                  <a:pt x="2334" y="18065"/>
                  <a:pt x="1013" y="18264"/>
                </a:cubicBezTo>
                <a:cubicBezTo>
                  <a:pt x="1013" y="18264"/>
                  <a:pt x="6452" y="21069"/>
                  <a:pt x="12386" y="18458"/>
                </a:cubicBezTo>
                <a:close/>
              </a:path>
            </a:pathLst>
          </a:custGeom>
          <a:solidFill>
            <a:srgbClr val="4BC9D0"/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4" name="AutoShape 3"/>
          <p:cNvSpPr/>
          <p:nvPr/>
        </p:nvSpPr>
        <p:spPr bwMode="auto">
          <a:xfrm>
            <a:off x="9048115" y="2214245"/>
            <a:ext cx="1198245" cy="1210945"/>
          </a:xfrm>
          <a:custGeom>
            <a:avLst/>
            <a:gdLst>
              <a:gd name="T0" fmla="*/ 1659646 w 19415"/>
              <a:gd name="T1" fmla="*/ 1998402 h 20101"/>
              <a:gd name="T2" fmla="*/ 1659646 w 19415"/>
              <a:gd name="T3" fmla="*/ 1998402 h 20101"/>
              <a:gd name="T4" fmla="*/ 1659646 w 19415"/>
              <a:gd name="T5" fmla="*/ 1998402 h 20101"/>
              <a:gd name="T6" fmla="*/ 1659646 w 19415"/>
              <a:gd name="T7" fmla="*/ 1998402 h 201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15" h="20101">
                <a:moveTo>
                  <a:pt x="437" y="10901"/>
                </a:moveTo>
                <a:cubicBezTo>
                  <a:pt x="437" y="10901"/>
                  <a:pt x="-1790" y="4367"/>
                  <a:pt x="3812" y="1434"/>
                </a:cubicBezTo>
                <a:cubicBezTo>
                  <a:pt x="9414" y="-1499"/>
                  <a:pt x="19000" y="-233"/>
                  <a:pt x="19405" y="8034"/>
                </a:cubicBezTo>
                <a:cubicBezTo>
                  <a:pt x="19810" y="16300"/>
                  <a:pt x="8267" y="20101"/>
                  <a:pt x="7254" y="20101"/>
                </a:cubicBezTo>
                <a:cubicBezTo>
                  <a:pt x="7254" y="20101"/>
                  <a:pt x="8537" y="18434"/>
                  <a:pt x="8807" y="17100"/>
                </a:cubicBezTo>
                <a:cubicBezTo>
                  <a:pt x="8807" y="17100"/>
                  <a:pt x="1584" y="17300"/>
                  <a:pt x="437" y="10901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5" name="AutoShape 4"/>
          <p:cNvSpPr/>
          <p:nvPr/>
        </p:nvSpPr>
        <p:spPr bwMode="auto">
          <a:xfrm rot="18900000" flipH="1">
            <a:off x="7576185" y="2372360"/>
            <a:ext cx="1233805" cy="1543050"/>
          </a:xfrm>
          <a:custGeom>
            <a:avLst/>
            <a:gdLst>
              <a:gd name="T0" fmla="*/ 1870869 w 17248"/>
              <a:gd name="T1" fmla="*/ 2271229 h 19694"/>
              <a:gd name="T2" fmla="*/ 1870869 w 17248"/>
              <a:gd name="T3" fmla="*/ 2271229 h 19694"/>
              <a:gd name="T4" fmla="*/ 1870869 w 17248"/>
              <a:gd name="T5" fmla="*/ 2271229 h 19694"/>
              <a:gd name="T6" fmla="*/ 1870869 w 17248"/>
              <a:gd name="T7" fmla="*/ 2271229 h 1969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248" h="19694">
                <a:moveTo>
                  <a:pt x="9295" y="16821"/>
                </a:moveTo>
                <a:cubicBezTo>
                  <a:pt x="9295" y="16821"/>
                  <a:pt x="10944" y="15947"/>
                  <a:pt x="11314" y="19694"/>
                </a:cubicBezTo>
                <a:cubicBezTo>
                  <a:pt x="11314" y="19694"/>
                  <a:pt x="13742" y="16401"/>
                  <a:pt x="13159" y="14664"/>
                </a:cubicBezTo>
                <a:cubicBezTo>
                  <a:pt x="13159" y="14664"/>
                  <a:pt x="18963" y="10435"/>
                  <a:pt x="16740" y="4550"/>
                </a:cubicBezTo>
                <a:cubicBezTo>
                  <a:pt x="14517" y="-1334"/>
                  <a:pt x="8984" y="-470"/>
                  <a:pt x="6006" y="1391"/>
                </a:cubicBezTo>
                <a:cubicBezTo>
                  <a:pt x="3028" y="3252"/>
                  <a:pt x="-2636" y="8390"/>
                  <a:pt x="1403" y="14328"/>
                </a:cubicBezTo>
                <a:cubicBezTo>
                  <a:pt x="5442" y="20266"/>
                  <a:pt x="9295" y="16821"/>
                  <a:pt x="9295" y="16821"/>
                </a:cubicBezTo>
                <a:close/>
              </a:path>
            </a:pathLst>
          </a:custGeom>
          <a:solidFill>
            <a:srgbClr val="4BC9D0"/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6" name="AutoShape 5"/>
          <p:cNvSpPr/>
          <p:nvPr/>
        </p:nvSpPr>
        <p:spPr bwMode="auto">
          <a:xfrm>
            <a:off x="10470515" y="4219575"/>
            <a:ext cx="739140" cy="747395"/>
          </a:xfrm>
          <a:custGeom>
            <a:avLst/>
            <a:gdLst>
              <a:gd name="T0" fmla="*/ 1015206 w 18178"/>
              <a:gd name="T1" fmla="*/ 1060778 h 17410"/>
              <a:gd name="T2" fmla="*/ 1015206 w 18178"/>
              <a:gd name="T3" fmla="*/ 1060778 h 17410"/>
              <a:gd name="T4" fmla="*/ 1015206 w 18178"/>
              <a:gd name="T5" fmla="*/ 1060778 h 17410"/>
              <a:gd name="T6" fmla="*/ 1015206 w 18178"/>
              <a:gd name="T7" fmla="*/ 1060778 h 174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178" h="17410">
                <a:moveTo>
                  <a:pt x="2655" y="12934"/>
                </a:moveTo>
                <a:cubicBezTo>
                  <a:pt x="2655" y="12934"/>
                  <a:pt x="-551" y="9843"/>
                  <a:pt x="1226" y="4932"/>
                </a:cubicBezTo>
                <a:cubicBezTo>
                  <a:pt x="3004" y="20"/>
                  <a:pt x="7866" y="-1104"/>
                  <a:pt x="12856" y="1029"/>
                </a:cubicBezTo>
                <a:cubicBezTo>
                  <a:pt x="17846" y="3162"/>
                  <a:pt x="21049" y="7097"/>
                  <a:pt x="14457" y="15319"/>
                </a:cubicBezTo>
                <a:cubicBezTo>
                  <a:pt x="8193" y="20496"/>
                  <a:pt x="0" y="14427"/>
                  <a:pt x="0" y="14427"/>
                </a:cubicBezTo>
                <a:cubicBezTo>
                  <a:pt x="0" y="14427"/>
                  <a:pt x="2302" y="14369"/>
                  <a:pt x="2655" y="1293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7" name="AutoShape 6"/>
          <p:cNvSpPr/>
          <p:nvPr/>
        </p:nvSpPr>
        <p:spPr bwMode="auto">
          <a:xfrm>
            <a:off x="7211695" y="4138295"/>
            <a:ext cx="1340485" cy="1211580"/>
          </a:xfrm>
          <a:custGeom>
            <a:avLst/>
            <a:gdLst>
              <a:gd name="T0" fmla="*/ 1439863 w 18390"/>
              <a:gd name="T1" fmla="*/ 1571939 h 19232"/>
              <a:gd name="T2" fmla="*/ 1439863 w 18390"/>
              <a:gd name="T3" fmla="*/ 1571939 h 19232"/>
              <a:gd name="T4" fmla="*/ 1439863 w 18390"/>
              <a:gd name="T5" fmla="*/ 1571939 h 19232"/>
              <a:gd name="T6" fmla="*/ 1439863 w 18390"/>
              <a:gd name="T7" fmla="*/ 1571939 h 192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390" h="19232">
                <a:moveTo>
                  <a:pt x="14685" y="14520"/>
                </a:moveTo>
                <a:cubicBezTo>
                  <a:pt x="14685" y="14520"/>
                  <a:pt x="13425" y="15792"/>
                  <a:pt x="18303" y="19144"/>
                </a:cubicBezTo>
                <a:cubicBezTo>
                  <a:pt x="18303" y="19144"/>
                  <a:pt x="12930" y="19940"/>
                  <a:pt x="9851" y="16725"/>
                </a:cubicBezTo>
                <a:cubicBezTo>
                  <a:pt x="9851" y="16725"/>
                  <a:pt x="3715" y="18516"/>
                  <a:pt x="911" y="12525"/>
                </a:cubicBezTo>
                <a:cubicBezTo>
                  <a:pt x="-1892" y="6535"/>
                  <a:pt x="2364" y="2325"/>
                  <a:pt x="5666" y="1021"/>
                </a:cubicBezTo>
                <a:cubicBezTo>
                  <a:pt x="8968" y="-282"/>
                  <a:pt x="16406" y="-1659"/>
                  <a:pt x="18057" y="5945"/>
                </a:cubicBezTo>
                <a:cubicBezTo>
                  <a:pt x="19708" y="13550"/>
                  <a:pt x="14685" y="14520"/>
                  <a:pt x="14685" y="1452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8" name="AutoShape 7"/>
          <p:cNvSpPr/>
          <p:nvPr/>
        </p:nvSpPr>
        <p:spPr bwMode="auto">
          <a:xfrm>
            <a:off x="8549640" y="3858260"/>
            <a:ext cx="1920875" cy="2999740"/>
          </a:xfrm>
          <a:custGeom>
            <a:avLst/>
            <a:gdLst>
              <a:gd name="T0" fmla="*/ 2833688 w 21100"/>
              <a:gd name="T1" fmla="*/ 3961365 h 21585"/>
              <a:gd name="T2" fmla="*/ 2833688 w 21100"/>
              <a:gd name="T3" fmla="*/ 3961365 h 21585"/>
              <a:gd name="T4" fmla="*/ 2833688 w 21100"/>
              <a:gd name="T5" fmla="*/ 3961365 h 21585"/>
              <a:gd name="T6" fmla="*/ 2833688 w 21100"/>
              <a:gd name="T7" fmla="*/ 3961365 h 215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100" h="21585">
                <a:moveTo>
                  <a:pt x="15779" y="14939"/>
                </a:moveTo>
                <a:cubicBezTo>
                  <a:pt x="17449" y="12449"/>
                  <a:pt x="17163" y="10816"/>
                  <a:pt x="17517" y="9432"/>
                </a:cubicBezTo>
                <a:cubicBezTo>
                  <a:pt x="17872" y="8048"/>
                  <a:pt x="18914" y="6819"/>
                  <a:pt x="19456" y="6253"/>
                </a:cubicBezTo>
                <a:cubicBezTo>
                  <a:pt x="20109" y="5571"/>
                  <a:pt x="21309" y="4087"/>
                  <a:pt x="21068" y="3664"/>
                </a:cubicBezTo>
                <a:cubicBezTo>
                  <a:pt x="20586" y="2819"/>
                  <a:pt x="19081" y="4761"/>
                  <a:pt x="18047" y="5800"/>
                </a:cubicBezTo>
                <a:cubicBezTo>
                  <a:pt x="17013" y="6838"/>
                  <a:pt x="16012" y="7392"/>
                  <a:pt x="15676" y="7335"/>
                </a:cubicBezTo>
                <a:cubicBezTo>
                  <a:pt x="15339" y="7278"/>
                  <a:pt x="16041" y="5788"/>
                  <a:pt x="16586" y="4428"/>
                </a:cubicBezTo>
                <a:cubicBezTo>
                  <a:pt x="17486" y="2184"/>
                  <a:pt x="17991" y="1200"/>
                  <a:pt x="17018" y="1037"/>
                </a:cubicBezTo>
                <a:cubicBezTo>
                  <a:pt x="15815" y="835"/>
                  <a:pt x="15304" y="3298"/>
                  <a:pt x="14635" y="4620"/>
                </a:cubicBezTo>
                <a:cubicBezTo>
                  <a:pt x="14016" y="5844"/>
                  <a:pt x="13612" y="6486"/>
                  <a:pt x="12961" y="6446"/>
                </a:cubicBezTo>
                <a:cubicBezTo>
                  <a:pt x="12690" y="6429"/>
                  <a:pt x="12516" y="5483"/>
                  <a:pt x="12464" y="3504"/>
                </a:cubicBezTo>
                <a:cubicBezTo>
                  <a:pt x="12387" y="604"/>
                  <a:pt x="12306" y="-15"/>
                  <a:pt x="11710" y="0"/>
                </a:cubicBezTo>
                <a:cubicBezTo>
                  <a:pt x="10303" y="36"/>
                  <a:pt x="10565" y="1770"/>
                  <a:pt x="10493" y="3259"/>
                </a:cubicBezTo>
                <a:cubicBezTo>
                  <a:pt x="10420" y="4748"/>
                  <a:pt x="10647" y="6287"/>
                  <a:pt x="10471" y="6344"/>
                </a:cubicBezTo>
                <a:cubicBezTo>
                  <a:pt x="9699" y="6596"/>
                  <a:pt x="9171" y="4711"/>
                  <a:pt x="8418" y="3343"/>
                </a:cubicBezTo>
                <a:cubicBezTo>
                  <a:pt x="7665" y="1975"/>
                  <a:pt x="7129" y="38"/>
                  <a:pt x="5980" y="941"/>
                </a:cubicBezTo>
                <a:cubicBezTo>
                  <a:pt x="5158" y="1587"/>
                  <a:pt x="6307" y="4172"/>
                  <a:pt x="7188" y="5763"/>
                </a:cubicBezTo>
                <a:cubicBezTo>
                  <a:pt x="8068" y="7354"/>
                  <a:pt x="8456" y="8632"/>
                  <a:pt x="7542" y="9287"/>
                </a:cubicBezTo>
                <a:cubicBezTo>
                  <a:pt x="6288" y="10185"/>
                  <a:pt x="5462" y="9514"/>
                  <a:pt x="3981" y="8832"/>
                </a:cubicBezTo>
                <a:cubicBezTo>
                  <a:pt x="2501" y="8150"/>
                  <a:pt x="1094" y="8116"/>
                  <a:pt x="402" y="8692"/>
                </a:cubicBezTo>
                <a:cubicBezTo>
                  <a:pt x="-290" y="9268"/>
                  <a:pt x="41" y="9844"/>
                  <a:pt x="429" y="9736"/>
                </a:cubicBezTo>
                <a:cubicBezTo>
                  <a:pt x="818" y="9628"/>
                  <a:pt x="1370" y="9750"/>
                  <a:pt x="2568" y="10327"/>
                </a:cubicBezTo>
                <a:cubicBezTo>
                  <a:pt x="3766" y="10903"/>
                  <a:pt x="4378" y="11843"/>
                  <a:pt x="6186" y="12609"/>
                </a:cubicBezTo>
                <a:cubicBezTo>
                  <a:pt x="7994" y="13375"/>
                  <a:pt x="8519" y="13839"/>
                  <a:pt x="9018" y="14760"/>
                </a:cubicBezTo>
                <a:cubicBezTo>
                  <a:pt x="9518" y="15681"/>
                  <a:pt x="9456" y="18548"/>
                  <a:pt x="9456" y="18548"/>
                </a:cubicBezTo>
                <a:cubicBezTo>
                  <a:pt x="9468" y="19552"/>
                  <a:pt x="9460" y="20566"/>
                  <a:pt x="9435" y="21585"/>
                </a:cubicBezTo>
                <a:lnTo>
                  <a:pt x="15294" y="21585"/>
                </a:lnTo>
                <a:cubicBezTo>
                  <a:pt x="15521" y="17542"/>
                  <a:pt x="15779" y="14939"/>
                  <a:pt x="15779" y="14939"/>
                </a:cubicBezTo>
                <a:close/>
              </a:path>
            </a:pathLst>
          </a:custGeom>
          <a:solidFill>
            <a:srgbClr val="D5BEAC"/>
          </a:solidFill>
          <a:ln>
            <a:noFill/>
          </a:ln>
          <a:effectLst/>
        </p:spPr>
        <p:txBody>
          <a:bodyPr lIns="19051" tIns="19051" rIns="19051" bIns="19051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9" name="AutoShape 8"/>
          <p:cNvSpPr/>
          <p:nvPr/>
        </p:nvSpPr>
        <p:spPr bwMode="auto">
          <a:xfrm>
            <a:off x="7994492" y="2818608"/>
            <a:ext cx="325437" cy="397668"/>
          </a:xfrm>
          <a:custGeom>
            <a:avLst/>
            <a:gdLst>
              <a:gd name="T0" fmla="*/ 325422 w 21483"/>
              <a:gd name="T1" fmla="*/ 402056 h 21481"/>
              <a:gd name="T2" fmla="*/ 325422 w 21483"/>
              <a:gd name="T3" fmla="*/ 402056 h 21481"/>
              <a:gd name="T4" fmla="*/ 325422 w 21483"/>
              <a:gd name="T5" fmla="*/ 402056 h 21481"/>
              <a:gd name="T6" fmla="*/ 325422 w 21483"/>
              <a:gd name="T7" fmla="*/ 402056 h 2148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483" h="21481">
                <a:moveTo>
                  <a:pt x="8726" y="17"/>
                </a:moveTo>
                <a:cubicBezTo>
                  <a:pt x="7756" y="152"/>
                  <a:pt x="7128" y="1011"/>
                  <a:pt x="7194" y="2013"/>
                </a:cubicBezTo>
                <a:lnTo>
                  <a:pt x="573" y="2938"/>
                </a:lnTo>
                <a:cubicBezTo>
                  <a:pt x="175" y="2995"/>
                  <a:pt x="-71" y="3389"/>
                  <a:pt x="18" y="3809"/>
                </a:cubicBezTo>
                <a:lnTo>
                  <a:pt x="85" y="4172"/>
                </a:lnTo>
                <a:cubicBezTo>
                  <a:pt x="175" y="4592"/>
                  <a:pt x="579" y="4880"/>
                  <a:pt x="973" y="4825"/>
                </a:cubicBezTo>
                <a:lnTo>
                  <a:pt x="18012" y="2449"/>
                </a:lnTo>
                <a:cubicBezTo>
                  <a:pt x="18410" y="2394"/>
                  <a:pt x="18654" y="1996"/>
                  <a:pt x="18568" y="1578"/>
                </a:cubicBezTo>
                <a:lnTo>
                  <a:pt x="18501" y="1215"/>
                </a:lnTo>
                <a:cubicBezTo>
                  <a:pt x="18413" y="797"/>
                  <a:pt x="18010" y="508"/>
                  <a:pt x="17612" y="562"/>
                </a:cubicBezTo>
                <a:lnTo>
                  <a:pt x="11015" y="1487"/>
                </a:lnTo>
                <a:cubicBezTo>
                  <a:pt x="10668" y="523"/>
                  <a:pt x="9699" y="-119"/>
                  <a:pt x="8726" y="17"/>
                </a:cubicBezTo>
                <a:close/>
                <a:moveTo>
                  <a:pt x="3639" y="5224"/>
                </a:moveTo>
                <a:cubicBezTo>
                  <a:pt x="3157" y="5224"/>
                  <a:pt x="2791" y="5542"/>
                  <a:pt x="2839" y="5932"/>
                </a:cubicBezTo>
                <a:lnTo>
                  <a:pt x="4772" y="20773"/>
                </a:lnTo>
                <a:cubicBezTo>
                  <a:pt x="4824" y="21163"/>
                  <a:pt x="5246" y="21481"/>
                  <a:pt x="5727" y="21481"/>
                </a:cubicBezTo>
                <a:lnTo>
                  <a:pt x="18590" y="21481"/>
                </a:lnTo>
                <a:cubicBezTo>
                  <a:pt x="19071" y="21481"/>
                  <a:pt x="19493" y="21163"/>
                  <a:pt x="19545" y="20773"/>
                </a:cubicBezTo>
                <a:lnTo>
                  <a:pt x="21478" y="5932"/>
                </a:lnTo>
                <a:cubicBezTo>
                  <a:pt x="21529" y="5542"/>
                  <a:pt x="21159" y="5224"/>
                  <a:pt x="20678" y="5224"/>
                </a:cubicBezTo>
                <a:lnTo>
                  <a:pt x="3639" y="5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10" name="AutoShape 9"/>
          <p:cNvSpPr/>
          <p:nvPr/>
        </p:nvSpPr>
        <p:spPr bwMode="auto">
          <a:xfrm>
            <a:off x="9394825" y="2589848"/>
            <a:ext cx="504032" cy="459581"/>
          </a:xfrm>
          <a:custGeom>
            <a:avLst/>
            <a:gdLst>
              <a:gd name="T0" fmla="*/ 504008 w 21405"/>
              <a:gd name="T1" fmla="*/ 467803 h 21354"/>
              <a:gd name="T2" fmla="*/ 504008 w 21405"/>
              <a:gd name="T3" fmla="*/ 467803 h 21354"/>
              <a:gd name="T4" fmla="*/ 504008 w 21405"/>
              <a:gd name="T5" fmla="*/ 467803 h 21354"/>
              <a:gd name="T6" fmla="*/ 504008 w 21405"/>
              <a:gd name="T7" fmla="*/ 467803 h 2135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405" h="21354">
                <a:moveTo>
                  <a:pt x="14424" y="10166"/>
                </a:moveTo>
                <a:cubicBezTo>
                  <a:pt x="14421" y="10170"/>
                  <a:pt x="14419" y="10176"/>
                  <a:pt x="14416" y="10178"/>
                </a:cubicBezTo>
                <a:cubicBezTo>
                  <a:pt x="15181" y="10077"/>
                  <a:pt x="15886" y="10185"/>
                  <a:pt x="16415" y="10486"/>
                </a:cubicBezTo>
                <a:cubicBezTo>
                  <a:pt x="16750" y="10675"/>
                  <a:pt x="17023" y="10929"/>
                  <a:pt x="17234" y="11259"/>
                </a:cubicBezTo>
                <a:cubicBezTo>
                  <a:pt x="17748" y="12071"/>
                  <a:pt x="17748" y="13239"/>
                  <a:pt x="17190" y="14452"/>
                </a:cubicBezTo>
                <a:cubicBezTo>
                  <a:pt x="17165" y="14503"/>
                  <a:pt x="17139" y="14559"/>
                  <a:pt x="17109" y="14616"/>
                </a:cubicBezTo>
                <a:lnTo>
                  <a:pt x="17067" y="14703"/>
                </a:lnTo>
                <a:cubicBezTo>
                  <a:pt x="17028" y="14775"/>
                  <a:pt x="16988" y="14853"/>
                  <a:pt x="16954" y="14933"/>
                </a:cubicBezTo>
                <a:cubicBezTo>
                  <a:pt x="16460" y="15989"/>
                  <a:pt x="16247" y="17163"/>
                  <a:pt x="16481" y="18287"/>
                </a:cubicBezTo>
                <a:cubicBezTo>
                  <a:pt x="16714" y="19441"/>
                  <a:pt x="17405" y="20345"/>
                  <a:pt x="18313" y="20843"/>
                </a:cubicBezTo>
                <a:cubicBezTo>
                  <a:pt x="19036" y="21245"/>
                  <a:pt x="19888" y="21409"/>
                  <a:pt x="20788" y="21338"/>
                </a:cubicBezTo>
                <a:cubicBezTo>
                  <a:pt x="21028" y="21318"/>
                  <a:pt x="21229" y="21160"/>
                  <a:pt x="21331" y="20943"/>
                </a:cubicBezTo>
                <a:cubicBezTo>
                  <a:pt x="21384" y="20827"/>
                  <a:pt x="21412" y="20698"/>
                  <a:pt x="21402" y="20559"/>
                </a:cubicBezTo>
                <a:cubicBezTo>
                  <a:pt x="21376" y="20159"/>
                  <a:pt x="21057" y="19860"/>
                  <a:pt x="20690" y="19888"/>
                </a:cubicBezTo>
                <a:cubicBezTo>
                  <a:pt x="19999" y="19945"/>
                  <a:pt x="19388" y="19812"/>
                  <a:pt x="18913" y="19550"/>
                </a:cubicBezTo>
                <a:cubicBezTo>
                  <a:pt x="18321" y="19211"/>
                  <a:pt x="17932" y="18700"/>
                  <a:pt x="17776" y="17967"/>
                </a:cubicBezTo>
                <a:cubicBezTo>
                  <a:pt x="17627" y="17251"/>
                  <a:pt x="17750" y="16417"/>
                  <a:pt x="18135" y="15593"/>
                </a:cubicBezTo>
                <a:cubicBezTo>
                  <a:pt x="18163" y="15532"/>
                  <a:pt x="18191" y="15473"/>
                  <a:pt x="18222" y="15414"/>
                </a:cubicBezTo>
                <a:lnTo>
                  <a:pt x="18274" y="15315"/>
                </a:lnTo>
                <a:cubicBezTo>
                  <a:pt x="18308" y="15246"/>
                  <a:pt x="18339" y="15181"/>
                  <a:pt x="18372" y="15112"/>
                </a:cubicBezTo>
                <a:cubicBezTo>
                  <a:pt x="19089" y="13580"/>
                  <a:pt x="19190" y="11812"/>
                  <a:pt x="18326" y="10434"/>
                </a:cubicBezTo>
                <a:cubicBezTo>
                  <a:pt x="17985" y="9898"/>
                  <a:pt x="17533" y="9479"/>
                  <a:pt x="17015" y="9191"/>
                </a:cubicBezTo>
                <a:cubicBezTo>
                  <a:pt x="16373" y="8838"/>
                  <a:pt x="15646" y="8672"/>
                  <a:pt x="14886" y="8680"/>
                </a:cubicBezTo>
                <a:cubicBezTo>
                  <a:pt x="14798" y="9186"/>
                  <a:pt x="14648" y="9687"/>
                  <a:pt x="14424" y="10166"/>
                </a:cubicBezTo>
                <a:close/>
                <a:moveTo>
                  <a:pt x="7944" y="607"/>
                </a:moveTo>
                <a:lnTo>
                  <a:pt x="3347" y="10477"/>
                </a:lnTo>
                <a:lnTo>
                  <a:pt x="6409" y="12184"/>
                </a:lnTo>
                <a:lnTo>
                  <a:pt x="6425" y="12153"/>
                </a:lnTo>
                <a:cubicBezTo>
                  <a:pt x="6580" y="12263"/>
                  <a:pt x="6742" y="12370"/>
                  <a:pt x="6910" y="12463"/>
                </a:cubicBezTo>
                <a:cubicBezTo>
                  <a:pt x="9393" y="13847"/>
                  <a:pt x="12456" y="12755"/>
                  <a:pt x="13720" y="10041"/>
                </a:cubicBezTo>
                <a:cubicBezTo>
                  <a:pt x="14983" y="7328"/>
                  <a:pt x="13988" y="3975"/>
                  <a:pt x="11507" y="2593"/>
                </a:cubicBezTo>
                <a:cubicBezTo>
                  <a:pt x="11337" y="2497"/>
                  <a:pt x="11164" y="2416"/>
                  <a:pt x="10992" y="2345"/>
                </a:cubicBezTo>
                <a:lnTo>
                  <a:pt x="11007" y="2313"/>
                </a:lnTo>
                <a:cubicBezTo>
                  <a:pt x="11007" y="2313"/>
                  <a:pt x="7944" y="607"/>
                  <a:pt x="7944" y="607"/>
                </a:cubicBezTo>
                <a:close/>
                <a:moveTo>
                  <a:pt x="4176" y="195"/>
                </a:moveTo>
                <a:cubicBezTo>
                  <a:pt x="3485" y="-191"/>
                  <a:pt x="2675" y="14"/>
                  <a:pt x="2378" y="652"/>
                </a:cubicBezTo>
                <a:cubicBezTo>
                  <a:pt x="2084" y="1289"/>
                  <a:pt x="2404" y="2124"/>
                  <a:pt x="3098" y="2511"/>
                </a:cubicBezTo>
                <a:lnTo>
                  <a:pt x="5766" y="3996"/>
                </a:lnTo>
                <a:lnTo>
                  <a:pt x="6845" y="1682"/>
                </a:lnTo>
                <a:cubicBezTo>
                  <a:pt x="6845" y="1682"/>
                  <a:pt x="4176" y="195"/>
                  <a:pt x="4176" y="195"/>
                </a:cubicBezTo>
                <a:close/>
                <a:moveTo>
                  <a:pt x="1907" y="5070"/>
                </a:moveTo>
                <a:cubicBezTo>
                  <a:pt x="1213" y="4686"/>
                  <a:pt x="406" y="4889"/>
                  <a:pt x="109" y="5527"/>
                </a:cubicBezTo>
                <a:cubicBezTo>
                  <a:pt x="-187" y="6163"/>
                  <a:pt x="136" y="7001"/>
                  <a:pt x="829" y="7386"/>
                </a:cubicBezTo>
                <a:lnTo>
                  <a:pt x="3495" y="8872"/>
                </a:lnTo>
                <a:lnTo>
                  <a:pt x="4574" y="6556"/>
                </a:lnTo>
                <a:cubicBezTo>
                  <a:pt x="4574" y="6556"/>
                  <a:pt x="1907" y="5070"/>
                  <a:pt x="1907" y="507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11" name="AutoShape 10"/>
          <p:cNvSpPr/>
          <p:nvPr/>
        </p:nvSpPr>
        <p:spPr bwMode="auto">
          <a:xfrm flipH="1">
            <a:off x="7632700" y="4454525"/>
            <a:ext cx="446405" cy="512445"/>
          </a:xfrm>
          <a:custGeom>
            <a:avLst/>
            <a:gdLst>
              <a:gd name="T0" fmla="*/ 369076 w 20741"/>
              <a:gd name="T1" fmla="*/ 371353 h 21515"/>
              <a:gd name="T2" fmla="*/ 369076 w 20741"/>
              <a:gd name="T3" fmla="*/ 371353 h 21515"/>
              <a:gd name="T4" fmla="*/ 369076 w 20741"/>
              <a:gd name="T5" fmla="*/ 371353 h 21515"/>
              <a:gd name="T6" fmla="*/ 369076 w 20741"/>
              <a:gd name="T7" fmla="*/ 371353 h 2151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741" h="21515">
                <a:moveTo>
                  <a:pt x="19460" y="8852"/>
                </a:moveTo>
                <a:cubicBezTo>
                  <a:pt x="18168" y="10188"/>
                  <a:pt x="16268" y="10511"/>
                  <a:pt x="14681" y="9829"/>
                </a:cubicBezTo>
                <a:lnTo>
                  <a:pt x="12375" y="12339"/>
                </a:lnTo>
                <a:lnTo>
                  <a:pt x="19236" y="18800"/>
                </a:lnTo>
                <a:cubicBezTo>
                  <a:pt x="19456" y="19006"/>
                  <a:pt x="19488" y="19324"/>
                  <a:pt x="19312" y="19507"/>
                </a:cubicBezTo>
                <a:lnTo>
                  <a:pt x="17483" y="21399"/>
                </a:lnTo>
                <a:cubicBezTo>
                  <a:pt x="17305" y="21580"/>
                  <a:pt x="16996" y="21544"/>
                  <a:pt x="16795" y="21317"/>
                </a:cubicBezTo>
                <a:lnTo>
                  <a:pt x="10583" y="14291"/>
                </a:lnTo>
                <a:lnTo>
                  <a:pt x="4883" y="20504"/>
                </a:lnTo>
                <a:lnTo>
                  <a:pt x="4867" y="20486"/>
                </a:lnTo>
                <a:cubicBezTo>
                  <a:pt x="4067" y="21246"/>
                  <a:pt x="2825" y="21228"/>
                  <a:pt x="2048" y="20426"/>
                </a:cubicBezTo>
                <a:cubicBezTo>
                  <a:pt x="1273" y="19627"/>
                  <a:pt x="1254" y="18342"/>
                  <a:pt x="1990" y="17517"/>
                </a:cubicBezTo>
                <a:lnTo>
                  <a:pt x="1988" y="17515"/>
                </a:lnTo>
                <a:lnTo>
                  <a:pt x="2026" y="17475"/>
                </a:lnTo>
                <a:cubicBezTo>
                  <a:pt x="2033" y="17466"/>
                  <a:pt x="2039" y="17459"/>
                  <a:pt x="2048" y="17451"/>
                </a:cubicBezTo>
                <a:cubicBezTo>
                  <a:pt x="2077" y="17421"/>
                  <a:pt x="2107" y="17394"/>
                  <a:pt x="2138" y="17369"/>
                </a:cubicBezTo>
                <a:lnTo>
                  <a:pt x="8124" y="11508"/>
                </a:lnTo>
                <a:lnTo>
                  <a:pt x="6103" y="9220"/>
                </a:lnTo>
                <a:cubicBezTo>
                  <a:pt x="5381" y="8672"/>
                  <a:pt x="4605" y="8341"/>
                  <a:pt x="3897" y="8259"/>
                </a:cubicBezTo>
                <a:cubicBezTo>
                  <a:pt x="3897" y="8259"/>
                  <a:pt x="1419" y="8111"/>
                  <a:pt x="1228" y="12020"/>
                </a:cubicBezTo>
                <a:cubicBezTo>
                  <a:pt x="1225" y="12103"/>
                  <a:pt x="1170" y="12118"/>
                  <a:pt x="1106" y="12053"/>
                </a:cubicBezTo>
                <a:lnTo>
                  <a:pt x="367" y="11289"/>
                </a:lnTo>
                <a:cubicBezTo>
                  <a:pt x="301" y="11222"/>
                  <a:pt x="224" y="11098"/>
                  <a:pt x="200" y="11012"/>
                </a:cubicBezTo>
                <a:cubicBezTo>
                  <a:pt x="18" y="10377"/>
                  <a:pt x="-510" y="7897"/>
                  <a:pt x="1496" y="5782"/>
                </a:cubicBezTo>
                <a:lnTo>
                  <a:pt x="4052" y="3142"/>
                </a:lnTo>
                <a:cubicBezTo>
                  <a:pt x="4104" y="3087"/>
                  <a:pt x="4153" y="3050"/>
                  <a:pt x="4156" y="3050"/>
                </a:cubicBezTo>
                <a:cubicBezTo>
                  <a:pt x="4161" y="3056"/>
                  <a:pt x="4234" y="3074"/>
                  <a:pt x="4318" y="3074"/>
                </a:cubicBezTo>
                <a:cubicBezTo>
                  <a:pt x="4644" y="3089"/>
                  <a:pt x="4979" y="2963"/>
                  <a:pt x="5232" y="2704"/>
                </a:cubicBezTo>
                <a:cubicBezTo>
                  <a:pt x="5492" y="2434"/>
                  <a:pt x="5612" y="2078"/>
                  <a:pt x="5592" y="1729"/>
                </a:cubicBezTo>
                <a:cubicBezTo>
                  <a:pt x="5589" y="1641"/>
                  <a:pt x="5618" y="1527"/>
                  <a:pt x="5669" y="1473"/>
                </a:cubicBezTo>
                <a:lnTo>
                  <a:pt x="7061" y="36"/>
                </a:lnTo>
                <a:cubicBezTo>
                  <a:pt x="7116" y="-20"/>
                  <a:pt x="7209" y="-10"/>
                  <a:pt x="7275" y="57"/>
                </a:cubicBezTo>
                <a:lnTo>
                  <a:pt x="9467" y="2320"/>
                </a:lnTo>
                <a:cubicBezTo>
                  <a:pt x="9533" y="2385"/>
                  <a:pt x="9542" y="2483"/>
                  <a:pt x="9487" y="2540"/>
                </a:cubicBezTo>
                <a:cubicBezTo>
                  <a:pt x="9487" y="2540"/>
                  <a:pt x="8707" y="3345"/>
                  <a:pt x="8430" y="3633"/>
                </a:cubicBezTo>
                <a:cubicBezTo>
                  <a:pt x="8378" y="3688"/>
                  <a:pt x="8292" y="3779"/>
                  <a:pt x="8243" y="3834"/>
                </a:cubicBezTo>
                <a:lnTo>
                  <a:pt x="8100" y="3980"/>
                </a:lnTo>
                <a:cubicBezTo>
                  <a:pt x="8043" y="4035"/>
                  <a:pt x="7936" y="4065"/>
                  <a:pt x="7853" y="4062"/>
                </a:cubicBezTo>
                <a:cubicBezTo>
                  <a:pt x="7512" y="4041"/>
                  <a:pt x="7165" y="4165"/>
                  <a:pt x="6906" y="4433"/>
                </a:cubicBezTo>
                <a:cubicBezTo>
                  <a:pt x="6617" y="4731"/>
                  <a:pt x="6493" y="5151"/>
                  <a:pt x="6552" y="5537"/>
                </a:cubicBezTo>
                <a:cubicBezTo>
                  <a:pt x="6627" y="6202"/>
                  <a:pt x="6903" y="6925"/>
                  <a:pt x="7353" y="7611"/>
                </a:cubicBezTo>
                <a:lnTo>
                  <a:pt x="9779" y="9894"/>
                </a:lnTo>
                <a:lnTo>
                  <a:pt x="12329" y="7399"/>
                </a:lnTo>
                <a:cubicBezTo>
                  <a:pt x="11665" y="5760"/>
                  <a:pt x="11979" y="3801"/>
                  <a:pt x="13272" y="2467"/>
                </a:cubicBezTo>
                <a:cubicBezTo>
                  <a:pt x="14613" y="1082"/>
                  <a:pt x="16612" y="784"/>
                  <a:pt x="18236" y="1576"/>
                </a:cubicBezTo>
                <a:lnTo>
                  <a:pt x="16280" y="3592"/>
                </a:lnTo>
                <a:lnTo>
                  <a:pt x="16283" y="3595"/>
                </a:lnTo>
                <a:lnTo>
                  <a:pt x="16280" y="3595"/>
                </a:lnTo>
                <a:lnTo>
                  <a:pt x="15899" y="5065"/>
                </a:lnTo>
                <a:lnTo>
                  <a:pt x="16941" y="6143"/>
                </a:lnTo>
                <a:lnTo>
                  <a:pt x="18368" y="5748"/>
                </a:lnTo>
                <a:lnTo>
                  <a:pt x="18369" y="5748"/>
                </a:lnTo>
                <a:lnTo>
                  <a:pt x="20322" y="3731"/>
                </a:lnTo>
                <a:cubicBezTo>
                  <a:pt x="21089" y="5406"/>
                  <a:pt x="20802" y="7468"/>
                  <a:pt x="19460" y="88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12" name="AutoShape 11"/>
          <p:cNvSpPr/>
          <p:nvPr/>
        </p:nvSpPr>
        <p:spPr bwMode="auto">
          <a:xfrm>
            <a:off x="10704513" y="4323716"/>
            <a:ext cx="258763" cy="350837"/>
          </a:xfrm>
          <a:custGeom>
            <a:avLst/>
            <a:gdLst>
              <a:gd name="T0" fmla="*/ 258763 w 20814"/>
              <a:gd name="T1" fmla="*/ 350838 h 21600"/>
              <a:gd name="T2" fmla="*/ 258763 w 20814"/>
              <a:gd name="T3" fmla="*/ 350838 h 21600"/>
              <a:gd name="T4" fmla="*/ 258763 w 20814"/>
              <a:gd name="T5" fmla="*/ 350838 h 21600"/>
              <a:gd name="T6" fmla="*/ 258763 w 20814"/>
              <a:gd name="T7" fmla="*/ 350838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814" h="21600">
                <a:moveTo>
                  <a:pt x="20814" y="11418"/>
                </a:moveTo>
                <a:cubicBezTo>
                  <a:pt x="20818" y="6383"/>
                  <a:pt x="16970" y="2035"/>
                  <a:pt x="11393" y="0"/>
                </a:cubicBezTo>
                <a:cubicBezTo>
                  <a:pt x="8588" y="2306"/>
                  <a:pt x="6772" y="5324"/>
                  <a:pt x="6444" y="8654"/>
                </a:cubicBezTo>
                <a:cubicBezTo>
                  <a:pt x="7997" y="9417"/>
                  <a:pt x="9391" y="10393"/>
                  <a:pt x="10552" y="11547"/>
                </a:cubicBezTo>
                <a:cubicBezTo>
                  <a:pt x="12426" y="13420"/>
                  <a:pt x="13535" y="15609"/>
                  <a:pt x="13801" y="17851"/>
                </a:cubicBezTo>
                <a:cubicBezTo>
                  <a:pt x="14408" y="12435"/>
                  <a:pt x="13588" y="6706"/>
                  <a:pt x="13588" y="6706"/>
                </a:cubicBezTo>
                <a:cubicBezTo>
                  <a:pt x="15090" y="13489"/>
                  <a:pt x="15676" y="17755"/>
                  <a:pt x="15833" y="20439"/>
                </a:cubicBezTo>
                <a:cubicBezTo>
                  <a:pt x="18901" y="18148"/>
                  <a:pt x="20810" y="14954"/>
                  <a:pt x="20814" y="11418"/>
                </a:cubicBezTo>
                <a:close/>
                <a:moveTo>
                  <a:pt x="1138" y="7601"/>
                </a:moveTo>
                <a:cubicBezTo>
                  <a:pt x="-781" y="10697"/>
                  <a:pt x="-301" y="14639"/>
                  <a:pt x="2791" y="17722"/>
                </a:cubicBezTo>
                <a:cubicBezTo>
                  <a:pt x="4963" y="19886"/>
                  <a:pt x="8007" y="21211"/>
                  <a:pt x="11156" y="21599"/>
                </a:cubicBezTo>
                <a:cubicBezTo>
                  <a:pt x="9600" y="19902"/>
                  <a:pt x="7312" y="17092"/>
                  <a:pt x="4004" y="12437"/>
                </a:cubicBezTo>
                <a:cubicBezTo>
                  <a:pt x="4004" y="12437"/>
                  <a:pt x="8306" y="17778"/>
                  <a:pt x="12842" y="20996"/>
                </a:cubicBezTo>
                <a:cubicBezTo>
                  <a:pt x="13624" y="17985"/>
                  <a:pt x="12700" y="14644"/>
                  <a:pt x="9951" y="11899"/>
                </a:cubicBezTo>
                <a:cubicBezTo>
                  <a:pt x="7640" y="9597"/>
                  <a:pt x="4465" y="8134"/>
                  <a:pt x="1138" y="76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13" name="AutoShape 12"/>
          <p:cNvSpPr/>
          <p:nvPr/>
        </p:nvSpPr>
        <p:spPr bwMode="auto">
          <a:xfrm>
            <a:off x="10600057" y="3216276"/>
            <a:ext cx="363537" cy="357981"/>
          </a:xfrm>
          <a:custGeom>
            <a:avLst/>
            <a:gdLst>
              <a:gd name="T0" fmla="*/ 363537 w 21600"/>
              <a:gd name="T1" fmla="*/ 357982 h 21600"/>
              <a:gd name="T2" fmla="*/ 363537 w 21600"/>
              <a:gd name="T3" fmla="*/ 357982 h 21600"/>
              <a:gd name="T4" fmla="*/ 363537 w 21600"/>
              <a:gd name="T5" fmla="*/ 357982 h 21600"/>
              <a:gd name="T6" fmla="*/ 363537 w 21600"/>
              <a:gd name="T7" fmla="*/ 357982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10798" y="15903"/>
                </a:moveTo>
                <a:cubicBezTo>
                  <a:pt x="8022" y="15903"/>
                  <a:pt x="5772" y="13617"/>
                  <a:pt x="5772" y="10799"/>
                </a:cubicBezTo>
                <a:cubicBezTo>
                  <a:pt x="5772" y="7980"/>
                  <a:pt x="8022" y="5696"/>
                  <a:pt x="10798" y="5696"/>
                </a:cubicBezTo>
                <a:cubicBezTo>
                  <a:pt x="13574" y="5696"/>
                  <a:pt x="15827" y="7980"/>
                  <a:pt x="15827" y="10799"/>
                </a:cubicBezTo>
                <a:cubicBezTo>
                  <a:pt x="15827" y="13617"/>
                  <a:pt x="13574" y="15903"/>
                  <a:pt x="10798" y="15903"/>
                </a:cubicBezTo>
                <a:close/>
                <a:moveTo>
                  <a:pt x="19446" y="11138"/>
                </a:moveTo>
                <a:lnTo>
                  <a:pt x="21600" y="10753"/>
                </a:lnTo>
                <a:lnTo>
                  <a:pt x="20966" y="7117"/>
                </a:lnTo>
                <a:lnTo>
                  <a:pt x="18833" y="7496"/>
                </a:lnTo>
                <a:cubicBezTo>
                  <a:pt x="18530" y="6743"/>
                  <a:pt x="18109" y="6058"/>
                  <a:pt x="17623" y="5424"/>
                </a:cubicBezTo>
                <a:lnTo>
                  <a:pt x="19035" y="3718"/>
                </a:lnTo>
                <a:lnTo>
                  <a:pt x="16249" y="1345"/>
                </a:lnTo>
                <a:lnTo>
                  <a:pt x="14835" y="3055"/>
                </a:lnTo>
                <a:cubicBezTo>
                  <a:pt x="14140" y="2680"/>
                  <a:pt x="13408" y="2372"/>
                  <a:pt x="12616" y="2200"/>
                </a:cubicBezTo>
                <a:lnTo>
                  <a:pt x="12616" y="0"/>
                </a:lnTo>
                <a:lnTo>
                  <a:pt x="8980" y="0"/>
                </a:lnTo>
                <a:lnTo>
                  <a:pt x="8980" y="2200"/>
                </a:lnTo>
                <a:cubicBezTo>
                  <a:pt x="8191" y="2372"/>
                  <a:pt x="7457" y="2680"/>
                  <a:pt x="6762" y="3055"/>
                </a:cubicBezTo>
                <a:lnTo>
                  <a:pt x="5348" y="1343"/>
                </a:lnTo>
                <a:lnTo>
                  <a:pt x="2561" y="3717"/>
                </a:lnTo>
                <a:lnTo>
                  <a:pt x="3973" y="5425"/>
                </a:lnTo>
                <a:cubicBezTo>
                  <a:pt x="3490" y="6058"/>
                  <a:pt x="3068" y="6744"/>
                  <a:pt x="2766" y="7499"/>
                </a:cubicBezTo>
                <a:lnTo>
                  <a:pt x="629" y="7115"/>
                </a:lnTo>
                <a:lnTo>
                  <a:pt x="0" y="10753"/>
                </a:lnTo>
                <a:lnTo>
                  <a:pt x="2152" y="11137"/>
                </a:lnTo>
                <a:cubicBezTo>
                  <a:pt x="2185" y="11962"/>
                  <a:pt x="2337" y="12748"/>
                  <a:pt x="2574" y="13498"/>
                </a:cubicBezTo>
                <a:lnTo>
                  <a:pt x="672" y="14616"/>
                </a:lnTo>
                <a:lnTo>
                  <a:pt x="2489" y="17813"/>
                </a:lnTo>
                <a:lnTo>
                  <a:pt x="4385" y="16702"/>
                </a:lnTo>
                <a:cubicBezTo>
                  <a:pt x="4918" y="17299"/>
                  <a:pt x="5519" y="17823"/>
                  <a:pt x="6194" y="18255"/>
                </a:cubicBezTo>
                <a:lnTo>
                  <a:pt x="5448" y="20336"/>
                </a:lnTo>
                <a:lnTo>
                  <a:pt x="8866" y="21598"/>
                </a:lnTo>
                <a:lnTo>
                  <a:pt x="9617" y="19503"/>
                </a:lnTo>
                <a:cubicBezTo>
                  <a:pt x="10009" y="19557"/>
                  <a:pt x="10394" y="19623"/>
                  <a:pt x="10798" y="19623"/>
                </a:cubicBezTo>
                <a:cubicBezTo>
                  <a:pt x="11204" y="19623"/>
                  <a:pt x="11590" y="19557"/>
                  <a:pt x="11980" y="19505"/>
                </a:cubicBezTo>
                <a:lnTo>
                  <a:pt x="12729" y="21600"/>
                </a:lnTo>
                <a:lnTo>
                  <a:pt x="16149" y="20336"/>
                </a:lnTo>
                <a:lnTo>
                  <a:pt x="15402" y="18255"/>
                </a:lnTo>
                <a:cubicBezTo>
                  <a:pt x="16077" y="17825"/>
                  <a:pt x="16681" y="17301"/>
                  <a:pt x="17214" y="16704"/>
                </a:cubicBezTo>
                <a:lnTo>
                  <a:pt x="19110" y="17816"/>
                </a:lnTo>
                <a:lnTo>
                  <a:pt x="20927" y="14616"/>
                </a:lnTo>
                <a:lnTo>
                  <a:pt x="19025" y="13498"/>
                </a:lnTo>
                <a:cubicBezTo>
                  <a:pt x="19262" y="12748"/>
                  <a:pt x="19418" y="11962"/>
                  <a:pt x="19446" y="11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r" eaLnBrk="1">
              <a:lnSpc>
                <a:spcPct val="120000"/>
              </a:lnSpc>
              <a:defRPr/>
            </a:pPr>
            <a:endParaRPr lang="id-ID" sz="900" dirty="0">
              <a:latin typeface="Roboto Light" panose="02000000000000000000" pitchFamily="2" charset="0"/>
            </a:endParaRPr>
          </a:p>
        </p:txBody>
      </p:sp>
      <p:sp>
        <p:nvSpPr>
          <p:cNvPr id="20" name="AutoShape 19"/>
          <p:cNvSpPr/>
          <p:nvPr/>
        </p:nvSpPr>
        <p:spPr bwMode="auto">
          <a:xfrm>
            <a:off x="1316514" y="1887537"/>
            <a:ext cx="446088" cy="446088"/>
          </a:xfrm>
          <a:prstGeom prst="roundRect">
            <a:avLst>
              <a:gd name="adj" fmla="val 8333"/>
            </a:avLst>
          </a:prstGeom>
          <a:solidFill>
            <a:srgbClr val="4BC9D0"/>
          </a:solidFill>
          <a:ln>
            <a:noFill/>
          </a:ln>
        </p:spPr>
        <p:txBody>
          <a:bodyPr lIns="25400" tIns="25400" rIns="25400" bIns="25400" anchor="ctr"/>
          <a:lstStyle/>
          <a:p>
            <a:pPr algn="l" eaLnBrk="1">
              <a:lnSpc>
                <a:spcPct val="120000"/>
              </a:lnSpc>
            </a:pPr>
            <a:endParaRPr lang="id-ID" sz="900" dirty="0">
              <a:solidFill>
                <a:srgbClr val="FFD300"/>
              </a:solidFill>
              <a:latin typeface="Roboto Light" panose="02000000000000000000" pitchFamily="2" charset="0"/>
            </a:endParaRPr>
          </a:p>
        </p:txBody>
      </p:sp>
      <p:sp>
        <p:nvSpPr>
          <p:cNvPr id="21" name="AutoShape 20"/>
          <p:cNvSpPr/>
          <p:nvPr/>
        </p:nvSpPr>
        <p:spPr bwMode="auto">
          <a:xfrm>
            <a:off x="1387159" y="1935164"/>
            <a:ext cx="306388" cy="396081"/>
          </a:xfrm>
          <a:custGeom>
            <a:avLst/>
            <a:gdLst>
              <a:gd name="T0" fmla="*/ 306388 w 21600"/>
              <a:gd name="T1" fmla="*/ 396082 h 21600"/>
              <a:gd name="T2" fmla="*/ 306388 w 21600"/>
              <a:gd name="T3" fmla="*/ 396082 h 21600"/>
              <a:gd name="T4" fmla="*/ 306388 w 21600"/>
              <a:gd name="T5" fmla="*/ 396082 h 21600"/>
              <a:gd name="T6" fmla="*/ 306388 w 21600"/>
              <a:gd name="T7" fmla="*/ 396082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lIns="45720" tIns="45720" rIns="45720" bIns="45720"/>
          <a:lstStyle>
            <a:lvl1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1pPr>
            <a:lvl2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2pPr>
            <a:lvl3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3pPr>
            <a:lvl4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4pPr>
            <a:lvl5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5pPr>
            <a:lvl6pPr marL="13716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6pPr>
            <a:lvl7pPr marL="18288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7pPr>
            <a:lvl8pPr marL="22860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8pPr>
            <a:lvl9pPr marL="27432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9pPr>
          </a:lstStyle>
          <a:p>
            <a:pPr algn="l" eaLnBrk="1">
              <a:lnSpc>
                <a:spcPct val="90000"/>
              </a:lnSpc>
            </a:pPr>
            <a:endParaRPr lang="en-US" sz="1100" dirty="0">
              <a:latin typeface="Roboto Light" panose="02000000000000000000" pitchFamily="2" charset="0"/>
            </a:endParaRPr>
          </a:p>
        </p:txBody>
      </p:sp>
      <p:sp>
        <p:nvSpPr>
          <p:cNvPr id="22" name="AutoShape 21"/>
          <p:cNvSpPr/>
          <p:nvPr/>
        </p:nvSpPr>
        <p:spPr bwMode="auto">
          <a:xfrm>
            <a:off x="1316514" y="2890044"/>
            <a:ext cx="446088" cy="446088"/>
          </a:xfrm>
          <a:prstGeom prst="roundRect">
            <a:avLst>
              <a:gd name="adj" fmla="val 833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lIns="25400" tIns="25400" rIns="25400" bIns="25400" anchor="ctr"/>
          <a:lstStyle/>
          <a:p>
            <a:pPr algn="l" eaLnBrk="1">
              <a:lnSpc>
                <a:spcPct val="120000"/>
              </a:lnSpc>
            </a:pPr>
            <a:endParaRPr lang="id-ID" sz="900" dirty="0">
              <a:solidFill>
                <a:srgbClr val="FF7E79"/>
              </a:solidFill>
              <a:latin typeface="Roboto Light" panose="02000000000000000000" pitchFamily="2" charset="0"/>
            </a:endParaRPr>
          </a:p>
        </p:txBody>
      </p:sp>
      <p:sp>
        <p:nvSpPr>
          <p:cNvPr id="23" name="AutoShape 22"/>
          <p:cNvSpPr/>
          <p:nvPr/>
        </p:nvSpPr>
        <p:spPr bwMode="auto">
          <a:xfrm>
            <a:off x="1387159" y="2928145"/>
            <a:ext cx="306388" cy="396081"/>
          </a:xfrm>
          <a:custGeom>
            <a:avLst/>
            <a:gdLst>
              <a:gd name="T0" fmla="*/ 306388 w 21600"/>
              <a:gd name="T1" fmla="*/ 396081 h 21600"/>
              <a:gd name="T2" fmla="*/ 306388 w 21600"/>
              <a:gd name="T3" fmla="*/ 396081 h 21600"/>
              <a:gd name="T4" fmla="*/ 306388 w 21600"/>
              <a:gd name="T5" fmla="*/ 396081 h 21600"/>
              <a:gd name="T6" fmla="*/ 306388 w 21600"/>
              <a:gd name="T7" fmla="*/ 396081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lIns="45720" tIns="45720" rIns="45720" bIns="45720"/>
          <a:lstStyle>
            <a:lvl1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1pPr>
            <a:lvl2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2pPr>
            <a:lvl3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3pPr>
            <a:lvl4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4pPr>
            <a:lvl5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5pPr>
            <a:lvl6pPr marL="13716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6pPr>
            <a:lvl7pPr marL="18288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7pPr>
            <a:lvl8pPr marL="22860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8pPr>
            <a:lvl9pPr marL="27432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9pPr>
          </a:lstStyle>
          <a:p>
            <a:pPr algn="l" eaLnBrk="1">
              <a:lnSpc>
                <a:spcPct val="90000"/>
              </a:lnSpc>
            </a:pPr>
            <a:endParaRPr lang="en-US" sz="1100" dirty="0">
              <a:latin typeface="Roboto Light" panose="02000000000000000000" pitchFamily="2" charset="0"/>
            </a:endParaRPr>
          </a:p>
        </p:txBody>
      </p:sp>
      <p:sp>
        <p:nvSpPr>
          <p:cNvPr id="24" name="AutoShape 23"/>
          <p:cNvSpPr/>
          <p:nvPr/>
        </p:nvSpPr>
        <p:spPr bwMode="auto">
          <a:xfrm>
            <a:off x="1316514" y="3877469"/>
            <a:ext cx="446088" cy="446088"/>
          </a:xfrm>
          <a:prstGeom prst="roundRect">
            <a:avLst>
              <a:gd name="adj" fmla="val 8333"/>
            </a:avLst>
          </a:prstGeom>
          <a:solidFill>
            <a:srgbClr val="4BC9D0"/>
          </a:solidFill>
          <a:ln>
            <a:noFill/>
          </a:ln>
        </p:spPr>
        <p:txBody>
          <a:bodyPr lIns="25400" tIns="25400" rIns="25400" bIns="25400" anchor="ctr"/>
          <a:lstStyle/>
          <a:p>
            <a:pPr algn="l" eaLnBrk="1">
              <a:lnSpc>
                <a:spcPct val="120000"/>
              </a:lnSpc>
            </a:pPr>
            <a:endParaRPr lang="id-ID" sz="900" dirty="0">
              <a:solidFill>
                <a:srgbClr val="FFD300"/>
              </a:solidFill>
              <a:latin typeface="Roboto Light" panose="02000000000000000000" pitchFamily="2" charset="0"/>
            </a:endParaRPr>
          </a:p>
        </p:txBody>
      </p:sp>
      <p:sp>
        <p:nvSpPr>
          <p:cNvPr id="25" name="AutoShape 24"/>
          <p:cNvSpPr/>
          <p:nvPr/>
        </p:nvSpPr>
        <p:spPr bwMode="auto">
          <a:xfrm>
            <a:off x="1387159" y="3917157"/>
            <a:ext cx="306388" cy="396875"/>
          </a:xfrm>
          <a:custGeom>
            <a:avLst/>
            <a:gdLst>
              <a:gd name="T0" fmla="*/ 306388 w 21600"/>
              <a:gd name="T1" fmla="*/ 396875 h 21600"/>
              <a:gd name="T2" fmla="*/ 306388 w 21600"/>
              <a:gd name="T3" fmla="*/ 396875 h 21600"/>
              <a:gd name="T4" fmla="*/ 306388 w 21600"/>
              <a:gd name="T5" fmla="*/ 396875 h 21600"/>
              <a:gd name="T6" fmla="*/ 306388 w 21600"/>
              <a:gd name="T7" fmla="*/ 396875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lIns="45720" tIns="45720" rIns="45720" bIns="45720"/>
          <a:lstStyle>
            <a:lvl1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1pPr>
            <a:lvl2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2pPr>
            <a:lvl3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3pPr>
            <a:lvl4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4pPr>
            <a:lvl5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5pPr>
            <a:lvl6pPr marL="13716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6pPr>
            <a:lvl7pPr marL="18288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7pPr>
            <a:lvl8pPr marL="22860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8pPr>
            <a:lvl9pPr marL="27432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9pPr>
          </a:lstStyle>
          <a:p>
            <a:pPr algn="l" eaLnBrk="1">
              <a:lnSpc>
                <a:spcPct val="90000"/>
              </a:lnSpc>
            </a:pPr>
            <a:endParaRPr lang="en-US" sz="1100" dirty="0">
              <a:latin typeface="Roboto Light" panose="02000000000000000000" pitchFamily="2" charset="0"/>
            </a:endParaRPr>
          </a:p>
        </p:txBody>
      </p:sp>
      <p:sp>
        <p:nvSpPr>
          <p:cNvPr id="28" name="AutoShape 27"/>
          <p:cNvSpPr/>
          <p:nvPr/>
        </p:nvSpPr>
        <p:spPr bwMode="auto">
          <a:xfrm>
            <a:off x="1316514" y="4815682"/>
            <a:ext cx="446088" cy="445293"/>
          </a:xfrm>
          <a:prstGeom prst="roundRect">
            <a:avLst>
              <a:gd name="adj" fmla="val 8333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lIns="25400" tIns="25400" rIns="25400" bIns="25400" anchor="ctr"/>
          <a:lstStyle/>
          <a:p>
            <a:pPr algn="l" eaLnBrk="1">
              <a:lnSpc>
                <a:spcPct val="120000"/>
              </a:lnSpc>
            </a:pPr>
            <a:endParaRPr lang="id-ID" sz="900" dirty="0">
              <a:solidFill>
                <a:srgbClr val="FFD300"/>
              </a:solidFill>
              <a:latin typeface="Roboto Light" panose="02000000000000000000" pitchFamily="2" charset="0"/>
            </a:endParaRPr>
          </a:p>
        </p:txBody>
      </p:sp>
      <p:sp>
        <p:nvSpPr>
          <p:cNvPr id="29" name="AutoShape 28"/>
          <p:cNvSpPr/>
          <p:nvPr/>
        </p:nvSpPr>
        <p:spPr bwMode="auto">
          <a:xfrm>
            <a:off x="1387159" y="4855370"/>
            <a:ext cx="306388" cy="396081"/>
          </a:xfrm>
          <a:custGeom>
            <a:avLst/>
            <a:gdLst>
              <a:gd name="T0" fmla="*/ 306388 w 21600"/>
              <a:gd name="T1" fmla="*/ 396081 h 21600"/>
              <a:gd name="T2" fmla="*/ 306388 w 21600"/>
              <a:gd name="T3" fmla="*/ 396081 h 21600"/>
              <a:gd name="T4" fmla="*/ 306388 w 21600"/>
              <a:gd name="T5" fmla="*/ 396081 h 21600"/>
              <a:gd name="T6" fmla="*/ 306388 w 21600"/>
              <a:gd name="T7" fmla="*/ 396081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lIns="45720" tIns="45720" rIns="45720" bIns="45720"/>
          <a:lstStyle>
            <a:lvl1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1pPr>
            <a:lvl2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2pPr>
            <a:lvl3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3pPr>
            <a:lvl4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4pPr>
            <a:lvl5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5pPr>
            <a:lvl6pPr marL="13716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6pPr>
            <a:lvl7pPr marL="18288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7pPr>
            <a:lvl8pPr marL="22860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8pPr>
            <a:lvl9pPr marL="27432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9pPr>
          </a:lstStyle>
          <a:p>
            <a:pPr algn="l" eaLnBrk="1">
              <a:lnSpc>
                <a:spcPct val="90000"/>
              </a:lnSpc>
            </a:pPr>
            <a:endParaRPr lang="en-US" sz="1100" dirty="0">
              <a:latin typeface="Roboto Light" panose="02000000000000000000" pitchFamily="2" charset="0"/>
            </a:endParaRPr>
          </a:p>
        </p:txBody>
      </p:sp>
      <p:sp>
        <p:nvSpPr>
          <p:cNvPr id="33" name="AutoShape 32"/>
          <p:cNvSpPr/>
          <p:nvPr/>
        </p:nvSpPr>
        <p:spPr bwMode="auto">
          <a:xfrm>
            <a:off x="1169989" y="5745957"/>
            <a:ext cx="306388" cy="396081"/>
          </a:xfrm>
          <a:custGeom>
            <a:avLst/>
            <a:gdLst>
              <a:gd name="T0" fmla="*/ 306388 w 21600"/>
              <a:gd name="T1" fmla="*/ 396081 h 21600"/>
              <a:gd name="T2" fmla="*/ 306388 w 21600"/>
              <a:gd name="T3" fmla="*/ 396081 h 21600"/>
              <a:gd name="T4" fmla="*/ 306388 w 21600"/>
              <a:gd name="T5" fmla="*/ 396081 h 21600"/>
              <a:gd name="T6" fmla="*/ 306388 w 21600"/>
              <a:gd name="T7" fmla="*/ 396081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lIns="45720" tIns="45720" rIns="45720" bIns="45720"/>
          <a:lstStyle>
            <a:lvl1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1pPr>
            <a:lvl2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2pPr>
            <a:lvl3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3pPr>
            <a:lvl4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4pPr>
            <a:lvl5pPr algn="r" defTabSz="584200">
              <a:lnSpc>
                <a:spcPct val="120000"/>
              </a:lnSpc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5pPr>
            <a:lvl6pPr marL="13716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6pPr>
            <a:lvl7pPr marL="18288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7pPr>
            <a:lvl8pPr marL="22860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8pPr>
            <a:lvl9pPr marL="2743200" indent="914400" algn="r" defTabSz="584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rgbClr val="777776"/>
                </a:solidFill>
                <a:latin typeface="Roboto" panose="02000000000000000000" pitchFamily="2" charset="0"/>
                <a:ea typeface="MS PGothic" panose="020B0600070205080204" pitchFamily="34" charset="-128"/>
                <a:sym typeface="Roboto" panose="02000000000000000000" pitchFamily="2" charset="0"/>
              </a:defRPr>
            </a:lvl9pPr>
          </a:lstStyle>
          <a:p>
            <a:pPr algn="l" eaLnBrk="1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  <a:latin typeface="Roboto Light" panose="02000000000000000000" pitchFamily="2" charset="0"/>
              </a:rPr>
              <a:t>5</a:t>
            </a:r>
            <a:endParaRPr lang="en-US" sz="1100" dirty="0">
              <a:latin typeface="Roboto Light" panose="02000000000000000000" pitchFamily="2" charset="0"/>
            </a:endParaRPr>
          </a:p>
        </p:txBody>
      </p:sp>
      <p:sp>
        <p:nvSpPr>
          <p:cNvPr id="34" name="Subtitle 2"/>
          <p:cNvSpPr txBox="1"/>
          <p:nvPr/>
        </p:nvSpPr>
        <p:spPr>
          <a:xfrm>
            <a:off x="1906905" y="2749550"/>
            <a:ext cx="5622290" cy="77216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i="1">
                <a:latin typeface="Arial Italic" panose="020B0604020202090204" charset="0"/>
                <a:cs typeface="Arial Italic" panose="020B0604020202090204" charset="0"/>
                <a:sym typeface="+mn-ea"/>
              </a:rPr>
              <a:t>While completing their own tasks, they also actively helped other teammates.</a:t>
            </a:r>
            <a:endParaRPr lang="en-US" altLang="zh-CN" sz="1800" i="1" kern="0" dirty="0">
              <a:solidFill>
                <a:schemeClr val="tx1">
                  <a:lumMod val="75000"/>
                  <a:lumOff val="25000"/>
                </a:schemeClr>
              </a:solidFill>
              <a:latin typeface="Arial Italic" panose="020B0604020202090204" charset="0"/>
              <a:ea typeface="微软雅黑" panose="020B050302020402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35" name="Subtitle 2"/>
          <p:cNvSpPr txBox="1"/>
          <p:nvPr/>
        </p:nvSpPr>
        <p:spPr>
          <a:xfrm>
            <a:off x="1824355" y="3797300"/>
            <a:ext cx="5622290" cy="77216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i="1">
                <a:latin typeface="Arial Italic" panose="020B0604020202090204" charset="0"/>
                <a:cs typeface="Arial Italic" panose="020B0604020202090204" charset="0"/>
                <a:sym typeface="+mn-ea"/>
              </a:rPr>
              <a:t>Since the formation of our group, we have held a total of seven team meetings.</a:t>
            </a:r>
            <a:endParaRPr lang="en-US" altLang="zh-CN" sz="1800" i="1" kern="0" dirty="0">
              <a:solidFill>
                <a:schemeClr val="tx1">
                  <a:lumMod val="75000"/>
                  <a:lumOff val="25000"/>
                </a:schemeClr>
              </a:solidFill>
              <a:latin typeface="Arial Italic" panose="020B0604020202090204" charset="0"/>
              <a:ea typeface="微软雅黑" panose="020B050302020402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36" name="Subtitle 2"/>
          <p:cNvSpPr txBox="1"/>
          <p:nvPr/>
        </p:nvSpPr>
        <p:spPr>
          <a:xfrm>
            <a:off x="1832610" y="4745990"/>
            <a:ext cx="5622290" cy="154622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altLang="zh-CN" sz="1800" i="1">
                <a:latin typeface="Arial Italic" panose="020B0604020202090204" charset="0"/>
                <a:cs typeface="Arial Italic" panose="020B0604020202090204" charset="0"/>
                <a:sym typeface="+mn-ea"/>
              </a:rPr>
              <a:t>Detailed meeting minutes and email summaries were created for each session, and these records can be found in the "Basic Info" file of our submitted documents.</a:t>
            </a:r>
            <a:endParaRPr lang="en-US" altLang="zh-CN" sz="1800" i="1" kern="0" dirty="0">
              <a:solidFill>
                <a:schemeClr val="tx1">
                  <a:lumMod val="75000"/>
                  <a:lumOff val="25000"/>
                </a:schemeClr>
              </a:solidFill>
              <a:latin typeface="Arial Italic" panose="020B0604020202090204" charset="0"/>
              <a:ea typeface="微软雅黑" panose="020B050302020402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38" name="Subtitle 2"/>
          <p:cNvSpPr txBox="1"/>
          <p:nvPr/>
        </p:nvSpPr>
        <p:spPr>
          <a:xfrm>
            <a:off x="1868170" y="1787525"/>
            <a:ext cx="5622290" cy="77216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i="1">
                <a:latin typeface="Arial Italic" panose="020B0604020202090204" charset="0"/>
                <a:cs typeface="Arial Italic" panose="020B0604020202090204" charset="0"/>
                <a:sym typeface="+mn-ea"/>
              </a:rPr>
              <a:t>Every member of the team was extremely dedicated and put in significant time and effort.</a:t>
            </a:r>
            <a:endParaRPr lang="en-US" altLang="zh-CN" sz="1800" i="1" kern="0" dirty="0">
              <a:solidFill>
                <a:schemeClr val="tx1">
                  <a:lumMod val="75000"/>
                  <a:lumOff val="25000"/>
                </a:schemeClr>
              </a:solidFill>
              <a:latin typeface="Arial Italic" panose="020B0604020202090204" charset="0"/>
              <a:ea typeface="微软雅黑" panose="020B050302020402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236345" y="998855"/>
            <a:ext cx="3908425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2400" b="1">
                <a:solidFill>
                  <a:srgbClr val="131E54"/>
                </a:solidFill>
                <a:latin typeface="微软雅黑"/>
                <a:ea typeface="微软雅黑"/>
                <a:cs typeface="微软雅黑"/>
                <a:sym typeface="+mn-ea"/>
              </a:rPr>
              <a:t>Perfect teammates</a:t>
            </a:r>
            <a:endParaRPr kumimoji="1" lang="zh-CN" altLang="en-US" sz="2400" b="1" dirty="0">
              <a:solidFill>
                <a:srgbClr val="131E5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8" grpId="0" bldLvl="0" animBg="1"/>
      <p:bldP spid="29" grpId="0"/>
      <p:bldP spid="33" grpId="0"/>
      <p:bldP spid="34" grpId="0"/>
      <p:bldP spid="35" grpId="0"/>
      <p:bldP spid="36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"/>
          <p:cNvSpPr/>
          <p:nvPr/>
        </p:nvSpPr>
        <p:spPr bwMode="auto">
          <a:xfrm>
            <a:off x="10668000" y="3175"/>
            <a:ext cx="1524000" cy="941388"/>
          </a:xfrm>
          <a:custGeom>
            <a:avLst/>
            <a:gdLst>
              <a:gd name="T0" fmla="*/ 135 w 484"/>
              <a:gd name="T1" fmla="*/ 0 h 304"/>
              <a:gd name="T2" fmla="*/ 134 w 484"/>
              <a:gd name="T3" fmla="*/ 14 h 304"/>
              <a:gd name="T4" fmla="*/ 134 w 484"/>
              <a:gd name="T5" fmla="*/ 18 h 304"/>
              <a:gd name="T6" fmla="*/ 0 w 484"/>
              <a:gd name="T7" fmla="*/ 161 h 304"/>
              <a:gd name="T8" fmla="*/ 153 w 484"/>
              <a:gd name="T9" fmla="*/ 304 h 304"/>
              <a:gd name="T10" fmla="*/ 484 w 484"/>
              <a:gd name="T11" fmla="*/ 304 h 304"/>
              <a:gd name="T12" fmla="*/ 484 w 484"/>
              <a:gd name="T13" fmla="*/ 0 h 304"/>
              <a:gd name="T14" fmla="*/ 135 w 484"/>
              <a:gd name="T15" fmla="*/ 0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84" h="304">
                <a:moveTo>
                  <a:pt x="135" y="0"/>
                </a:moveTo>
                <a:cubicBezTo>
                  <a:pt x="134" y="5"/>
                  <a:pt x="134" y="9"/>
                  <a:pt x="134" y="14"/>
                </a:cubicBezTo>
                <a:cubicBezTo>
                  <a:pt x="134" y="15"/>
                  <a:pt x="134" y="17"/>
                  <a:pt x="134" y="18"/>
                </a:cubicBezTo>
                <a:cubicBezTo>
                  <a:pt x="57" y="34"/>
                  <a:pt x="0" y="92"/>
                  <a:pt x="0" y="161"/>
                </a:cubicBezTo>
                <a:cubicBezTo>
                  <a:pt x="0" y="235"/>
                  <a:pt x="67" y="304"/>
                  <a:pt x="153" y="304"/>
                </a:cubicBezTo>
                <a:cubicBezTo>
                  <a:pt x="484" y="304"/>
                  <a:pt x="484" y="304"/>
                  <a:pt x="484" y="304"/>
                </a:cubicBezTo>
                <a:cubicBezTo>
                  <a:pt x="484" y="0"/>
                  <a:pt x="484" y="0"/>
                  <a:pt x="484" y="0"/>
                </a:cubicBezTo>
                <a:lnTo>
                  <a:pt x="135" y="0"/>
                </a:lnTo>
                <a:close/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4" name="Freeform 3"/>
          <p:cNvSpPr/>
          <p:nvPr/>
        </p:nvSpPr>
        <p:spPr bwMode="auto">
          <a:xfrm>
            <a:off x="4883156" y="213220"/>
            <a:ext cx="704845" cy="472585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5" name="Freeform 5"/>
          <p:cNvSpPr/>
          <p:nvPr/>
        </p:nvSpPr>
        <p:spPr bwMode="auto">
          <a:xfrm>
            <a:off x="-21417" y="5908676"/>
            <a:ext cx="2663017" cy="949325"/>
          </a:xfrm>
          <a:custGeom>
            <a:avLst/>
            <a:gdLst>
              <a:gd name="T0" fmla="*/ 0 w 733"/>
              <a:gd name="T1" fmla="*/ 307 h 307"/>
              <a:gd name="T2" fmla="*/ 733 w 733"/>
              <a:gd name="T3" fmla="*/ 307 h 307"/>
              <a:gd name="T4" fmla="*/ 587 w 733"/>
              <a:gd name="T5" fmla="*/ 190 h 307"/>
              <a:gd name="T6" fmla="*/ 587 w 733"/>
              <a:gd name="T7" fmla="*/ 185 h 307"/>
              <a:gd name="T8" fmla="*/ 367 w 733"/>
              <a:gd name="T9" fmla="*/ 0 h 307"/>
              <a:gd name="T10" fmla="*/ 147 w 733"/>
              <a:gd name="T11" fmla="*/ 185 h 307"/>
              <a:gd name="T12" fmla="*/ 147 w 733"/>
              <a:gd name="T13" fmla="*/ 190 h 307"/>
              <a:gd name="T14" fmla="*/ 0 w 733"/>
              <a:gd name="T1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33" h="307">
                <a:moveTo>
                  <a:pt x="0" y="307"/>
                </a:moveTo>
                <a:cubicBezTo>
                  <a:pt x="733" y="307"/>
                  <a:pt x="733" y="307"/>
                  <a:pt x="733" y="307"/>
                </a:cubicBezTo>
                <a:cubicBezTo>
                  <a:pt x="713" y="249"/>
                  <a:pt x="657" y="204"/>
                  <a:pt x="587" y="190"/>
                </a:cubicBezTo>
                <a:cubicBezTo>
                  <a:pt x="587" y="188"/>
                  <a:pt x="587" y="187"/>
                  <a:pt x="587" y="185"/>
                </a:cubicBezTo>
                <a:cubicBezTo>
                  <a:pt x="587" y="83"/>
                  <a:pt x="488" y="0"/>
                  <a:pt x="367" y="0"/>
                </a:cubicBezTo>
                <a:cubicBezTo>
                  <a:pt x="245" y="0"/>
                  <a:pt x="147" y="83"/>
                  <a:pt x="147" y="185"/>
                </a:cubicBezTo>
                <a:cubicBezTo>
                  <a:pt x="147" y="187"/>
                  <a:pt x="147" y="188"/>
                  <a:pt x="147" y="190"/>
                </a:cubicBezTo>
                <a:cubicBezTo>
                  <a:pt x="77" y="204"/>
                  <a:pt x="21" y="249"/>
                  <a:pt x="0" y="307"/>
                </a:cubicBezTo>
                <a:close/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6" name="Freeform 6"/>
          <p:cNvSpPr/>
          <p:nvPr/>
        </p:nvSpPr>
        <p:spPr bwMode="auto">
          <a:xfrm>
            <a:off x="8229600" y="5088455"/>
            <a:ext cx="3961648" cy="1769548"/>
          </a:xfrm>
          <a:custGeom>
            <a:avLst/>
            <a:gdLst>
              <a:gd name="T0" fmla="*/ 1624 w 1624"/>
              <a:gd name="T1" fmla="*/ 0 h 739"/>
              <a:gd name="T2" fmla="*/ 1238 w 1624"/>
              <a:gd name="T3" fmla="*/ 372 h 739"/>
              <a:gd name="T4" fmla="*/ 1238 w 1624"/>
              <a:gd name="T5" fmla="*/ 381 h 739"/>
              <a:gd name="T6" fmla="*/ 936 w 1624"/>
              <a:gd name="T7" fmla="*/ 638 h 739"/>
              <a:gd name="T8" fmla="*/ 787 w 1624"/>
              <a:gd name="T9" fmla="*/ 556 h 739"/>
              <a:gd name="T10" fmla="*/ 787 w 1624"/>
              <a:gd name="T11" fmla="*/ 550 h 739"/>
              <a:gd name="T12" fmla="*/ 494 w 1624"/>
              <a:gd name="T13" fmla="*/ 304 h 739"/>
              <a:gd name="T14" fmla="*/ 201 w 1624"/>
              <a:gd name="T15" fmla="*/ 550 h 739"/>
              <a:gd name="T16" fmla="*/ 202 w 1624"/>
              <a:gd name="T17" fmla="*/ 556 h 739"/>
              <a:gd name="T18" fmla="*/ 0 w 1624"/>
              <a:gd name="T19" fmla="*/ 739 h 739"/>
              <a:gd name="T20" fmla="*/ 1624 w 1624"/>
              <a:gd name="T21" fmla="*/ 739 h 739"/>
              <a:gd name="T22" fmla="*/ 1624 w 1624"/>
              <a:gd name="T23" fmla="*/ 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24" h="739">
                <a:moveTo>
                  <a:pt x="1624" y="0"/>
                </a:moveTo>
                <a:cubicBezTo>
                  <a:pt x="1406" y="25"/>
                  <a:pt x="1238" y="182"/>
                  <a:pt x="1238" y="372"/>
                </a:cubicBezTo>
                <a:cubicBezTo>
                  <a:pt x="1238" y="375"/>
                  <a:pt x="1238" y="378"/>
                  <a:pt x="1238" y="381"/>
                </a:cubicBezTo>
                <a:cubicBezTo>
                  <a:pt x="1089" y="412"/>
                  <a:pt x="971" y="512"/>
                  <a:pt x="936" y="638"/>
                </a:cubicBezTo>
                <a:cubicBezTo>
                  <a:pt x="899" y="598"/>
                  <a:pt x="847" y="568"/>
                  <a:pt x="787" y="556"/>
                </a:cubicBezTo>
                <a:cubicBezTo>
                  <a:pt x="787" y="554"/>
                  <a:pt x="787" y="552"/>
                  <a:pt x="787" y="550"/>
                </a:cubicBezTo>
                <a:cubicBezTo>
                  <a:pt x="787" y="414"/>
                  <a:pt x="656" y="304"/>
                  <a:pt x="494" y="304"/>
                </a:cubicBezTo>
                <a:cubicBezTo>
                  <a:pt x="333" y="304"/>
                  <a:pt x="201" y="414"/>
                  <a:pt x="201" y="550"/>
                </a:cubicBezTo>
                <a:cubicBezTo>
                  <a:pt x="201" y="552"/>
                  <a:pt x="202" y="554"/>
                  <a:pt x="202" y="556"/>
                </a:cubicBezTo>
                <a:cubicBezTo>
                  <a:pt x="98" y="577"/>
                  <a:pt x="17" y="650"/>
                  <a:pt x="0" y="739"/>
                </a:cubicBezTo>
                <a:cubicBezTo>
                  <a:pt x="1624" y="739"/>
                  <a:pt x="1624" y="739"/>
                  <a:pt x="1624" y="739"/>
                </a:cubicBezTo>
                <a:lnTo>
                  <a:pt x="1624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7" name="Freeform 8"/>
          <p:cNvSpPr/>
          <p:nvPr/>
        </p:nvSpPr>
        <p:spPr bwMode="auto">
          <a:xfrm>
            <a:off x="4483104" y="5089525"/>
            <a:ext cx="1003296" cy="676275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pic>
        <p:nvPicPr>
          <p:cNvPr id="8" name="Picture 78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400" y="3505200"/>
            <a:ext cx="806451" cy="5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78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0" y="5105403"/>
            <a:ext cx="645296" cy="46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32"/>
          <p:cNvSpPr/>
          <p:nvPr/>
        </p:nvSpPr>
        <p:spPr bwMode="auto">
          <a:xfrm>
            <a:off x="812800" y="5105400"/>
            <a:ext cx="528869" cy="381000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11" name="Freeform 33"/>
          <p:cNvSpPr/>
          <p:nvPr/>
        </p:nvSpPr>
        <p:spPr bwMode="auto">
          <a:xfrm>
            <a:off x="203200" y="2819401"/>
            <a:ext cx="711200" cy="475891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14" name="AutoShape 12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6976135" y="3389868"/>
            <a:ext cx="2272357" cy="622300"/>
          </a:xfrm>
          <a:prstGeom prst="roundRect">
            <a:avLst>
              <a:gd name="adj" fmla="val 11032"/>
            </a:avLst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scaled="0"/>
          </a:gradFill>
          <a:ln>
            <a:noFill/>
          </a:ln>
        </p:spPr>
        <p:txBody>
          <a:bodyPr vert="horz" wrap="square" lIns="121920" tIns="60960" rIns="121920" bIns="60960" numCol="1" anchor="ctr" anchorCtr="0" compatLnSpc="1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Click and see more</a:t>
            </a: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5" name="Freeform 40"/>
          <p:cNvSpPr/>
          <p:nvPr/>
        </p:nvSpPr>
        <p:spPr bwMode="auto">
          <a:xfrm>
            <a:off x="538458" y="457204"/>
            <a:ext cx="477545" cy="320185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grpSp>
        <p:nvGrpSpPr>
          <p:cNvPr id="16" name="Group 185"/>
          <p:cNvGrpSpPr/>
          <p:nvPr/>
        </p:nvGrpSpPr>
        <p:grpSpPr>
          <a:xfrm>
            <a:off x="2144191" y="2265364"/>
            <a:ext cx="2123012" cy="4598987"/>
            <a:chOff x="1608138" y="2265363"/>
            <a:chExt cx="2047875" cy="4598987"/>
          </a:xfrm>
        </p:grpSpPr>
        <p:sp>
          <p:nvSpPr>
            <p:cNvPr id="17" name="Freeform 4"/>
            <p:cNvSpPr/>
            <p:nvPr/>
          </p:nvSpPr>
          <p:spPr bwMode="auto">
            <a:xfrm>
              <a:off x="1608138" y="3730625"/>
              <a:ext cx="1965325" cy="2233613"/>
            </a:xfrm>
            <a:custGeom>
              <a:avLst/>
              <a:gdLst/>
              <a:ahLst/>
              <a:cxnLst>
                <a:cxn ang="0">
                  <a:pos x="856" y="146"/>
                </a:cxn>
                <a:cxn ang="0">
                  <a:pos x="754" y="166"/>
                </a:cxn>
                <a:cxn ang="0">
                  <a:pos x="699" y="249"/>
                </a:cxn>
                <a:cxn ang="0">
                  <a:pos x="162" y="251"/>
                </a:cxn>
                <a:cxn ang="0">
                  <a:pos x="150" y="122"/>
                </a:cxn>
                <a:cxn ang="0">
                  <a:pos x="0" y="0"/>
                </a:cxn>
                <a:cxn ang="0">
                  <a:pos x="55" y="609"/>
                </a:cxn>
                <a:cxn ang="0">
                  <a:pos x="101" y="686"/>
                </a:cxn>
                <a:cxn ang="0">
                  <a:pos x="102" y="1020"/>
                </a:cxn>
                <a:cxn ang="0">
                  <a:pos x="508" y="1019"/>
                </a:cxn>
                <a:cxn ang="0">
                  <a:pos x="508" y="807"/>
                </a:cxn>
                <a:cxn ang="0">
                  <a:pos x="876" y="248"/>
                </a:cxn>
                <a:cxn ang="0">
                  <a:pos x="856" y="146"/>
                </a:cxn>
              </a:cxnLst>
              <a:rect l="0" t="0" r="r" b="b"/>
              <a:pathLst>
                <a:path w="898" h="1020">
                  <a:moveTo>
                    <a:pt x="856" y="146"/>
                  </a:moveTo>
                  <a:cubicBezTo>
                    <a:pt x="822" y="124"/>
                    <a:pt x="776" y="132"/>
                    <a:pt x="754" y="166"/>
                  </a:cubicBezTo>
                  <a:cubicBezTo>
                    <a:pt x="699" y="249"/>
                    <a:pt x="699" y="249"/>
                    <a:pt x="699" y="249"/>
                  </a:cubicBezTo>
                  <a:cubicBezTo>
                    <a:pt x="162" y="251"/>
                    <a:pt x="162" y="251"/>
                    <a:pt x="162" y="251"/>
                  </a:cubicBezTo>
                  <a:cubicBezTo>
                    <a:pt x="150" y="122"/>
                    <a:pt x="150" y="122"/>
                    <a:pt x="150" y="122"/>
                  </a:cubicBezTo>
                  <a:cubicBezTo>
                    <a:pt x="140" y="15"/>
                    <a:pt x="67" y="0"/>
                    <a:pt x="0" y="0"/>
                  </a:cubicBezTo>
                  <a:cubicBezTo>
                    <a:pt x="55" y="609"/>
                    <a:pt x="55" y="609"/>
                    <a:pt x="55" y="609"/>
                  </a:cubicBezTo>
                  <a:cubicBezTo>
                    <a:pt x="58" y="641"/>
                    <a:pt x="76" y="669"/>
                    <a:pt x="101" y="686"/>
                  </a:cubicBezTo>
                  <a:cubicBezTo>
                    <a:pt x="102" y="1020"/>
                    <a:pt x="102" y="1020"/>
                    <a:pt x="102" y="1020"/>
                  </a:cubicBezTo>
                  <a:cubicBezTo>
                    <a:pt x="508" y="1019"/>
                    <a:pt x="508" y="1019"/>
                    <a:pt x="508" y="1019"/>
                  </a:cubicBezTo>
                  <a:cubicBezTo>
                    <a:pt x="508" y="807"/>
                    <a:pt x="508" y="807"/>
                    <a:pt x="508" y="807"/>
                  </a:cubicBezTo>
                  <a:cubicBezTo>
                    <a:pt x="876" y="248"/>
                    <a:pt x="876" y="248"/>
                    <a:pt x="876" y="248"/>
                  </a:cubicBezTo>
                  <a:cubicBezTo>
                    <a:pt x="898" y="215"/>
                    <a:pt x="889" y="169"/>
                    <a:pt x="856" y="146"/>
                  </a:cubicBezTo>
                </a:path>
              </a:pathLst>
            </a:custGeom>
            <a:solidFill>
              <a:srgbClr val="FAC297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" name="Freeform 5"/>
            <p:cNvSpPr/>
            <p:nvPr/>
          </p:nvSpPr>
          <p:spPr bwMode="auto">
            <a:xfrm>
              <a:off x="2528888" y="3492500"/>
              <a:ext cx="958850" cy="1273175"/>
            </a:xfrm>
            <a:custGeom>
              <a:avLst/>
              <a:gdLst/>
              <a:ahLst/>
              <a:cxnLst>
                <a:cxn ang="0">
                  <a:pos x="396" y="22"/>
                </a:cxn>
                <a:cxn ang="0">
                  <a:pos x="396" y="22"/>
                </a:cxn>
                <a:cxn ang="0">
                  <a:pos x="415" y="124"/>
                </a:cxn>
                <a:cxn ang="0">
                  <a:pos x="128" y="549"/>
                </a:cxn>
                <a:cxn ang="0">
                  <a:pos x="39" y="465"/>
                </a:cxn>
                <a:cxn ang="0">
                  <a:pos x="34" y="465"/>
                </a:cxn>
                <a:cxn ang="0">
                  <a:pos x="28" y="418"/>
                </a:cxn>
                <a:cxn ang="0">
                  <a:pos x="294" y="42"/>
                </a:cxn>
                <a:cxn ang="0">
                  <a:pos x="396" y="22"/>
                </a:cxn>
              </a:cxnLst>
              <a:rect l="0" t="0" r="r" b="b"/>
              <a:pathLst>
                <a:path w="438" h="582">
                  <a:moveTo>
                    <a:pt x="396" y="22"/>
                  </a:moveTo>
                  <a:cubicBezTo>
                    <a:pt x="396" y="22"/>
                    <a:pt x="396" y="22"/>
                    <a:pt x="396" y="22"/>
                  </a:cubicBezTo>
                  <a:cubicBezTo>
                    <a:pt x="429" y="45"/>
                    <a:pt x="438" y="91"/>
                    <a:pt x="415" y="124"/>
                  </a:cubicBezTo>
                  <a:cubicBezTo>
                    <a:pt x="128" y="549"/>
                    <a:pt x="128" y="549"/>
                    <a:pt x="128" y="549"/>
                  </a:cubicBezTo>
                  <a:cubicBezTo>
                    <a:pt x="106" y="582"/>
                    <a:pt x="73" y="488"/>
                    <a:pt x="39" y="465"/>
                  </a:cubicBezTo>
                  <a:cubicBezTo>
                    <a:pt x="34" y="465"/>
                    <a:pt x="34" y="465"/>
                    <a:pt x="34" y="465"/>
                  </a:cubicBezTo>
                  <a:cubicBezTo>
                    <a:pt x="0" y="443"/>
                    <a:pt x="6" y="451"/>
                    <a:pt x="28" y="418"/>
                  </a:cubicBezTo>
                  <a:cubicBezTo>
                    <a:pt x="294" y="42"/>
                    <a:pt x="294" y="42"/>
                    <a:pt x="294" y="42"/>
                  </a:cubicBezTo>
                  <a:cubicBezTo>
                    <a:pt x="316" y="8"/>
                    <a:pt x="362" y="0"/>
                    <a:pt x="396" y="22"/>
                  </a:cubicBezTo>
                </a:path>
              </a:pathLst>
            </a:custGeom>
            <a:solidFill>
              <a:srgbClr val="F2A16E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9" name="Freeform 6"/>
            <p:cNvSpPr/>
            <p:nvPr/>
          </p:nvSpPr>
          <p:spPr bwMode="auto">
            <a:xfrm>
              <a:off x="2711450" y="3903663"/>
              <a:ext cx="935038" cy="1035050"/>
            </a:xfrm>
            <a:custGeom>
              <a:avLst/>
              <a:gdLst/>
              <a:ahLst/>
              <a:cxnLst>
                <a:cxn ang="0">
                  <a:pos x="390" y="23"/>
                </a:cxn>
                <a:cxn ang="0">
                  <a:pos x="390" y="23"/>
                </a:cxn>
                <a:cxn ang="0">
                  <a:pos x="406" y="115"/>
                </a:cxn>
                <a:cxn ang="0">
                  <a:pos x="195" y="439"/>
                </a:cxn>
                <a:cxn ang="0">
                  <a:pos x="23" y="418"/>
                </a:cxn>
                <a:cxn ang="0">
                  <a:pos x="288" y="42"/>
                </a:cxn>
                <a:cxn ang="0">
                  <a:pos x="390" y="23"/>
                </a:cxn>
              </a:cxnLst>
              <a:rect l="0" t="0" r="r" b="b"/>
              <a:pathLst>
                <a:path w="428" h="473">
                  <a:moveTo>
                    <a:pt x="390" y="23"/>
                  </a:moveTo>
                  <a:cubicBezTo>
                    <a:pt x="390" y="23"/>
                    <a:pt x="390" y="23"/>
                    <a:pt x="390" y="23"/>
                  </a:cubicBezTo>
                  <a:cubicBezTo>
                    <a:pt x="424" y="45"/>
                    <a:pt x="428" y="82"/>
                    <a:pt x="406" y="115"/>
                  </a:cubicBezTo>
                  <a:cubicBezTo>
                    <a:pt x="195" y="439"/>
                    <a:pt x="195" y="439"/>
                    <a:pt x="195" y="439"/>
                  </a:cubicBezTo>
                  <a:cubicBezTo>
                    <a:pt x="173" y="473"/>
                    <a:pt x="0" y="452"/>
                    <a:pt x="23" y="418"/>
                  </a:cubicBezTo>
                  <a:cubicBezTo>
                    <a:pt x="288" y="42"/>
                    <a:pt x="288" y="42"/>
                    <a:pt x="288" y="42"/>
                  </a:cubicBezTo>
                  <a:cubicBezTo>
                    <a:pt x="311" y="9"/>
                    <a:pt x="357" y="0"/>
                    <a:pt x="390" y="23"/>
                  </a:cubicBezTo>
                </a:path>
              </a:pathLst>
            </a:custGeom>
            <a:solidFill>
              <a:srgbClr val="F2A16E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0" name="Freeform 7"/>
            <p:cNvSpPr/>
            <p:nvPr/>
          </p:nvSpPr>
          <p:spPr bwMode="auto">
            <a:xfrm>
              <a:off x="2247900" y="2847975"/>
              <a:ext cx="1219200" cy="1666875"/>
            </a:xfrm>
            <a:custGeom>
              <a:avLst/>
              <a:gdLst/>
              <a:ahLst/>
              <a:cxnLst>
                <a:cxn ang="0">
                  <a:pos x="516" y="23"/>
                </a:cxn>
                <a:cxn ang="0">
                  <a:pos x="516" y="23"/>
                </a:cxn>
                <a:cxn ang="0">
                  <a:pos x="536" y="125"/>
                </a:cxn>
                <a:cxn ang="0">
                  <a:pos x="144" y="718"/>
                </a:cxn>
                <a:cxn ang="0">
                  <a:pos x="42" y="738"/>
                </a:cxn>
                <a:cxn ang="0">
                  <a:pos x="23" y="636"/>
                </a:cxn>
                <a:cxn ang="0">
                  <a:pos x="414" y="43"/>
                </a:cxn>
                <a:cxn ang="0">
                  <a:pos x="516" y="23"/>
                </a:cxn>
              </a:cxnLst>
              <a:rect l="0" t="0" r="r" b="b"/>
              <a:pathLst>
                <a:path w="558" h="761">
                  <a:moveTo>
                    <a:pt x="516" y="23"/>
                  </a:moveTo>
                  <a:cubicBezTo>
                    <a:pt x="516" y="23"/>
                    <a:pt x="516" y="23"/>
                    <a:pt x="516" y="23"/>
                  </a:cubicBezTo>
                  <a:cubicBezTo>
                    <a:pt x="550" y="46"/>
                    <a:pt x="558" y="91"/>
                    <a:pt x="536" y="125"/>
                  </a:cubicBezTo>
                  <a:cubicBezTo>
                    <a:pt x="144" y="718"/>
                    <a:pt x="144" y="718"/>
                    <a:pt x="144" y="718"/>
                  </a:cubicBezTo>
                  <a:cubicBezTo>
                    <a:pt x="122" y="752"/>
                    <a:pt x="76" y="761"/>
                    <a:pt x="42" y="738"/>
                  </a:cubicBezTo>
                  <a:cubicBezTo>
                    <a:pt x="9" y="715"/>
                    <a:pt x="0" y="670"/>
                    <a:pt x="23" y="636"/>
                  </a:cubicBezTo>
                  <a:cubicBezTo>
                    <a:pt x="414" y="43"/>
                    <a:pt x="414" y="43"/>
                    <a:pt x="414" y="43"/>
                  </a:cubicBezTo>
                  <a:cubicBezTo>
                    <a:pt x="436" y="9"/>
                    <a:pt x="483" y="0"/>
                    <a:pt x="516" y="23"/>
                  </a:cubicBezTo>
                </a:path>
              </a:pathLst>
            </a:custGeom>
            <a:solidFill>
              <a:srgbClr val="FAC297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1" name="Freeform 8"/>
            <p:cNvSpPr/>
            <p:nvPr/>
          </p:nvSpPr>
          <p:spPr bwMode="auto">
            <a:xfrm>
              <a:off x="1906588" y="2265363"/>
              <a:ext cx="1360488" cy="2673350"/>
            </a:xfrm>
            <a:custGeom>
              <a:avLst/>
              <a:gdLst/>
              <a:ahLst/>
              <a:cxnLst>
                <a:cxn ang="0">
                  <a:pos x="128" y="1"/>
                </a:cxn>
                <a:cxn ang="0">
                  <a:pos x="491" y="0"/>
                </a:cxn>
                <a:cxn ang="0">
                  <a:pos x="619" y="127"/>
                </a:cxn>
                <a:cxn ang="0">
                  <a:pos x="622" y="1092"/>
                </a:cxn>
                <a:cxn ang="0">
                  <a:pos x="495" y="1220"/>
                </a:cxn>
                <a:cxn ang="0">
                  <a:pos x="132" y="1221"/>
                </a:cxn>
                <a:cxn ang="0">
                  <a:pos x="3" y="1094"/>
                </a:cxn>
                <a:cxn ang="0">
                  <a:pos x="0" y="129"/>
                </a:cxn>
                <a:cxn ang="0">
                  <a:pos x="128" y="1"/>
                </a:cxn>
              </a:cxnLst>
              <a:rect l="0" t="0" r="r" b="b"/>
              <a:pathLst>
                <a:path w="622" h="1221">
                  <a:moveTo>
                    <a:pt x="128" y="1"/>
                  </a:moveTo>
                  <a:cubicBezTo>
                    <a:pt x="491" y="0"/>
                    <a:pt x="491" y="0"/>
                    <a:pt x="491" y="0"/>
                  </a:cubicBezTo>
                  <a:cubicBezTo>
                    <a:pt x="561" y="0"/>
                    <a:pt x="619" y="57"/>
                    <a:pt x="619" y="127"/>
                  </a:cubicBezTo>
                  <a:cubicBezTo>
                    <a:pt x="622" y="1092"/>
                    <a:pt x="622" y="1092"/>
                    <a:pt x="622" y="1092"/>
                  </a:cubicBezTo>
                  <a:cubicBezTo>
                    <a:pt x="622" y="1162"/>
                    <a:pt x="565" y="1220"/>
                    <a:pt x="495" y="1220"/>
                  </a:cubicBezTo>
                  <a:cubicBezTo>
                    <a:pt x="132" y="1221"/>
                    <a:pt x="132" y="1221"/>
                    <a:pt x="132" y="1221"/>
                  </a:cubicBezTo>
                  <a:cubicBezTo>
                    <a:pt x="61" y="1221"/>
                    <a:pt x="3" y="1164"/>
                    <a:pt x="3" y="1094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59"/>
                    <a:pt x="57" y="1"/>
                    <a:pt x="128" y="1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2" name="Freeform 9"/>
            <p:cNvSpPr/>
            <p:nvPr/>
          </p:nvSpPr>
          <p:spPr bwMode="auto">
            <a:xfrm>
              <a:off x="2025650" y="2489200"/>
              <a:ext cx="1122363" cy="22050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508" y="0"/>
                </a:cxn>
                <a:cxn ang="0">
                  <a:pos x="510" y="2"/>
                </a:cxn>
                <a:cxn ang="0">
                  <a:pos x="513" y="1003"/>
                </a:cxn>
                <a:cxn ang="0">
                  <a:pos x="511" y="1005"/>
                </a:cxn>
                <a:cxn ang="0">
                  <a:pos x="5" y="1007"/>
                </a:cxn>
                <a:cxn ang="0">
                  <a:pos x="3" y="1005"/>
                </a:cxn>
                <a:cxn ang="0">
                  <a:pos x="0" y="3"/>
                </a:cxn>
                <a:cxn ang="0">
                  <a:pos x="1" y="1"/>
                </a:cxn>
              </a:cxnLst>
              <a:rect l="0" t="0" r="r" b="b"/>
              <a:pathLst>
                <a:path w="513" h="1007">
                  <a:moveTo>
                    <a:pt x="1" y="1"/>
                  </a:moveTo>
                  <a:cubicBezTo>
                    <a:pt x="508" y="0"/>
                    <a:pt x="508" y="0"/>
                    <a:pt x="508" y="0"/>
                  </a:cubicBezTo>
                  <a:cubicBezTo>
                    <a:pt x="509" y="0"/>
                    <a:pt x="510" y="1"/>
                    <a:pt x="510" y="2"/>
                  </a:cubicBezTo>
                  <a:cubicBezTo>
                    <a:pt x="513" y="1003"/>
                    <a:pt x="513" y="1003"/>
                    <a:pt x="513" y="1003"/>
                  </a:cubicBezTo>
                  <a:cubicBezTo>
                    <a:pt x="513" y="1004"/>
                    <a:pt x="512" y="1005"/>
                    <a:pt x="511" y="1005"/>
                  </a:cubicBezTo>
                  <a:cubicBezTo>
                    <a:pt x="5" y="1007"/>
                    <a:pt x="5" y="1007"/>
                    <a:pt x="5" y="1007"/>
                  </a:cubicBezTo>
                  <a:cubicBezTo>
                    <a:pt x="4" y="1007"/>
                    <a:pt x="3" y="1006"/>
                    <a:pt x="3" y="1005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1" y="1"/>
                  </a:cubicBezTo>
                </a:path>
              </a:pathLst>
            </a:custGeom>
            <a:solidFill>
              <a:srgbClr val="F2F1F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3" name="Freeform 10"/>
            <p:cNvSpPr/>
            <p:nvPr/>
          </p:nvSpPr>
          <p:spPr bwMode="auto">
            <a:xfrm>
              <a:off x="3124200" y="3876675"/>
              <a:ext cx="531813" cy="614363"/>
            </a:xfrm>
            <a:custGeom>
              <a:avLst/>
              <a:gdLst/>
              <a:ahLst/>
              <a:cxnLst>
                <a:cxn ang="0">
                  <a:pos x="201" y="22"/>
                </a:cxn>
                <a:cxn ang="0">
                  <a:pos x="201" y="22"/>
                </a:cxn>
                <a:cxn ang="0">
                  <a:pos x="221" y="124"/>
                </a:cxn>
                <a:cxn ang="0">
                  <a:pos x="144" y="238"/>
                </a:cxn>
                <a:cxn ang="0">
                  <a:pos x="42" y="258"/>
                </a:cxn>
                <a:cxn ang="0">
                  <a:pos x="23" y="156"/>
                </a:cxn>
                <a:cxn ang="0">
                  <a:pos x="99" y="42"/>
                </a:cxn>
                <a:cxn ang="0">
                  <a:pos x="201" y="22"/>
                </a:cxn>
              </a:cxnLst>
              <a:rect l="0" t="0" r="r" b="b"/>
              <a:pathLst>
                <a:path w="243" h="280">
                  <a:moveTo>
                    <a:pt x="201" y="22"/>
                  </a:moveTo>
                  <a:cubicBezTo>
                    <a:pt x="201" y="22"/>
                    <a:pt x="201" y="22"/>
                    <a:pt x="201" y="22"/>
                  </a:cubicBezTo>
                  <a:cubicBezTo>
                    <a:pt x="235" y="45"/>
                    <a:pt x="243" y="91"/>
                    <a:pt x="221" y="124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22" y="272"/>
                    <a:pt x="76" y="280"/>
                    <a:pt x="42" y="258"/>
                  </a:cubicBezTo>
                  <a:cubicBezTo>
                    <a:pt x="9" y="235"/>
                    <a:pt x="0" y="189"/>
                    <a:pt x="23" y="1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122" y="9"/>
                    <a:pt x="168" y="0"/>
                    <a:pt x="201" y="22"/>
                  </a:cubicBezTo>
                </a:path>
              </a:pathLst>
            </a:custGeom>
            <a:solidFill>
              <a:srgbClr val="FAC297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4" name="Freeform 11"/>
            <p:cNvSpPr/>
            <p:nvPr/>
          </p:nvSpPr>
          <p:spPr bwMode="auto">
            <a:xfrm>
              <a:off x="3076575" y="3349625"/>
              <a:ext cx="506413" cy="577850"/>
            </a:xfrm>
            <a:custGeom>
              <a:avLst/>
              <a:gdLst/>
              <a:ahLst/>
              <a:cxnLst>
                <a:cxn ang="0">
                  <a:pos x="189" y="22"/>
                </a:cxn>
                <a:cxn ang="0">
                  <a:pos x="189" y="22"/>
                </a:cxn>
                <a:cxn ang="0">
                  <a:pos x="209" y="124"/>
                </a:cxn>
                <a:cxn ang="0">
                  <a:pos x="144" y="221"/>
                </a:cxn>
                <a:cxn ang="0">
                  <a:pos x="42" y="241"/>
                </a:cxn>
                <a:cxn ang="0">
                  <a:pos x="22" y="139"/>
                </a:cxn>
                <a:cxn ang="0">
                  <a:pos x="87" y="42"/>
                </a:cxn>
                <a:cxn ang="0">
                  <a:pos x="189" y="22"/>
                </a:cxn>
              </a:cxnLst>
              <a:rect l="0" t="0" r="r" b="b"/>
              <a:pathLst>
                <a:path w="232" h="264">
                  <a:moveTo>
                    <a:pt x="189" y="22"/>
                  </a:moveTo>
                  <a:cubicBezTo>
                    <a:pt x="189" y="22"/>
                    <a:pt x="189" y="22"/>
                    <a:pt x="189" y="22"/>
                  </a:cubicBezTo>
                  <a:cubicBezTo>
                    <a:pt x="223" y="45"/>
                    <a:pt x="232" y="91"/>
                    <a:pt x="209" y="124"/>
                  </a:cubicBezTo>
                  <a:cubicBezTo>
                    <a:pt x="144" y="221"/>
                    <a:pt x="144" y="221"/>
                    <a:pt x="144" y="221"/>
                  </a:cubicBezTo>
                  <a:cubicBezTo>
                    <a:pt x="121" y="255"/>
                    <a:pt x="75" y="264"/>
                    <a:pt x="42" y="241"/>
                  </a:cubicBezTo>
                  <a:cubicBezTo>
                    <a:pt x="8" y="218"/>
                    <a:pt x="0" y="172"/>
                    <a:pt x="22" y="139"/>
                  </a:cubicBezTo>
                  <a:cubicBezTo>
                    <a:pt x="87" y="42"/>
                    <a:pt x="87" y="42"/>
                    <a:pt x="87" y="42"/>
                  </a:cubicBezTo>
                  <a:cubicBezTo>
                    <a:pt x="110" y="9"/>
                    <a:pt x="156" y="0"/>
                    <a:pt x="189" y="22"/>
                  </a:cubicBezTo>
                </a:path>
              </a:pathLst>
            </a:custGeom>
            <a:solidFill>
              <a:srgbClr val="FAC297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1712913" y="5694363"/>
              <a:ext cx="1125538" cy="57150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07" y="0"/>
                </a:cxn>
                <a:cxn ang="0">
                  <a:pos x="709" y="359"/>
                </a:cxn>
                <a:cxn ang="0">
                  <a:pos x="2" y="360"/>
                </a:cxn>
                <a:cxn ang="0">
                  <a:pos x="0" y="3"/>
                </a:cxn>
              </a:cxnLst>
              <a:rect l="0" t="0" r="r" b="b"/>
              <a:pathLst>
                <a:path w="709" h="360">
                  <a:moveTo>
                    <a:pt x="0" y="3"/>
                  </a:moveTo>
                  <a:lnTo>
                    <a:pt x="707" y="0"/>
                  </a:lnTo>
                  <a:lnTo>
                    <a:pt x="709" y="359"/>
                  </a:lnTo>
                  <a:lnTo>
                    <a:pt x="2" y="36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B3CC5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1643063" y="6264275"/>
              <a:ext cx="1282700" cy="60007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378"/>
                </a:cxn>
                <a:cxn ang="0">
                  <a:pos x="808" y="378"/>
                </a:cxn>
                <a:cxn ang="0">
                  <a:pos x="798" y="0"/>
                </a:cxn>
                <a:cxn ang="0">
                  <a:pos x="0" y="1"/>
                </a:cxn>
              </a:cxnLst>
              <a:rect l="0" t="0" r="r" b="b"/>
              <a:pathLst>
                <a:path w="808" h="378">
                  <a:moveTo>
                    <a:pt x="0" y="1"/>
                  </a:moveTo>
                  <a:lnTo>
                    <a:pt x="7" y="378"/>
                  </a:lnTo>
                  <a:lnTo>
                    <a:pt x="808" y="378"/>
                  </a:lnTo>
                  <a:lnTo>
                    <a:pt x="798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5AD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2278063" y="6264275"/>
              <a:ext cx="647700" cy="60007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7" y="378"/>
                </a:cxn>
                <a:cxn ang="0">
                  <a:pos x="408" y="378"/>
                </a:cxn>
                <a:cxn ang="0">
                  <a:pos x="398" y="0"/>
                </a:cxn>
                <a:cxn ang="0">
                  <a:pos x="0" y="1"/>
                </a:cxn>
              </a:cxnLst>
              <a:rect l="0" t="0" r="r" b="b"/>
              <a:pathLst>
                <a:path w="408" h="378">
                  <a:moveTo>
                    <a:pt x="0" y="1"/>
                  </a:moveTo>
                  <a:lnTo>
                    <a:pt x="7" y="378"/>
                  </a:lnTo>
                  <a:lnTo>
                    <a:pt x="408" y="378"/>
                  </a:lnTo>
                  <a:lnTo>
                    <a:pt x="398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A99D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8" name="Rectangle 125"/>
            <p:cNvSpPr>
              <a:spLocks noChangeArrowheads="1"/>
            </p:cNvSpPr>
            <p:nvPr/>
          </p:nvSpPr>
          <p:spPr bwMode="auto">
            <a:xfrm>
              <a:off x="2271713" y="3925888"/>
              <a:ext cx="633413" cy="64611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29" name="Rectangle 171"/>
            <p:cNvSpPr>
              <a:spLocks noChangeArrowheads="1"/>
            </p:cNvSpPr>
            <p:nvPr/>
          </p:nvSpPr>
          <p:spPr bwMode="auto">
            <a:xfrm>
              <a:off x="2371725" y="4197350"/>
              <a:ext cx="125413" cy="103188"/>
            </a:xfrm>
            <a:prstGeom prst="rect">
              <a:avLst/>
            </a:prstGeom>
            <a:solidFill>
              <a:srgbClr val="EDB21E"/>
            </a:solidFill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0" name="Freeform 172"/>
            <p:cNvSpPr>
              <a:spLocks noEditPoints="1"/>
            </p:cNvSpPr>
            <p:nvPr/>
          </p:nvSpPr>
          <p:spPr bwMode="auto">
            <a:xfrm>
              <a:off x="2540000" y="4229100"/>
              <a:ext cx="266700" cy="57150"/>
            </a:xfrm>
            <a:custGeom>
              <a:avLst/>
              <a:gdLst/>
              <a:ahLst/>
              <a:cxnLst>
                <a:cxn ang="0">
                  <a:pos x="119" y="17"/>
                </a:cxn>
                <a:cxn ang="0">
                  <a:pos x="113" y="17"/>
                </a:cxn>
                <a:cxn ang="0">
                  <a:pos x="113" y="9"/>
                </a:cxn>
                <a:cxn ang="0">
                  <a:pos x="119" y="9"/>
                </a:cxn>
                <a:cxn ang="0">
                  <a:pos x="122" y="13"/>
                </a:cxn>
                <a:cxn ang="0">
                  <a:pos x="116" y="6"/>
                </a:cxn>
                <a:cxn ang="0">
                  <a:pos x="110" y="13"/>
                </a:cxn>
                <a:cxn ang="0">
                  <a:pos x="116" y="20"/>
                </a:cxn>
                <a:cxn ang="0">
                  <a:pos x="122" y="13"/>
                </a:cxn>
                <a:cxn ang="0">
                  <a:pos x="101" y="18"/>
                </a:cxn>
                <a:cxn ang="0">
                  <a:pos x="101" y="8"/>
                </a:cxn>
                <a:cxn ang="0">
                  <a:pos x="106" y="20"/>
                </a:cxn>
                <a:cxn ang="0">
                  <a:pos x="104" y="6"/>
                </a:cxn>
                <a:cxn ang="0">
                  <a:pos x="100" y="6"/>
                </a:cxn>
                <a:cxn ang="0">
                  <a:pos x="95" y="13"/>
                </a:cxn>
                <a:cxn ang="0">
                  <a:pos x="100" y="20"/>
                </a:cxn>
                <a:cxn ang="0">
                  <a:pos x="104" y="20"/>
                </a:cxn>
                <a:cxn ang="0">
                  <a:pos x="97" y="23"/>
                </a:cxn>
                <a:cxn ang="0">
                  <a:pos x="100" y="26"/>
                </a:cxn>
                <a:cxn ang="0">
                  <a:pos x="89" y="13"/>
                </a:cxn>
                <a:cxn ang="0">
                  <a:pos x="86" y="18"/>
                </a:cxn>
                <a:cxn ang="0">
                  <a:pos x="82" y="13"/>
                </a:cxn>
                <a:cxn ang="0">
                  <a:pos x="86" y="8"/>
                </a:cxn>
                <a:cxn ang="0">
                  <a:pos x="89" y="13"/>
                </a:cxn>
                <a:cxn ang="0">
                  <a:pos x="90" y="8"/>
                </a:cxn>
                <a:cxn ang="0">
                  <a:pos x="82" y="8"/>
                </a:cxn>
                <a:cxn ang="0">
                  <a:pos x="82" y="19"/>
                </a:cxn>
                <a:cxn ang="0">
                  <a:pos x="90" y="19"/>
                </a:cxn>
                <a:cxn ang="0">
                  <a:pos x="77" y="20"/>
                </a:cxn>
                <a:cxn ang="0">
                  <a:pos x="67" y="18"/>
                </a:cxn>
                <a:cxn ang="0">
                  <a:pos x="65" y="0"/>
                </a:cxn>
                <a:cxn ang="0">
                  <a:pos x="77" y="20"/>
                </a:cxn>
                <a:cxn ang="0">
                  <a:pos x="52" y="6"/>
                </a:cxn>
                <a:cxn ang="0">
                  <a:pos x="48" y="6"/>
                </a:cxn>
                <a:cxn ang="0">
                  <a:pos x="46" y="20"/>
                </a:cxn>
                <a:cxn ang="0">
                  <a:pos x="48" y="11"/>
                </a:cxn>
                <a:cxn ang="0">
                  <a:pos x="54" y="9"/>
                </a:cxn>
                <a:cxn ang="0">
                  <a:pos x="41" y="20"/>
                </a:cxn>
                <a:cxn ang="0">
                  <a:pos x="39" y="6"/>
                </a:cxn>
                <a:cxn ang="0">
                  <a:pos x="35" y="18"/>
                </a:cxn>
                <a:cxn ang="0">
                  <a:pos x="32" y="6"/>
                </a:cxn>
                <a:cxn ang="0">
                  <a:pos x="30" y="15"/>
                </a:cxn>
                <a:cxn ang="0">
                  <a:pos x="35" y="20"/>
                </a:cxn>
                <a:cxn ang="0">
                  <a:pos x="39" y="20"/>
                </a:cxn>
                <a:cxn ang="0">
                  <a:pos x="24" y="13"/>
                </a:cxn>
                <a:cxn ang="0">
                  <a:pos x="20" y="18"/>
                </a:cxn>
                <a:cxn ang="0">
                  <a:pos x="16" y="13"/>
                </a:cxn>
                <a:cxn ang="0">
                  <a:pos x="20" y="8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16" y="8"/>
                </a:cxn>
                <a:cxn ang="0">
                  <a:pos x="16" y="19"/>
                </a:cxn>
                <a:cxn ang="0">
                  <a:pos x="24" y="19"/>
                </a:cxn>
                <a:cxn ang="0">
                  <a:pos x="14" y="0"/>
                </a:cxn>
                <a:cxn ang="0">
                  <a:pos x="7" y="10"/>
                </a:cxn>
                <a:cxn ang="0">
                  <a:pos x="0" y="0"/>
                </a:cxn>
                <a:cxn ang="0">
                  <a:pos x="6" y="20"/>
                </a:cxn>
                <a:cxn ang="0">
                  <a:pos x="9" y="12"/>
                </a:cxn>
              </a:cxnLst>
              <a:rect l="0" t="0" r="r" b="b"/>
              <a:pathLst>
                <a:path w="122" h="26">
                  <a:moveTo>
                    <a:pt x="120" y="13"/>
                  </a:moveTo>
                  <a:cubicBezTo>
                    <a:pt x="120" y="15"/>
                    <a:pt x="120" y="16"/>
                    <a:pt x="119" y="17"/>
                  </a:cubicBezTo>
                  <a:cubicBezTo>
                    <a:pt x="118" y="18"/>
                    <a:pt x="117" y="18"/>
                    <a:pt x="116" y="18"/>
                  </a:cubicBezTo>
                  <a:cubicBezTo>
                    <a:pt x="115" y="18"/>
                    <a:pt x="114" y="18"/>
                    <a:pt x="113" y="17"/>
                  </a:cubicBezTo>
                  <a:cubicBezTo>
                    <a:pt x="112" y="16"/>
                    <a:pt x="112" y="15"/>
                    <a:pt x="112" y="13"/>
                  </a:cubicBezTo>
                  <a:cubicBezTo>
                    <a:pt x="112" y="12"/>
                    <a:pt x="112" y="10"/>
                    <a:pt x="113" y="9"/>
                  </a:cubicBezTo>
                  <a:cubicBezTo>
                    <a:pt x="114" y="8"/>
                    <a:pt x="115" y="8"/>
                    <a:pt x="116" y="8"/>
                  </a:cubicBezTo>
                  <a:cubicBezTo>
                    <a:pt x="117" y="8"/>
                    <a:pt x="118" y="8"/>
                    <a:pt x="119" y="9"/>
                  </a:cubicBezTo>
                  <a:cubicBezTo>
                    <a:pt x="120" y="10"/>
                    <a:pt x="120" y="12"/>
                    <a:pt x="120" y="13"/>
                  </a:cubicBezTo>
                  <a:moveTo>
                    <a:pt x="122" y="13"/>
                  </a:moveTo>
                  <a:cubicBezTo>
                    <a:pt x="122" y="11"/>
                    <a:pt x="121" y="9"/>
                    <a:pt x="120" y="8"/>
                  </a:cubicBezTo>
                  <a:cubicBezTo>
                    <a:pt x="119" y="7"/>
                    <a:pt x="118" y="6"/>
                    <a:pt x="116" y="6"/>
                  </a:cubicBezTo>
                  <a:cubicBezTo>
                    <a:pt x="114" y="6"/>
                    <a:pt x="113" y="7"/>
                    <a:pt x="112" y="8"/>
                  </a:cubicBezTo>
                  <a:cubicBezTo>
                    <a:pt x="111" y="9"/>
                    <a:pt x="110" y="11"/>
                    <a:pt x="110" y="13"/>
                  </a:cubicBezTo>
                  <a:cubicBezTo>
                    <a:pt x="110" y="15"/>
                    <a:pt x="111" y="17"/>
                    <a:pt x="112" y="19"/>
                  </a:cubicBezTo>
                  <a:cubicBezTo>
                    <a:pt x="113" y="20"/>
                    <a:pt x="114" y="20"/>
                    <a:pt x="116" y="20"/>
                  </a:cubicBezTo>
                  <a:cubicBezTo>
                    <a:pt x="118" y="20"/>
                    <a:pt x="119" y="20"/>
                    <a:pt x="120" y="19"/>
                  </a:cubicBezTo>
                  <a:cubicBezTo>
                    <a:pt x="121" y="17"/>
                    <a:pt x="122" y="15"/>
                    <a:pt x="122" y="13"/>
                  </a:cubicBezTo>
                  <a:moveTo>
                    <a:pt x="104" y="13"/>
                  </a:moveTo>
                  <a:cubicBezTo>
                    <a:pt x="104" y="16"/>
                    <a:pt x="104" y="18"/>
                    <a:pt x="101" y="18"/>
                  </a:cubicBezTo>
                  <a:cubicBezTo>
                    <a:pt x="97" y="18"/>
                    <a:pt x="97" y="16"/>
                    <a:pt x="97" y="13"/>
                  </a:cubicBezTo>
                  <a:cubicBezTo>
                    <a:pt x="97" y="10"/>
                    <a:pt x="97" y="8"/>
                    <a:pt x="101" y="8"/>
                  </a:cubicBezTo>
                  <a:cubicBezTo>
                    <a:pt x="104" y="8"/>
                    <a:pt x="104" y="10"/>
                    <a:pt x="104" y="13"/>
                  </a:cubicBezTo>
                  <a:moveTo>
                    <a:pt x="106" y="20"/>
                  </a:moveTo>
                  <a:cubicBezTo>
                    <a:pt x="106" y="6"/>
                    <a:pt x="106" y="6"/>
                    <a:pt x="106" y="6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6"/>
                    <a:pt x="102" y="6"/>
                    <a:pt x="100" y="6"/>
                  </a:cubicBezTo>
                  <a:cubicBezTo>
                    <a:pt x="99" y="6"/>
                    <a:pt x="97" y="6"/>
                    <a:pt x="97" y="7"/>
                  </a:cubicBezTo>
                  <a:cubicBezTo>
                    <a:pt x="95" y="9"/>
                    <a:pt x="95" y="11"/>
                    <a:pt x="95" y="13"/>
                  </a:cubicBezTo>
                  <a:cubicBezTo>
                    <a:pt x="95" y="15"/>
                    <a:pt x="95" y="17"/>
                    <a:pt x="97" y="19"/>
                  </a:cubicBezTo>
                  <a:cubicBezTo>
                    <a:pt x="97" y="19"/>
                    <a:pt x="99" y="20"/>
                    <a:pt x="100" y="20"/>
                  </a:cubicBezTo>
                  <a:cubicBezTo>
                    <a:pt x="102" y="20"/>
                    <a:pt x="103" y="20"/>
                    <a:pt x="104" y="18"/>
                  </a:cubicBezTo>
                  <a:cubicBezTo>
                    <a:pt x="104" y="20"/>
                    <a:pt x="104" y="20"/>
                    <a:pt x="104" y="20"/>
                  </a:cubicBezTo>
                  <a:cubicBezTo>
                    <a:pt x="104" y="23"/>
                    <a:pt x="103" y="25"/>
                    <a:pt x="100" y="25"/>
                  </a:cubicBezTo>
                  <a:cubicBezTo>
                    <a:pt x="99" y="25"/>
                    <a:pt x="98" y="24"/>
                    <a:pt x="97" y="23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7" y="26"/>
                    <a:pt x="98" y="26"/>
                    <a:pt x="100" y="26"/>
                  </a:cubicBezTo>
                  <a:cubicBezTo>
                    <a:pt x="104" y="26"/>
                    <a:pt x="106" y="24"/>
                    <a:pt x="106" y="20"/>
                  </a:cubicBezTo>
                  <a:moveTo>
                    <a:pt x="89" y="13"/>
                  </a:moveTo>
                  <a:cubicBezTo>
                    <a:pt x="89" y="15"/>
                    <a:pt x="89" y="16"/>
                    <a:pt x="88" y="17"/>
                  </a:cubicBezTo>
                  <a:cubicBezTo>
                    <a:pt x="88" y="18"/>
                    <a:pt x="87" y="18"/>
                    <a:pt x="86" y="18"/>
                  </a:cubicBezTo>
                  <a:cubicBezTo>
                    <a:pt x="85" y="18"/>
                    <a:pt x="84" y="18"/>
                    <a:pt x="83" y="17"/>
                  </a:cubicBezTo>
                  <a:cubicBezTo>
                    <a:pt x="82" y="16"/>
                    <a:pt x="82" y="15"/>
                    <a:pt x="82" y="13"/>
                  </a:cubicBezTo>
                  <a:cubicBezTo>
                    <a:pt x="82" y="12"/>
                    <a:pt x="82" y="10"/>
                    <a:pt x="83" y="9"/>
                  </a:cubicBezTo>
                  <a:cubicBezTo>
                    <a:pt x="84" y="8"/>
                    <a:pt x="85" y="8"/>
                    <a:pt x="86" y="8"/>
                  </a:cubicBezTo>
                  <a:cubicBezTo>
                    <a:pt x="87" y="8"/>
                    <a:pt x="88" y="8"/>
                    <a:pt x="88" y="9"/>
                  </a:cubicBezTo>
                  <a:cubicBezTo>
                    <a:pt x="89" y="10"/>
                    <a:pt x="89" y="12"/>
                    <a:pt x="89" y="13"/>
                  </a:cubicBezTo>
                  <a:moveTo>
                    <a:pt x="91" y="13"/>
                  </a:moveTo>
                  <a:cubicBezTo>
                    <a:pt x="91" y="11"/>
                    <a:pt x="91" y="9"/>
                    <a:pt x="90" y="8"/>
                  </a:cubicBezTo>
                  <a:cubicBezTo>
                    <a:pt x="89" y="7"/>
                    <a:pt x="87" y="6"/>
                    <a:pt x="86" y="6"/>
                  </a:cubicBezTo>
                  <a:cubicBezTo>
                    <a:pt x="84" y="6"/>
                    <a:pt x="83" y="7"/>
                    <a:pt x="82" y="8"/>
                  </a:cubicBezTo>
                  <a:cubicBezTo>
                    <a:pt x="80" y="9"/>
                    <a:pt x="80" y="11"/>
                    <a:pt x="80" y="13"/>
                  </a:cubicBezTo>
                  <a:cubicBezTo>
                    <a:pt x="80" y="15"/>
                    <a:pt x="80" y="17"/>
                    <a:pt x="82" y="19"/>
                  </a:cubicBezTo>
                  <a:cubicBezTo>
                    <a:pt x="83" y="20"/>
                    <a:pt x="84" y="20"/>
                    <a:pt x="86" y="20"/>
                  </a:cubicBezTo>
                  <a:cubicBezTo>
                    <a:pt x="87" y="20"/>
                    <a:pt x="89" y="20"/>
                    <a:pt x="90" y="19"/>
                  </a:cubicBezTo>
                  <a:cubicBezTo>
                    <a:pt x="91" y="17"/>
                    <a:pt x="91" y="15"/>
                    <a:pt x="91" y="13"/>
                  </a:cubicBezTo>
                  <a:moveTo>
                    <a:pt x="77" y="20"/>
                  </a:moveTo>
                  <a:cubicBezTo>
                    <a:pt x="77" y="18"/>
                    <a:pt x="77" y="18"/>
                    <a:pt x="77" y="18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20"/>
                    <a:pt x="65" y="20"/>
                    <a:pt x="65" y="20"/>
                  </a:cubicBezTo>
                  <a:lnTo>
                    <a:pt x="77" y="20"/>
                  </a:lnTo>
                  <a:close/>
                  <a:moveTo>
                    <a:pt x="55" y="7"/>
                  </a:moveTo>
                  <a:cubicBezTo>
                    <a:pt x="54" y="6"/>
                    <a:pt x="53" y="6"/>
                    <a:pt x="52" y="6"/>
                  </a:cubicBezTo>
                  <a:cubicBezTo>
                    <a:pt x="50" y="6"/>
                    <a:pt x="49" y="7"/>
                    <a:pt x="48" y="8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9"/>
                    <a:pt x="49" y="8"/>
                    <a:pt x="51" y="8"/>
                  </a:cubicBezTo>
                  <a:cubicBezTo>
                    <a:pt x="52" y="8"/>
                    <a:pt x="53" y="8"/>
                    <a:pt x="54" y="9"/>
                  </a:cubicBezTo>
                  <a:lnTo>
                    <a:pt x="55" y="7"/>
                  </a:lnTo>
                  <a:close/>
                  <a:moveTo>
                    <a:pt x="41" y="20"/>
                  </a:moveTo>
                  <a:cubicBezTo>
                    <a:pt x="41" y="6"/>
                    <a:pt x="41" y="6"/>
                    <a:pt x="41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7"/>
                    <a:pt x="37" y="18"/>
                    <a:pt x="35" y="18"/>
                  </a:cubicBezTo>
                  <a:cubicBezTo>
                    <a:pt x="33" y="18"/>
                    <a:pt x="32" y="17"/>
                    <a:pt x="32" y="1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7"/>
                    <a:pt x="30" y="18"/>
                    <a:pt x="31" y="19"/>
                  </a:cubicBezTo>
                  <a:cubicBezTo>
                    <a:pt x="32" y="20"/>
                    <a:pt x="33" y="20"/>
                    <a:pt x="35" y="20"/>
                  </a:cubicBezTo>
                  <a:cubicBezTo>
                    <a:pt x="36" y="20"/>
                    <a:pt x="38" y="20"/>
                    <a:pt x="39" y="18"/>
                  </a:cubicBezTo>
                  <a:cubicBezTo>
                    <a:pt x="39" y="20"/>
                    <a:pt x="39" y="20"/>
                    <a:pt x="39" y="20"/>
                  </a:cubicBezTo>
                  <a:lnTo>
                    <a:pt x="41" y="20"/>
                  </a:lnTo>
                  <a:close/>
                  <a:moveTo>
                    <a:pt x="24" y="13"/>
                  </a:moveTo>
                  <a:cubicBezTo>
                    <a:pt x="24" y="15"/>
                    <a:pt x="23" y="16"/>
                    <a:pt x="22" y="17"/>
                  </a:cubicBezTo>
                  <a:cubicBezTo>
                    <a:pt x="22" y="18"/>
                    <a:pt x="21" y="18"/>
                    <a:pt x="20" y="18"/>
                  </a:cubicBezTo>
                  <a:cubicBezTo>
                    <a:pt x="19" y="18"/>
                    <a:pt x="18" y="18"/>
                    <a:pt x="17" y="17"/>
                  </a:cubicBezTo>
                  <a:cubicBezTo>
                    <a:pt x="16" y="16"/>
                    <a:pt x="16" y="15"/>
                    <a:pt x="16" y="13"/>
                  </a:cubicBezTo>
                  <a:cubicBezTo>
                    <a:pt x="16" y="12"/>
                    <a:pt x="16" y="10"/>
                    <a:pt x="17" y="9"/>
                  </a:cubicBezTo>
                  <a:cubicBezTo>
                    <a:pt x="18" y="8"/>
                    <a:pt x="19" y="8"/>
                    <a:pt x="20" y="8"/>
                  </a:cubicBezTo>
                  <a:cubicBezTo>
                    <a:pt x="21" y="8"/>
                    <a:pt x="22" y="8"/>
                    <a:pt x="22" y="9"/>
                  </a:cubicBezTo>
                  <a:cubicBezTo>
                    <a:pt x="23" y="10"/>
                    <a:pt x="24" y="12"/>
                    <a:pt x="24" y="13"/>
                  </a:cubicBezTo>
                  <a:moveTo>
                    <a:pt x="26" y="13"/>
                  </a:moveTo>
                  <a:cubicBezTo>
                    <a:pt x="26" y="11"/>
                    <a:pt x="25" y="9"/>
                    <a:pt x="24" y="8"/>
                  </a:cubicBezTo>
                  <a:cubicBezTo>
                    <a:pt x="23" y="7"/>
                    <a:pt x="22" y="6"/>
                    <a:pt x="20" y="6"/>
                  </a:cubicBezTo>
                  <a:cubicBezTo>
                    <a:pt x="18" y="6"/>
                    <a:pt x="17" y="7"/>
                    <a:pt x="16" y="8"/>
                  </a:cubicBezTo>
                  <a:cubicBezTo>
                    <a:pt x="15" y="9"/>
                    <a:pt x="14" y="11"/>
                    <a:pt x="14" y="13"/>
                  </a:cubicBezTo>
                  <a:cubicBezTo>
                    <a:pt x="14" y="15"/>
                    <a:pt x="15" y="17"/>
                    <a:pt x="16" y="19"/>
                  </a:cubicBezTo>
                  <a:cubicBezTo>
                    <a:pt x="17" y="20"/>
                    <a:pt x="18" y="20"/>
                    <a:pt x="20" y="20"/>
                  </a:cubicBezTo>
                  <a:cubicBezTo>
                    <a:pt x="22" y="20"/>
                    <a:pt x="23" y="20"/>
                    <a:pt x="24" y="19"/>
                  </a:cubicBezTo>
                  <a:cubicBezTo>
                    <a:pt x="25" y="17"/>
                    <a:pt x="26" y="15"/>
                    <a:pt x="26" y="13"/>
                  </a:cubicBezTo>
                  <a:moveTo>
                    <a:pt x="14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12"/>
                    <a:pt x="9" y="12"/>
                    <a:pt x="9" y="12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EDB21E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31" name="Freeform 31"/>
          <p:cNvSpPr/>
          <p:nvPr/>
        </p:nvSpPr>
        <p:spPr bwMode="auto">
          <a:xfrm>
            <a:off x="3454400" y="6332541"/>
            <a:ext cx="908053" cy="525463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grpSp>
        <p:nvGrpSpPr>
          <p:cNvPr id="32" name="Group 186"/>
          <p:cNvGrpSpPr/>
          <p:nvPr/>
        </p:nvGrpSpPr>
        <p:grpSpPr>
          <a:xfrm>
            <a:off x="1930403" y="49214"/>
            <a:ext cx="2262700" cy="3755133"/>
            <a:chOff x="1209675" y="49213"/>
            <a:chExt cx="2402512" cy="375513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3" name="Freeform 16"/>
            <p:cNvSpPr>
              <a:spLocks noEditPoints="1"/>
            </p:cNvSpPr>
            <p:nvPr/>
          </p:nvSpPr>
          <p:spPr bwMode="auto">
            <a:xfrm>
              <a:off x="2354909" y="3452812"/>
              <a:ext cx="365053" cy="351533"/>
            </a:xfrm>
            <a:custGeom>
              <a:avLst/>
              <a:gdLst/>
              <a:ahLst/>
              <a:cxnLst>
                <a:cxn ang="0">
                  <a:pos x="85" y="59"/>
                </a:cxn>
                <a:cxn ang="0">
                  <a:pos x="77" y="51"/>
                </a:cxn>
                <a:cxn ang="0">
                  <a:pos x="85" y="43"/>
                </a:cxn>
                <a:cxn ang="0">
                  <a:pos x="93" y="51"/>
                </a:cxn>
                <a:cxn ang="0">
                  <a:pos x="85" y="59"/>
                </a:cxn>
                <a:cxn ang="0">
                  <a:pos x="59" y="59"/>
                </a:cxn>
                <a:cxn ang="0">
                  <a:pos x="51" y="51"/>
                </a:cxn>
                <a:cxn ang="0">
                  <a:pos x="59" y="43"/>
                </a:cxn>
                <a:cxn ang="0">
                  <a:pos x="67" y="51"/>
                </a:cxn>
                <a:cxn ang="0">
                  <a:pos x="59" y="59"/>
                </a:cxn>
                <a:cxn ang="0">
                  <a:pos x="34" y="59"/>
                </a:cxn>
                <a:cxn ang="0">
                  <a:pos x="26" y="51"/>
                </a:cxn>
                <a:cxn ang="0">
                  <a:pos x="34" y="43"/>
                </a:cxn>
                <a:cxn ang="0">
                  <a:pos x="42" y="51"/>
                </a:cxn>
                <a:cxn ang="0">
                  <a:pos x="34" y="59"/>
                </a:cxn>
                <a:cxn ang="0">
                  <a:pos x="59" y="0"/>
                </a:cxn>
                <a:cxn ang="0">
                  <a:pos x="0" y="50"/>
                </a:cxn>
                <a:cxn ang="0">
                  <a:pos x="25" y="92"/>
                </a:cxn>
                <a:cxn ang="0">
                  <a:pos x="16" y="113"/>
                </a:cxn>
                <a:cxn ang="0">
                  <a:pos x="37" y="97"/>
                </a:cxn>
                <a:cxn ang="0">
                  <a:pos x="59" y="101"/>
                </a:cxn>
                <a:cxn ang="0">
                  <a:pos x="118" y="50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85" y="59"/>
                  </a:moveTo>
                  <a:cubicBezTo>
                    <a:pt x="81" y="59"/>
                    <a:pt x="77" y="56"/>
                    <a:pt x="77" y="51"/>
                  </a:cubicBezTo>
                  <a:cubicBezTo>
                    <a:pt x="77" y="47"/>
                    <a:pt x="81" y="43"/>
                    <a:pt x="85" y="43"/>
                  </a:cubicBezTo>
                  <a:cubicBezTo>
                    <a:pt x="90" y="43"/>
                    <a:pt x="93" y="47"/>
                    <a:pt x="93" y="51"/>
                  </a:cubicBezTo>
                  <a:cubicBezTo>
                    <a:pt x="93" y="56"/>
                    <a:pt x="90" y="59"/>
                    <a:pt x="85" y="59"/>
                  </a:cubicBezTo>
                  <a:moveTo>
                    <a:pt x="59" y="59"/>
                  </a:moveTo>
                  <a:cubicBezTo>
                    <a:pt x="55" y="59"/>
                    <a:pt x="51" y="56"/>
                    <a:pt x="51" y="51"/>
                  </a:cubicBezTo>
                  <a:cubicBezTo>
                    <a:pt x="51" y="47"/>
                    <a:pt x="55" y="43"/>
                    <a:pt x="59" y="43"/>
                  </a:cubicBezTo>
                  <a:cubicBezTo>
                    <a:pt x="64" y="43"/>
                    <a:pt x="67" y="47"/>
                    <a:pt x="67" y="51"/>
                  </a:cubicBezTo>
                  <a:cubicBezTo>
                    <a:pt x="67" y="56"/>
                    <a:pt x="64" y="59"/>
                    <a:pt x="59" y="59"/>
                  </a:cubicBezTo>
                  <a:moveTo>
                    <a:pt x="34" y="59"/>
                  </a:moveTo>
                  <a:cubicBezTo>
                    <a:pt x="29" y="59"/>
                    <a:pt x="26" y="56"/>
                    <a:pt x="26" y="51"/>
                  </a:cubicBezTo>
                  <a:cubicBezTo>
                    <a:pt x="26" y="47"/>
                    <a:pt x="29" y="43"/>
                    <a:pt x="34" y="43"/>
                  </a:cubicBezTo>
                  <a:cubicBezTo>
                    <a:pt x="38" y="43"/>
                    <a:pt x="42" y="47"/>
                    <a:pt x="42" y="51"/>
                  </a:cubicBezTo>
                  <a:cubicBezTo>
                    <a:pt x="42" y="56"/>
                    <a:pt x="38" y="59"/>
                    <a:pt x="34" y="59"/>
                  </a:cubicBezTo>
                  <a:moveTo>
                    <a:pt x="59" y="0"/>
                  </a:moveTo>
                  <a:cubicBezTo>
                    <a:pt x="27" y="0"/>
                    <a:pt x="0" y="22"/>
                    <a:pt x="0" y="50"/>
                  </a:cubicBezTo>
                  <a:cubicBezTo>
                    <a:pt x="0" y="67"/>
                    <a:pt x="10" y="82"/>
                    <a:pt x="25" y="92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37" y="97"/>
                    <a:pt x="37" y="97"/>
                    <a:pt x="37" y="97"/>
                  </a:cubicBezTo>
                  <a:cubicBezTo>
                    <a:pt x="44" y="100"/>
                    <a:pt x="51" y="101"/>
                    <a:pt x="59" y="101"/>
                  </a:cubicBezTo>
                  <a:cubicBezTo>
                    <a:pt x="92" y="101"/>
                    <a:pt x="118" y="79"/>
                    <a:pt x="118" y="50"/>
                  </a:cubicBezTo>
                  <a:cubicBezTo>
                    <a:pt x="118" y="22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4" name="Rectangle 17"/>
            <p:cNvSpPr>
              <a:spLocks noChangeArrowheads="1"/>
            </p:cNvSpPr>
            <p:nvPr/>
          </p:nvSpPr>
          <p:spPr bwMode="auto">
            <a:xfrm>
              <a:off x="2265363" y="3205163"/>
              <a:ext cx="287338" cy="3333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5" name="Freeform 18"/>
            <p:cNvSpPr>
              <a:spLocks noEditPoints="1"/>
            </p:cNvSpPr>
            <p:nvPr/>
          </p:nvSpPr>
          <p:spPr bwMode="auto">
            <a:xfrm>
              <a:off x="2265363" y="3273425"/>
              <a:ext cx="287338" cy="115888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154" y="73"/>
                </a:cxn>
                <a:cxn ang="0">
                  <a:pos x="154" y="63"/>
                </a:cxn>
                <a:cxn ang="0">
                  <a:pos x="154" y="63"/>
                </a:cxn>
                <a:cxn ang="0">
                  <a:pos x="140" y="49"/>
                </a:cxn>
                <a:cxn ang="0">
                  <a:pos x="154" y="36"/>
                </a:cxn>
                <a:cxn ang="0">
                  <a:pos x="154" y="36"/>
                </a:cxn>
                <a:cxn ang="0">
                  <a:pos x="154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54" y="73"/>
                </a:cxn>
                <a:cxn ang="0">
                  <a:pos x="181" y="73"/>
                </a:cxn>
                <a:cxn ang="0">
                  <a:pos x="181" y="0"/>
                </a:cxn>
                <a:cxn ang="0">
                  <a:pos x="154" y="0"/>
                </a:cxn>
                <a:cxn ang="0">
                  <a:pos x="154" y="36"/>
                </a:cxn>
                <a:cxn ang="0">
                  <a:pos x="168" y="49"/>
                </a:cxn>
                <a:cxn ang="0">
                  <a:pos x="154" y="63"/>
                </a:cxn>
                <a:cxn ang="0">
                  <a:pos x="154" y="73"/>
                </a:cxn>
              </a:cxnLst>
              <a:rect l="0" t="0" r="r" b="b"/>
              <a:pathLst>
                <a:path w="181" h="73">
                  <a:moveTo>
                    <a:pt x="0" y="73"/>
                  </a:moveTo>
                  <a:lnTo>
                    <a:pt x="154" y="73"/>
                  </a:lnTo>
                  <a:lnTo>
                    <a:pt x="154" y="63"/>
                  </a:lnTo>
                  <a:lnTo>
                    <a:pt x="154" y="63"/>
                  </a:lnTo>
                  <a:lnTo>
                    <a:pt x="140" y="49"/>
                  </a:lnTo>
                  <a:lnTo>
                    <a:pt x="154" y="36"/>
                  </a:lnTo>
                  <a:lnTo>
                    <a:pt x="154" y="36"/>
                  </a:lnTo>
                  <a:lnTo>
                    <a:pt x="154" y="0"/>
                  </a:lnTo>
                  <a:lnTo>
                    <a:pt x="0" y="0"/>
                  </a:lnTo>
                  <a:lnTo>
                    <a:pt x="0" y="73"/>
                  </a:lnTo>
                  <a:close/>
                  <a:moveTo>
                    <a:pt x="154" y="73"/>
                  </a:moveTo>
                  <a:lnTo>
                    <a:pt x="181" y="73"/>
                  </a:lnTo>
                  <a:lnTo>
                    <a:pt x="181" y="0"/>
                  </a:lnTo>
                  <a:lnTo>
                    <a:pt x="154" y="0"/>
                  </a:lnTo>
                  <a:lnTo>
                    <a:pt x="154" y="36"/>
                  </a:lnTo>
                  <a:lnTo>
                    <a:pt x="168" y="49"/>
                  </a:lnTo>
                  <a:lnTo>
                    <a:pt x="154" y="63"/>
                  </a:lnTo>
                  <a:lnTo>
                    <a:pt x="154" y="7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109788" y="1819275"/>
              <a:ext cx="290513" cy="290513"/>
            </a:xfrm>
            <a:custGeom>
              <a:avLst/>
              <a:gdLst/>
              <a:ahLst/>
              <a:cxnLst>
                <a:cxn ang="0">
                  <a:pos x="9" y="59"/>
                </a:cxn>
                <a:cxn ang="0">
                  <a:pos x="0" y="56"/>
                </a:cxn>
                <a:cxn ang="0">
                  <a:pos x="6" y="36"/>
                </a:cxn>
                <a:cxn ang="0">
                  <a:pos x="16" y="39"/>
                </a:cxn>
                <a:cxn ang="0">
                  <a:pos x="27" y="25"/>
                </a:cxn>
                <a:cxn ang="0">
                  <a:pos x="37" y="36"/>
                </a:cxn>
                <a:cxn ang="0">
                  <a:pos x="29" y="86"/>
                </a:cxn>
                <a:cxn ang="0">
                  <a:pos x="86" y="104"/>
                </a:cxn>
                <a:cxn ang="0">
                  <a:pos x="96" y="97"/>
                </a:cxn>
                <a:cxn ang="0">
                  <a:pos x="106" y="108"/>
                </a:cxn>
                <a:cxn ang="0">
                  <a:pos x="102" y="112"/>
                </a:cxn>
                <a:cxn ang="0">
                  <a:pos x="106" y="121"/>
                </a:cxn>
                <a:cxn ang="0">
                  <a:pos x="87" y="130"/>
                </a:cxn>
                <a:cxn ang="0">
                  <a:pos x="83" y="122"/>
                </a:cxn>
                <a:cxn ang="0">
                  <a:pos x="59" y="123"/>
                </a:cxn>
                <a:cxn ang="0">
                  <a:pos x="56" y="133"/>
                </a:cxn>
                <a:cxn ang="0">
                  <a:pos x="36" y="126"/>
                </a:cxn>
                <a:cxn ang="0">
                  <a:pos x="39" y="117"/>
                </a:cxn>
                <a:cxn ang="0">
                  <a:pos x="21" y="102"/>
                </a:cxn>
                <a:cxn ang="0">
                  <a:pos x="12" y="106"/>
                </a:cxn>
                <a:cxn ang="0">
                  <a:pos x="3" y="87"/>
                </a:cxn>
                <a:cxn ang="0">
                  <a:pos x="11" y="83"/>
                </a:cxn>
                <a:cxn ang="0">
                  <a:pos x="9" y="59"/>
                </a:cxn>
                <a:cxn ang="0">
                  <a:pos x="27" y="25"/>
                </a:cxn>
                <a:cxn ang="0">
                  <a:pos x="31" y="21"/>
                </a:cxn>
                <a:cxn ang="0">
                  <a:pos x="27" y="12"/>
                </a:cxn>
                <a:cxn ang="0">
                  <a:pos x="46" y="2"/>
                </a:cxn>
                <a:cxn ang="0">
                  <a:pos x="50" y="11"/>
                </a:cxn>
                <a:cxn ang="0">
                  <a:pos x="74" y="9"/>
                </a:cxn>
                <a:cxn ang="0">
                  <a:pos x="77" y="0"/>
                </a:cxn>
                <a:cxn ang="0">
                  <a:pos x="97" y="6"/>
                </a:cxn>
                <a:cxn ang="0">
                  <a:pos x="94" y="16"/>
                </a:cxn>
                <a:cxn ang="0">
                  <a:pos x="112" y="31"/>
                </a:cxn>
                <a:cxn ang="0">
                  <a:pos x="121" y="27"/>
                </a:cxn>
                <a:cxn ang="0">
                  <a:pos x="131" y="45"/>
                </a:cxn>
                <a:cxn ang="0">
                  <a:pos x="122" y="50"/>
                </a:cxn>
                <a:cxn ang="0">
                  <a:pos x="124" y="74"/>
                </a:cxn>
                <a:cxn ang="0">
                  <a:pos x="133" y="77"/>
                </a:cxn>
                <a:cxn ang="0">
                  <a:pos x="127" y="97"/>
                </a:cxn>
                <a:cxn ang="0">
                  <a:pos x="117" y="94"/>
                </a:cxn>
                <a:cxn ang="0">
                  <a:pos x="106" y="108"/>
                </a:cxn>
                <a:cxn ang="0">
                  <a:pos x="96" y="97"/>
                </a:cxn>
                <a:cxn ang="0">
                  <a:pos x="104" y="47"/>
                </a:cxn>
                <a:cxn ang="0">
                  <a:pos x="47" y="29"/>
                </a:cxn>
                <a:cxn ang="0">
                  <a:pos x="37" y="36"/>
                </a:cxn>
                <a:cxn ang="0">
                  <a:pos x="27" y="25"/>
                </a:cxn>
              </a:cxnLst>
              <a:rect l="0" t="0" r="r" b="b"/>
              <a:pathLst>
                <a:path w="133" h="133">
                  <a:moveTo>
                    <a:pt x="9" y="59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9" y="34"/>
                    <a:pt x="22" y="29"/>
                    <a:pt x="27" y="25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24" y="49"/>
                    <a:pt x="20" y="69"/>
                    <a:pt x="29" y="86"/>
                  </a:cubicBezTo>
                  <a:cubicBezTo>
                    <a:pt x="39" y="107"/>
                    <a:pt x="65" y="115"/>
                    <a:pt x="86" y="104"/>
                  </a:cubicBezTo>
                  <a:cubicBezTo>
                    <a:pt x="90" y="102"/>
                    <a:pt x="93" y="100"/>
                    <a:pt x="96" y="97"/>
                  </a:cubicBezTo>
                  <a:cubicBezTo>
                    <a:pt x="106" y="108"/>
                    <a:pt x="106" y="108"/>
                    <a:pt x="106" y="108"/>
                  </a:cubicBezTo>
                  <a:cubicBezTo>
                    <a:pt x="105" y="109"/>
                    <a:pt x="103" y="111"/>
                    <a:pt x="102" y="11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87" y="130"/>
                    <a:pt x="87" y="130"/>
                    <a:pt x="87" y="130"/>
                  </a:cubicBezTo>
                  <a:cubicBezTo>
                    <a:pt x="83" y="122"/>
                    <a:pt x="83" y="122"/>
                    <a:pt x="83" y="122"/>
                  </a:cubicBezTo>
                  <a:cubicBezTo>
                    <a:pt x="75" y="124"/>
                    <a:pt x="67" y="124"/>
                    <a:pt x="59" y="123"/>
                  </a:cubicBezTo>
                  <a:cubicBezTo>
                    <a:pt x="56" y="133"/>
                    <a:pt x="56" y="133"/>
                    <a:pt x="56" y="133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32" y="113"/>
                    <a:pt x="26" y="108"/>
                    <a:pt x="21" y="102"/>
                  </a:cubicBezTo>
                  <a:cubicBezTo>
                    <a:pt x="12" y="106"/>
                    <a:pt x="12" y="106"/>
                    <a:pt x="12" y="106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9" y="75"/>
                    <a:pt x="8" y="67"/>
                    <a:pt x="9" y="59"/>
                  </a:cubicBezTo>
                  <a:moveTo>
                    <a:pt x="27" y="25"/>
                  </a:moveTo>
                  <a:cubicBezTo>
                    <a:pt x="28" y="24"/>
                    <a:pt x="30" y="22"/>
                    <a:pt x="31" y="21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8" y="9"/>
                    <a:pt x="66" y="8"/>
                    <a:pt x="74" y="9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101" y="20"/>
                    <a:pt x="107" y="25"/>
                    <a:pt x="112" y="31"/>
                  </a:cubicBezTo>
                  <a:cubicBezTo>
                    <a:pt x="121" y="27"/>
                    <a:pt x="121" y="27"/>
                    <a:pt x="121" y="27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4" y="58"/>
                    <a:pt x="125" y="66"/>
                    <a:pt x="124" y="74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27" y="97"/>
                    <a:pt x="127" y="97"/>
                    <a:pt x="127" y="97"/>
                  </a:cubicBezTo>
                  <a:cubicBezTo>
                    <a:pt x="117" y="94"/>
                    <a:pt x="117" y="94"/>
                    <a:pt x="117" y="94"/>
                  </a:cubicBezTo>
                  <a:cubicBezTo>
                    <a:pt x="114" y="99"/>
                    <a:pt x="111" y="104"/>
                    <a:pt x="106" y="10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109" y="84"/>
                    <a:pt x="113" y="64"/>
                    <a:pt x="104" y="47"/>
                  </a:cubicBezTo>
                  <a:cubicBezTo>
                    <a:pt x="94" y="26"/>
                    <a:pt x="68" y="18"/>
                    <a:pt x="47" y="29"/>
                  </a:cubicBezTo>
                  <a:cubicBezTo>
                    <a:pt x="43" y="31"/>
                    <a:pt x="40" y="33"/>
                    <a:pt x="37" y="36"/>
                  </a:cubicBezTo>
                  <a:lnTo>
                    <a:pt x="27" y="2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7" name="Freeform 20"/>
            <p:cNvSpPr>
              <a:spLocks noEditPoints="1"/>
            </p:cNvSpPr>
            <p:nvPr/>
          </p:nvSpPr>
          <p:spPr bwMode="auto">
            <a:xfrm>
              <a:off x="2081213" y="1624013"/>
              <a:ext cx="203200" cy="203200"/>
            </a:xfrm>
            <a:custGeom>
              <a:avLst/>
              <a:gdLst/>
              <a:ahLst/>
              <a:cxnLst>
                <a:cxn ang="0">
                  <a:pos x="6" y="41"/>
                </a:cxn>
                <a:cxn ang="0">
                  <a:pos x="0" y="39"/>
                </a:cxn>
                <a:cxn ang="0">
                  <a:pos x="4" y="25"/>
                </a:cxn>
                <a:cxn ang="0">
                  <a:pos x="11" y="27"/>
                </a:cxn>
                <a:cxn ang="0">
                  <a:pos x="18" y="17"/>
                </a:cxn>
                <a:cxn ang="0">
                  <a:pos x="26" y="25"/>
                </a:cxn>
                <a:cxn ang="0">
                  <a:pos x="20" y="60"/>
                </a:cxn>
                <a:cxn ang="0">
                  <a:pos x="60" y="72"/>
                </a:cxn>
                <a:cxn ang="0">
                  <a:pos x="67" y="67"/>
                </a:cxn>
                <a:cxn ang="0">
                  <a:pos x="74" y="75"/>
                </a:cxn>
                <a:cxn ang="0">
                  <a:pos x="71" y="78"/>
                </a:cxn>
                <a:cxn ang="0">
                  <a:pos x="74" y="84"/>
                </a:cxn>
                <a:cxn ang="0">
                  <a:pos x="61" y="91"/>
                </a:cxn>
                <a:cxn ang="0">
                  <a:pos x="58" y="85"/>
                </a:cxn>
                <a:cxn ang="0">
                  <a:pos x="41" y="86"/>
                </a:cxn>
                <a:cxn ang="0">
                  <a:pos x="39" y="93"/>
                </a:cxn>
                <a:cxn ang="0">
                  <a:pos x="25" y="88"/>
                </a:cxn>
                <a:cxn ang="0">
                  <a:pos x="27" y="81"/>
                </a:cxn>
                <a:cxn ang="0">
                  <a:pos x="14" y="71"/>
                </a:cxn>
                <a:cxn ang="0">
                  <a:pos x="8" y="74"/>
                </a:cxn>
                <a:cxn ang="0">
                  <a:pos x="2" y="61"/>
                </a:cxn>
                <a:cxn ang="0">
                  <a:pos x="8" y="58"/>
                </a:cxn>
                <a:cxn ang="0">
                  <a:pos x="6" y="41"/>
                </a:cxn>
                <a:cxn ang="0">
                  <a:pos x="18" y="17"/>
                </a:cxn>
                <a:cxn ang="0">
                  <a:pos x="22" y="14"/>
                </a:cxn>
                <a:cxn ang="0">
                  <a:pos x="19" y="8"/>
                </a:cxn>
                <a:cxn ang="0">
                  <a:pos x="32" y="1"/>
                </a:cxn>
                <a:cxn ang="0">
                  <a:pos x="35" y="8"/>
                </a:cxn>
                <a:cxn ang="0">
                  <a:pos x="51" y="6"/>
                </a:cxn>
                <a:cxn ang="0">
                  <a:pos x="54" y="0"/>
                </a:cxn>
                <a:cxn ang="0">
                  <a:pos x="68" y="4"/>
                </a:cxn>
                <a:cxn ang="0">
                  <a:pos x="65" y="11"/>
                </a:cxn>
                <a:cxn ang="0">
                  <a:pos x="78" y="22"/>
                </a:cxn>
                <a:cxn ang="0">
                  <a:pos x="84" y="18"/>
                </a:cxn>
                <a:cxn ang="0">
                  <a:pos x="91" y="31"/>
                </a:cxn>
                <a:cxn ang="0">
                  <a:pos x="85" y="35"/>
                </a:cxn>
                <a:cxn ang="0">
                  <a:pos x="86" y="51"/>
                </a:cxn>
                <a:cxn ang="0">
                  <a:pos x="93" y="53"/>
                </a:cxn>
                <a:cxn ang="0">
                  <a:pos x="88" y="67"/>
                </a:cxn>
                <a:cxn ang="0">
                  <a:pos x="82" y="65"/>
                </a:cxn>
                <a:cxn ang="0">
                  <a:pos x="74" y="75"/>
                </a:cxn>
                <a:cxn ang="0">
                  <a:pos x="67" y="67"/>
                </a:cxn>
                <a:cxn ang="0">
                  <a:pos x="73" y="33"/>
                </a:cxn>
                <a:cxn ang="0">
                  <a:pos x="33" y="20"/>
                </a:cxn>
                <a:cxn ang="0">
                  <a:pos x="26" y="25"/>
                </a:cxn>
                <a:cxn ang="0">
                  <a:pos x="18" y="17"/>
                </a:cxn>
              </a:cxnLst>
              <a:rect l="0" t="0" r="r" b="b"/>
              <a:pathLst>
                <a:path w="93" h="93">
                  <a:moveTo>
                    <a:pt x="6" y="41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23"/>
                    <a:pt x="15" y="20"/>
                    <a:pt x="18" y="17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16" y="34"/>
                    <a:pt x="14" y="48"/>
                    <a:pt x="20" y="60"/>
                  </a:cubicBezTo>
                  <a:cubicBezTo>
                    <a:pt x="27" y="74"/>
                    <a:pt x="45" y="80"/>
                    <a:pt x="60" y="72"/>
                  </a:cubicBezTo>
                  <a:cubicBezTo>
                    <a:pt x="62" y="71"/>
                    <a:pt x="65" y="69"/>
                    <a:pt x="67" y="67"/>
                  </a:cubicBezTo>
                  <a:cubicBezTo>
                    <a:pt x="74" y="75"/>
                    <a:pt x="74" y="75"/>
                    <a:pt x="74" y="75"/>
                  </a:cubicBezTo>
                  <a:cubicBezTo>
                    <a:pt x="73" y="76"/>
                    <a:pt x="72" y="77"/>
                    <a:pt x="71" y="78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52" y="86"/>
                    <a:pt x="47" y="87"/>
                    <a:pt x="41" y="86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25" y="88"/>
                    <a:pt x="25" y="88"/>
                    <a:pt x="25" y="88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2" y="79"/>
                    <a:pt x="18" y="75"/>
                    <a:pt x="14" y="71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6" y="52"/>
                    <a:pt x="6" y="46"/>
                    <a:pt x="6" y="41"/>
                  </a:cubicBezTo>
                  <a:moveTo>
                    <a:pt x="18" y="17"/>
                  </a:moveTo>
                  <a:cubicBezTo>
                    <a:pt x="19" y="16"/>
                    <a:pt x="21" y="15"/>
                    <a:pt x="22" y="14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0" y="6"/>
                    <a:pt x="46" y="6"/>
                    <a:pt x="51" y="6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70" y="13"/>
                    <a:pt x="75" y="17"/>
                    <a:pt x="78" y="22"/>
                  </a:cubicBezTo>
                  <a:cubicBezTo>
                    <a:pt x="84" y="18"/>
                    <a:pt x="84" y="18"/>
                    <a:pt x="84" y="18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6" y="40"/>
                    <a:pt x="87" y="46"/>
                    <a:pt x="86" y="51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80" y="69"/>
                    <a:pt x="77" y="72"/>
                    <a:pt x="74" y="75"/>
                  </a:cubicBezTo>
                  <a:cubicBezTo>
                    <a:pt x="67" y="67"/>
                    <a:pt x="67" y="67"/>
                    <a:pt x="67" y="67"/>
                  </a:cubicBezTo>
                  <a:cubicBezTo>
                    <a:pt x="76" y="59"/>
                    <a:pt x="79" y="44"/>
                    <a:pt x="73" y="33"/>
                  </a:cubicBezTo>
                  <a:cubicBezTo>
                    <a:pt x="65" y="18"/>
                    <a:pt x="47" y="12"/>
                    <a:pt x="33" y="20"/>
                  </a:cubicBezTo>
                  <a:cubicBezTo>
                    <a:pt x="30" y="21"/>
                    <a:pt x="28" y="23"/>
                    <a:pt x="26" y="25"/>
                  </a:cubicBezTo>
                  <a:lnTo>
                    <a:pt x="18" y="1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8" name="Freeform 21"/>
            <p:cNvSpPr>
              <a:spLocks noEditPoints="1"/>
            </p:cNvSpPr>
            <p:nvPr/>
          </p:nvSpPr>
          <p:spPr bwMode="auto">
            <a:xfrm>
              <a:off x="1938338" y="3132138"/>
              <a:ext cx="309563" cy="33338"/>
            </a:xfrm>
            <a:custGeom>
              <a:avLst/>
              <a:gdLst/>
              <a:ahLst/>
              <a:cxnLst>
                <a:cxn ang="0">
                  <a:pos x="13" y="15"/>
                </a:cxn>
                <a:cxn ang="0">
                  <a:pos x="18" y="15"/>
                </a:cxn>
                <a:cxn ang="0">
                  <a:pos x="18" y="14"/>
                </a:cxn>
                <a:cxn ang="0">
                  <a:pos x="12" y="8"/>
                </a:cxn>
                <a:cxn ang="0">
                  <a:pos x="18" y="2"/>
                </a:cxn>
                <a:cxn ang="0">
                  <a:pos x="18" y="0"/>
                </a:cxn>
                <a:cxn ang="0">
                  <a:pos x="13" y="0"/>
                </a:cxn>
                <a:cxn ang="0">
                  <a:pos x="13" y="15"/>
                </a:cxn>
                <a:cxn ang="0">
                  <a:pos x="18" y="15"/>
                </a:cxn>
                <a:cxn ang="0">
                  <a:pos x="123" y="15"/>
                </a:cxn>
                <a:cxn ang="0">
                  <a:pos x="123" y="14"/>
                </a:cxn>
                <a:cxn ang="0">
                  <a:pos x="117" y="8"/>
                </a:cxn>
                <a:cxn ang="0">
                  <a:pos x="123" y="2"/>
                </a:cxn>
                <a:cxn ang="0">
                  <a:pos x="123" y="0"/>
                </a:cxn>
                <a:cxn ang="0">
                  <a:pos x="18" y="0"/>
                </a:cxn>
                <a:cxn ang="0">
                  <a:pos x="18" y="2"/>
                </a:cxn>
                <a:cxn ang="0">
                  <a:pos x="24" y="8"/>
                </a:cxn>
                <a:cxn ang="0">
                  <a:pos x="18" y="14"/>
                </a:cxn>
                <a:cxn ang="0">
                  <a:pos x="18" y="15"/>
                </a:cxn>
                <a:cxn ang="0">
                  <a:pos x="123" y="15"/>
                </a:cxn>
                <a:cxn ang="0">
                  <a:pos x="127" y="15"/>
                </a:cxn>
                <a:cxn ang="0">
                  <a:pos x="127" y="0"/>
                </a:cxn>
                <a:cxn ang="0">
                  <a:pos x="123" y="0"/>
                </a:cxn>
                <a:cxn ang="0">
                  <a:pos x="123" y="2"/>
                </a:cxn>
                <a:cxn ang="0">
                  <a:pos x="129" y="8"/>
                </a:cxn>
                <a:cxn ang="0">
                  <a:pos x="123" y="14"/>
                </a:cxn>
                <a:cxn ang="0">
                  <a:pos x="123" y="15"/>
                </a:cxn>
              </a:cxnLst>
              <a:rect l="0" t="0" r="r" b="b"/>
              <a:pathLst>
                <a:path w="141" h="15">
                  <a:moveTo>
                    <a:pt x="13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5" y="14"/>
                    <a:pt x="12" y="11"/>
                    <a:pt x="12" y="8"/>
                  </a:cubicBezTo>
                  <a:cubicBezTo>
                    <a:pt x="12" y="4"/>
                    <a:pt x="15" y="2"/>
                    <a:pt x="18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1" y="15"/>
                    <a:pt x="13" y="15"/>
                  </a:cubicBezTo>
                  <a:moveTo>
                    <a:pt x="18" y="15"/>
                  </a:moveTo>
                  <a:cubicBezTo>
                    <a:pt x="123" y="15"/>
                    <a:pt x="123" y="15"/>
                    <a:pt x="123" y="15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120" y="14"/>
                    <a:pt x="117" y="11"/>
                    <a:pt x="117" y="8"/>
                  </a:cubicBezTo>
                  <a:cubicBezTo>
                    <a:pt x="117" y="4"/>
                    <a:pt x="120" y="2"/>
                    <a:pt x="123" y="2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88" y="0"/>
                    <a:pt x="53" y="0"/>
                    <a:pt x="18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1" y="2"/>
                    <a:pt x="24" y="4"/>
                    <a:pt x="24" y="8"/>
                  </a:cubicBezTo>
                  <a:cubicBezTo>
                    <a:pt x="24" y="11"/>
                    <a:pt x="21" y="14"/>
                    <a:pt x="18" y="14"/>
                  </a:cubicBezTo>
                  <a:lnTo>
                    <a:pt x="18" y="15"/>
                  </a:lnTo>
                  <a:close/>
                  <a:moveTo>
                    <a:pt x="123" y="15"/>
                  </a:moveTo>
                  <a:cubicBezTo>
                    <a:pt x="127" y="15"/>
                    <a:pt x="127" y="15"/>
                    <a:pt x="127" y="15"/>
                  </a:cubicBezTo>
                  <a:cubicBezTo>
                    <a:pt x="140" y="15"/>
                    <a:pt x="141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6" y="2"/>
                    <a:pt x="129" y="4"/>
                    <a:pt x="129" y="8"/>
                  </a:cubicBezTo>
                  <a:cubicBezTo>
                    <a:pt x="129" y="11"/>
                    <a:pt x="126" y="14"/>
                    <a:pt x="123" y="14"/>
                  </a:cubicBezTo>
                  <a:lnTo>
                    <a:pt x="123" y="1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39" name="Oval 22"/>
            <p:cNvSpPr>
              <a:spLocks noChangeArrowheads="1"/>
            </p:cNvSpPr>
            <p:nvPr/>
          </p:nvSpPr>
          <p:spPr bwMode="auto">
            <a:xfrm>
              <a:off x="2095500" y="3025775"/>
              <a:ext cx="28575" cy="25400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0" name="Freeform 23"/>
            <p:cNvSpPr/>
            <p:nvPr/>
          </p:nvSpPr>
          <p:spPr bwMode="auto">
            <a:xfrm>
              <a:off x="2111375" y="3043238"/>
              <a:ext cx="103188" cy="114300"/>
            </a:xfrm>
            <a:custGeom>
              <a:avLst/>
              <a:gdLst/>
              <a:ahLst/>
              <a:cxnLst>
                <a:cxn ang="0">
                  <a:pos x="46" y="47"/>
                </a:cxn>
                <a:cxn ang="0">
                  <a:pos x="5" y="1"/>
                </a:cxn>
                <a:cxn ang="0">
                  <a:pos x="1" y="1"/>
                </a:cxn>
                <a:cxn ang="0">
                  <a:pos x="1" y="4"/>
                </a:cxn>
                <a:cxn ang="0">
                  <a:pos x="42" y="51"/>
                </a:cxn>
                <a:cxn ang="0">
                  <a:pos x="46" y="51"/>
                </a:cxn>
                <a:cxn ang="0">
                  <a:pos x="46" y="47"/>
                </a:cxn>
              </a:cxnLst>
              <a:rect l="0" t="0" r="r" b="b"/>
              <a:pathLst>
                <a:path w="47" h="52">
                  <a:moveTo>
                    <a:pt x="46" y="47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3" y="52"/>
                    <a:pt x="45" y="52"/>
                    <a:pt x="46" y="51"/>
                  </a:cubicBezTo>
                  <a:cubicBezTo>
                    <a:pt x="47" y="50"/>
                    <a:pt x="47" y="48"/>
                    <a:pt x="46" y="4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1" name="Oval 24"/>
            <p:cNvSpPr>
              <a:spLocks noChangeArrowheads="1"/>
            </p:cNvSpPr>
            <p:nvPr/>
          </p:nvSpPr>
          <p:spPr bwMode="auto">
            <a:xfrm>
              <a:off x="2060575" y="3025775"/>
              <a:ext cx="26988" cy="25400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1971675" y="3032125"/>
              <a:ext cx="111125" cy="125413"/>
            </a:xfrm>
            <a:custGeom>
              <a:avLst/>
              <a:gdLst/>
              <a:ahLst/>
              <a:cxnLst>
                <a:cxn ang="0">
                  <a:pos x="1" y="52"/>
                </a:cxn>
                <a:cxn ang="0">
                  <a:pos x="46" y="2"/>
                </a:cxn>
                <a:cxn ang="0">
                  <a:pos x="49" y="1"/>
                </a:cxn>
                <a:cxn ang="0">
                  <a:pos x="50" y="5"/>
                </a:cxn>
                <a:cxn ang="0">
                  <a:pos x="4" y="56"/>
                </a:cxn>
                <a:cxn ang="0">
                  <a:pos x="1" y="56"/>
                </a:cxn>
                <a:cxn ang="0">
                  <a:pos x="1" y="52"/>
                </a:cxn>
              </a:cxnLst>
              <a:rect l="0" t="0" r="r" b="b"/>
              <a:pathLst>
                <a:path w="51" h="57">
                  <a:moveTo>
                    <a:pt x="1" y="52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7" y="1"/>
                    <a:pt x="48" y="0"/>
                    <a:pt x="49" y="1"/>
                  </a:cubicBezTo>
                  <a:cubicBezTo>
                    <a:pt x="50" y="2"/>
                    <a:pt x="51" y="4"/>
                    <a:pt x="50" y="5"/>
                  </a:cubicBezTo>
                  <a:cubicBezTo>
                    <a:pt x="4" y="56"/>
                    <a:pt x="4" y="56"/>
                    <a:pt x="4" y="56"/>
                  </a:cubicBezTo>
                  <a:cubicBezTo>
                    <a:pt x="4" y="57"/>
                    <a:pt x="2" y="57"/>
                    <a:pt x="1" y="56"/>
                  </a:cubicBezTo>
                  <a:cubicBezTo>
                    <a:pt x="0" y="55"/>
                    <a:pt x="0" y="53"/>
                    <a:pt x="1" y="5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3" name="Freeform 26"/>
            <p:cNvSpPr>
              <a:spLocks noEditPoints="1"/>
            </p:cNvSpPr>
            <p:nvPr/>
          </p:nvSpPr>
          <p:spPr bwMode="auto">
            <a:xfrm>
              <a:off x="1970088" y="3175000"/>
              <a:ext cx="246063" cy="95250"/>
            </a:xfrm>
            <a:custGeom>
              <a:avLst/>
              <a:gdLst/>
              <a:ahLst/>
              <a:cxnLst>
                <a:cxn ang="0">
                  <a:pos x="6" y="32"/>
                </a:cxn>
                <a:cxn ang="0">
                  <a:pos x="21" y="0"/>
                </a:cxn>
                <a:cxn ang="0">
                  <a:pos x="20" y="4"/>
                </a:cxn>
                <a:cxn ang="0">
                  <a:pos x="17" y="20"/>
                </a:cxn>
                <a:cxn ang="0">
                  <a:pos x="21" y="35"/>
                </a:cxn>
                <a:cxn ang="0">
                  <a:pos x="21" y="0"/>
                </a:cxn>
                <a:cxn ang="0">
                  <a:pos x="39" y="4"/>
                </a:cxn>
                <a:cxn ang="0">
                  <a:pos x="34" y="9"/>
                </a:cxn>
                <a:cxn ang="0">
                  <a:pos x="35" y="31"/>
                </a:cxn>
                <a:cxn ang="0">
                  <a:pos x="39" y="44"/>
                </a:cxn>
                <a:cxn ang="0">
                  <a:pos x="21" y="35"/>
                </a:cxn>
                <a:cxn ang="0">
                  <a:pos x="27" y="31"/>
                </a:cxn>
                <a:cxn ang="0">
                  <a:pos x="25" y="9"/>
                </a:cxn>
                <a:cxn ang="0">
                  <a:pos x="21" y="0"/>
                </a:cxn>
                <a:cxn ang="0">
                  <a:pos x="56" y="0"/>
                </a:cxn>
                <a:cxn ang="0">
                  <a:pos x="52" y="9"/>
                </a:cxn>
                <a:cxn ang="0">
                  <a:pos x="52" y="31"/>
                </a:cxn>
                <a:cxn ang="0">
                  <a:pos x="56" y="35"/>
                </a:cxn>
                <a:cxn ang="0">
                  <a:pos x="39" y="44"/>
                </a:cxn>
                <a:cxn ang="0">
                  <a:pos x="40" y="35"/>
                </a:cxn>
                <a:cxn ang="0">
                  <a:pos x="44" y="20"/>
                </a:cxn>
                <a:cxn ang="0">
                  <a:pos x="39" y="4"/>
                </a:cxn>
                <a:cxn ang="0">
                  <a:pos x="56" y="0"/>
                </a:cxn>
                <a:cxn ang="0">
                  <a:pos x="74" y="4"/>
                </a:cxn>
                <a:cxn ang="0">
                  <a:pos x="69" y="20"/>
                </a:cxn>
                <a:cxn ang="0">
                  <a:pos x="73" y="35"/>
                </a:cxn>
                <a:cxn ang="0">
                  <a:pos x="74" y="44"/>
                </a:cxn>
                <a:cxn ang="0">
                  <a:pos x="56" y="35"/>
                </a:cxn>
                <a:cxn ang="0">
                  <a:pos x="61" y="20"/>
                </a:cxn>
                <a:cxn ang="0">
                  <a:pos x="56" y="4"/>
                </a:cxn>
                <a:cxn ang="0">
                  <a:pos x="56" y="0"/>
                </a:cxn>
                <a:cxn ang="0">
                  <a:pos x="92" y="0"/>
                </a:cxn>
                <a:cxn ang="0">
                  <a:pos x="88" y="9"/>
                </a:cxn>
                <a:cxn ang="0">
                  <a:pos x="86" y="31"/>
                </a:cxn>
                <a:cxn ang="0">
                  <a:pos x="92" y="35"/>
                </a:cxn>
                <a:cxn ang="0">
                  <a:pos x="74" y="44"/>
                </a:cxn>
                <a:cxn ang="0">
                  <a:pos x="78" y="31"/>
                </a:cxn>
                <a:cxn ang="0">
                  <a:pos x="79" y="9"/>
                </a:cxn>
                <a:cxn ang="0">
                  <a:pos x="74" y="4"/>
                </a:cxn>
                <a:cxn ang="0">
                  <a:pos x="92" y="0"/>
                </a:cxn>
                <a:cxn ang="0">
                  <a:pos x="107" y="32"/>
                </a:cxn>
                <a:cxn ang="0">
                  <a:pos x="92" y="44"/>
                </a:cxn>
                <a:cxn ang="0">
                  <a:pos x="94" y="31"/>
                </a:cxn>
                <a:cxn ang="0">
                  <a:pos x="97" y="9"/>
                </a:cxn>
                <a:cxn ang="0">
                  <a:pos x="92" y="5"/>
                </a:cxn>
              </a:cxnLst>
              <a:rect l="0" t="0" r="r" b="b"/>
              <a:pathLst>
                <a:path w="113" h="44">
                  <a:moveTo>
                    <a:pt x="21" y="44"/>
                  </a:moveTo>
                  <a:cubicBezTo>
                    <a:pt x="10" y="44"/>
                    <a:pt x="7" y="39"/>
                    <a:pt x="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4"/>
                    <a:pt x="20" y="4"/>
                    <a:pt x="20" y="4"/>
                  </a:cubicBezTo>
                  <a:cubicBezTo>
                    <a:pt x="17" y="4"/>
                    <a:pt x="15" y="6"/>
                    <a:pt x="16" y="9"/>
                  </a:cubicBezTo>
                  <a:cubicBezTo>
                    <a:pt x="16" y="12"/>
                    <a:pt x="17" y="16"/>
                    <a:pt x="17" y="20"/>
                  </a:cubicBezTo>
                  <a:cubicBezTo>
                    <a:pt x="18" y="23"/>
                    <a:pt x="18" y="27"/>
                    <a:pt x="19" y="31"/>
                  </a:cubicBezTo>
                  <a:cubicBezTo>
                    <a:pt x="19" y="32"/>
                    <a:pt x="20" y="34"/>
                    <a:pt x="21" y="35"/>
                  </a:cubicBezTo>
                  <a:cubicBezTo>
                    <a:pt x="21" y="44"/>
                    <a:pt x="21" y="44"/>
                    <a:pt x="21" y="44"/>
                  </a:cubicBezTo>
                  <a:close/>
                  <a:moveTo>
                    <a:pt x="21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5" y="4"/>
                    <a:pt x="33" y="6"/>
                    <a:pt x="34" y="9"/>
                  </a:cubicBezTo>
                  <a:cubicBezTo>
                    <a:pt x="34" y="12"/>
                    <a:pt x="34" y="16"/>
                    <a:pt x="34" y="20"/>
                  </a:cubicBezTo>
                  <a:cubicBezTo>
                    <a:pt x="35" y="23"/>
                    <a:pt x="35" y="27"/>
                    <a:pt x="35" y="31"/>
                  </a:cubicBezTo>
                  <a:cubicBezTo>
                    <a:pt x="35" y="33"/>
                    <a:pt x="37" y="34"/>
                    <a:pt x="39" y="35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3" y="35"/>
                    <a:pt x="23" y="35"/>
                  </a:cubicBezTo>
                  <a:cubicBezTo>
                    <a:pt x="26" y="35"/>
                    <a:pt x="28" y="33"/>
                    <a:pt x="27" y="31"/>
                  </a:cubicBezTo>
                  <a:cubicBezTo>
                    <a:pt x="27" y="27"/>
                    <a:pt x="27" y="23"/>
                    <a:pt x="26" y="20"/>
                  </a:cubicBezTo>
                  <a:cubicBezTo>
                    <a:pt x="26" y="16"/>
                    <a:pt x="25" y="12"/>
                    <a:pt x="25" y="9"/>
                  </a:cubicBezTo>
                  <a:cubicBezTo>
                    <a:pt x="25" y="7"/>
                    <a:pt x="23" y="5"/>
                    <a:pt x="21" y="5"/>
                  </a:cubicBezTo>
                  <a:lnTo>
                    <a:pt x="21" y="0"/>
                  </a:lnTo>
                  <a:close/>
                  <a:moveTo>
                    <a:pt x="39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4" y="4"/>
                    <a:pt x="52" y="6"/>
                    <a:pt x="52" y="9"/>
                  </a:cubicBezTo>
                  <a:cubicBezTo>
                    <a:pt x="52" y="12"/>
                    <a:pt x="52" y="16"/>
                    <a:pt x="52" y="20"/>
                  </a:cubicBezTo>
                  <a:cubicBezTo>
                    <a:pt x="52" y="23"/>
                    <a:pt x="52" y="27"/>
                    <a:pt x="52" y="31"/>
                  </a:cubicBezTo>
                  <a:cubicBezTo>
                    <a:pt x="52" y="33"/>
                    <a:pt x="54" y="35"/>
                    <a:pt x="56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9" y="35"/>
                    <a:pt x="40" y="35"/>
                    <a:pt x="40" y="35"/>
                  </a:cubicBezTo>
                  <a:cubicBezTo>
                    <a:pt x="42" y="35"/>
                    <a:pt x="44" y="33"/>
                    <a:pt x="44" y="31"/>
                  </a:cubicBezTo>
                  <a:cubicBezTo>
                    <a:pt x="44" y="27"/>
                    <a:pt x="44" y="23"/>
                    <a:pt x="44" y="20"/>
                  </a:cubicBezTo>
                  <a:cubicBezTo>
                    <a:pt x="43" y="16"/>
                    <a:pt x="43" y="12"/>
                    <a:pt x="43" y="9"/>
                  </a:cubicBezTo>
                  <a:cubicBezTo>
                    <a:pt x="43" y="7"/>
                    <a:pt x="41" y="5"/>
                    <a:pt x="39" y="4"/>
                  </a:cubicBezTo>
                  <a:lnTo>
                    <a:pt x="39" y="0"/>
                  </a:lnTo>
                  <a:close/>
                  <a:moveTo>
                    <a:pt x="56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2" y="5"/>
                    <a:pt x="70" y="7"/>
                    <a:pt x="70" y="9"/>
                  </a:cubicBezTo>
                  <a:cubicBezTo>
                    <a:pt x="70" y="12"/>
                    <a:pt x="69" y="16"/>
                    <a:pt x="69" y="20"/>
                  </a:cubicBezTo>
                  <a:cubicBezTo>
                    <a:pt x="69" y="23"/>
                    <a:pt x="69" y="27"/>
                    <a:pt x="69" y="31"/>
                  </a:cubicBezTo>
                  <a:cubicBezTo>
                    <a:pt x="69" y="33"/>
                    <a:pt x="71" y="35"/>
                    <a:pt x="73" y="35"/>
                  </a:cubicBezTo>
                  <a:cubicBezTo>
                    <a:pt x="73" y="35"/>
                    <a:pt x="74" y="35"/>
                    <a:pt x="74" y="35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9" y="35"/>
                    <a:pt x="61" y="33"/>
                    <a:pt x="61" y="31"/>
                  </a:cubicBezTo>
                  <a:cubicBezTo>
                    <a:pt x="61" y="27"/>
                    <a:pt x="61" y="23"/>
                    <a:pt x="61" y="20"/>
                  </a:cubicBezTo>
                  <a:cubicBezTo>
                    <a:pt x="61" y="16"/>
                    <a:pt x="61" y="12"/>
                    <a:pt x="61" y="9"/>
                  </a:cubicBezTo>
                  <a:cubicBezTo>
                    <a:pt x="61" y="6"/>
                    <a:pt x="59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lnTo>
                    <a:pt x="56" y="0"/>
                  </a:lnTo>
                  <a:close/>
                  <a:moveTo>
                    <a:pt x="74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92" y="5"/>
                    <a:pt x="92" y="5"/>
                    <a:pt x="92" y="5"/>
                  </a:cubicBezTo>
                  <a:cubicBezTo>
                    <a:pt x="90" y="5"/>
                    <a:pt x="88" y="7"/>
                    <a:pt x="88" y="9"/>
                  </a:cubicBezTo>
                  <a:cubicBezTo>
                    <a:pt x="88" y="12"/>
                    <a:pt x="87" y="16"/>
                    <a:pt x="87" y="20"/>
                  </a:cubicBezTo>
                  <a:cubicBezTo>
                    <a:pt x="86" y="23"/>
                    <a:pt x="86" y="27"/>
                    <a:pt x="86" y="31"/>
                  </a:cubicBezTo>
                  <a:cubicBezTo>
                    <a:pt x="85" y="33"/>
                    <a:pt x="87" y="35"/>
                    <a:pt x="89" y="35"/>
                  </a:cubicBezTo>
                  <a:cubicBezTo>
                    <a:pt x="90" y="35"/>
                    <a:pt x="91" y="35"/>
                    <a:pt x="92" y="35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6" y="34"/>
                    <a:pt x="77" y="33"/>
                    <a:pt x="78" y="31"/>
                  </a:cubicBezTo>
                  <a:cubicBezTo>
                    <a:pt x="78" y="27"/>
                    <a:pt x="78" y="23"/>
                    <a:pt x="78" y="20"/>
                  </a:cubicBezTo>
                  <a:cubicBezTo>
                    <a:pt x="79" y="16"/>
                    <a:pt x="79" y="12"/>
                    <a:pt x="79" y="9"/>
                  </a:cubicBezTo>
                  <a:cubicBezTo>
                    <a:pt x="79" y="6"/>
                    <a:pt x="77" y="4"/>
                    <a:pt x="75" y="4"/>
                  </a:cubicBezTo>
                  <a:cubicBezTo>
                    <a:pt x="75" y="4"/>
                    <a:pt x="74" y="4"/>
                    <a:pt x="74" y="4"/>
                  </a:cubicBezTo>
                  <a:lnTo>
                    <a:pt x="74" y="0"/>
                  </a:lnTo>
                  <a:close/>
                  <a:moveTo>
                    <a:pt x="92" y="0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9"/>
                    <a:pt x="103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35"/>
                    <a:pt x="92" y="35"/>
                    <a:pt x="92" y="35"/>
                  </a:cubicBezTo>
                  <a:cubicBezTo>
                    <a:pt x="93" y="34"/>
                    <a:pt x="94" y="32"/>
                    <a:pt x="94" y="31"/>
                  </a:cubicBezTo>
                  <a:cubicBezTo>
                    <a:pt x="95" y="27"/>
                    <a:pt x="95" y="23"/>
                    <a:pt x="96" y="20"/>
                  </a:cubicBezTo>
                  <a:cubicBezTo>
                    <a:pt x="96" y="16"/>
                    <a:pt x="97" y="12"/>
                    <a:pt x="97" y="9"/>
                  </a:cubicBezTo>
                  <a:cubicBezTo>
                    <a:pt x="98" y="6"/>
                    <a:pt x="96" y="4"/>
                    <a:pt x="93" y="4"/>
                  </a:cubicBezTo>
                  <a:cubicBezTo>
                    <a:pt x="93" y="4"/>
                    <a:pt x="92" y="4"/>
                    <a:pt x="92" y="5"/>
                  </a:cubicBezTo>
                  <a:lnTo>
                    <a:pt x="92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4" name="Freeform 27"/>
            <p:cNvSpPr/>
            <p:nvPr/>
          </p:nvSpPr>
          <p:spPr bwMode="auto">
            <a:xfrm>
              <a:off x="2568575" y="2841625"/>
              <a:ext cx="26988" cy="17463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3" y="8"/>
                </a:cxn>
                <a:cxn ang="0">
                  <a:pos x="7" y="7"/>
                </a:cxn>
                <a:cxn ang="0">
                  <a:pos x="11" y="4"/>
                </a:cxn>
                <a:cxn ang="0">
                  <a:pos x="12" y="2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5" y="1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8"/>
                </a:cxn>
              </a:cxnLst>
              <a:rect l="0" t="0" r="r" b="b"/>
              <a:pathLst>
                <a:path w="12" h="8">
                  <a:moveTo>
                    <a:pt x="2" y="8"/>
                  </a:moveTo>
                  <a:cubicBezTo>
                    <a:pt x="2" y="8"/>
                    <a:pt x="3" y="8"/>
                    <a:pt x="3" y="8"/>
                  </a:cubicBezTo>
                  <a:cubicBezTo>
                    <a:pt x="4" y="7"/>
                    <a:pt x="5" y="7"/>
                    <a:pt x="7" y="7"/>
                  </a:cubicBezTo>
                  <a:cubicBezTo>
                    <a:pt x="9" y="6"/>
                    <a:pt x="11" y="5"/>
                    <a:pt x="11" y="4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1" y="1"/>
                    <a:pt x="11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6" y="1"/>
                    <a:pt x="5" y="1"/>
                  </a:cubicBezTo>
                  <a:cubicBezTo>
                    <a:pt x="2" y="2"/>
                    <a:pt x="1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7"/>
                    <a:pt x="1" y="7"/>
                    <a:pt x="2" y="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5" name="Freeform 28"/>
            <p:cNvSpPr>
              <a:spLocks noEditPoints="1"/>
            </p:cNvSpPr>
            <p:nvPr/>
          </p:nvSpPr>
          <p:spPr bwMode="auto">
            <a:xfrm>
              <a:off x="2468563" y="2743200"/>
              <a:ext cx="217488" cy="295275"/>
            </a:xfrm>
            <a:custGeom>
              <a:avLst/>
              <a:gdLst/>
              <a:ahLst/>
              <a:cxnLst>
                <a:cxn ang="0">
                  <a:pos x="43" y="62"/>
                </a:cxn>
                <a:cxn ang="0">
                  <a:pos x="54" y="63"/>
                </a:cxn>
                <a:cxn ang="0">
                  <a:pos x="69" y="65"/>
                </a:cxn>
                <a:cxn ang="0">
                  <a:pos x="71" y="70"/>
                </a:cxn>
                <a:cxn ang="0">
                  <a:pos x="51" y="68"/>
                </a:cxn>
                <a:cxn ang="0">
                  <a:pos x="39" y="67"/>
                </a:cxn>
                <a:cxn ang="0">
                  <a:pos x="24" y="66"/>
                </a:cxn>
                <a:cxn ang="0">
                  <a:pos x="22" y="61"/>
                </a:cxn>
                <a:cxn ang="0">
                  <a:pos x="43" y="62"/>
                </a:cxn>
                <a:cxn ang="0">
                  <a:pos x="49" y="41"/>
                </a:cxn>
                <a:cxn ang="0">
                  <a:pos x="57" y="40"/>
                </a:cxn>
                <a:cxn ang="0">
                  <a:pos x="58" y="40"/>
                </a:cxn>
                <a:cxn ang="0">
                  <a:pos x="62" y="45"/>
                </a:cxn>
                <a:cxn ang="0">
                  <a:pos x="62" y="52"/>
                </a:cxn>
                <a:cxn ang="0">
                  <a:pos x="55" y="57"/>
                </a:cxn>
                <a:cxn ang="0">
                  <a:pos x="47" y="58"/>
                </a:cxn>
                <a:cxn ang="0">
                  <a:pos x="46" y="57"/>
                </a:cxn>
                <a:cxn ang="0">
                  <a:pos x="42" y="53"/>
                </a:cxn>
                <a:cxn ang="0">
                  <a:pos x="42" y="46"/>
                </a:cxn>
                <a:cxn ang="0">
                  <a:pos x="49" y="41"/>
                </a:cxn>
                <a:cxn ang="0">
                  <a:pos x="58" y="98"/>
                </a:cxn>
                <a:cxn ang="0">
                  <a:pos x="65" y="99"/>
                </a:cxn>
                <a:cxn ang="0">
                  <a:pos x="68" y="103"/>
                </a:cxn>
                <a:cxn ang="0">
                  <a:pos x="63" y="113"/>
                </a:cxn>
                <a:cxn ang="0">
                  <a:pos x="56" y="112"/>
                </a:cxn>
                <a:cxn ang="0">
                  <a:pos x="53" y="108"/>
                </a:cxn>
                <a:cxn ang="0">
                  <a:pos x="58" y="98"/>
                </a:cxn>
                <a:cxn ang="0">
                  <a:pos x="45" y="90"/>
                </a:cxn>
                <a:cxn ang="0">
                  <a:pos x="37" y="91"/>
                </a:cxn>
                <a:cxn ang="0">
                  <a:pos x="36" y="90"/>
                </a:cxn>
                <a:cxn ang="0">
                  <a:pos x="32" y="86"/>
                </a:cxn>
                <a:cxn ang="0">
                  <a:pos x="32" y="79"/>
                </a:cxn>
                <a:cxn ang="0">
                  <a:pos x="39" y="74"/>
                </a:cxn>
                <a:cxn ang="0">
                  <a:pos x="47" y="73"/>
                </a:cxn>
                <a:cxn ang="0">
                  <a:pos x="48" y="73"/>
                </a:cxn>
                <a:cxn ang="0">
                  <a:pos x="52" y="78"/>
                </a:cxn>
                <a:cxn ang="0">
                  <a:pos x="52" y="85"/>
                </a:cxn>
                <a:cxn ang="0">
                  <a:pos x="45" y="90"/>
                </a:cxn>
                <a:cxn ang="0">
                  <a:pos x="0" y="49"/>
                </a:cxn>
                <a:cxn ang="0">
                  <a:pos x="34" y="135"/>
                </a:cxn>
                <a:cxn ang="0">
                  <a:pos x="43" y="131"/>
                </a:cxn>
                <a:cxn ang="0">
                  <a:pos x="100" y="109"/>
                </a:cxn>
                <a:cxn ang="0">
                  <a:pos x="85" y="69"/>
                </a:cxn>
                <a:cxn ang="0">
                  <a:pos x="67" y="23"/>
                </a:cxn>
                <a:cxn ang="0">
                  <a:pos x="19" y="0"/>
                </a:cxn>
                <a:cxn ang="0">
                  <a:pos x="0" y="49"/>
                </a:cxn>
              </a:cxnLst>
              <a:rect l="0" t="0" r="r" b="b"/>
              <a:pathLst>
                <a:path w="100" h="135">
                  <a:moveTo>
                    <a:pt x="43" y="62"/>
                  </a:moveTo>
                  <a:cubicBezTo>
                    <a:pt x="54" y="63"/>
                    <a:pt x="54" y="63"/>
                    <a:pt x="54" y="63"/>
                  </a:cubicBezTo>
                  <a:cubicBezTo>
                    <a:pt x="69" y="65"/>
                    <a:pt x="69" y="65"/>
                    <a:pt x="69" y="65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2" y="61"/>
                    <a:pt x="22" y="61"/>
                    <a:pt x="22" y="61"/>
                  </a:cubicBezTo>
                  <a:lnTo>
                    <a:pt x="43" y="62"/>
                  </a:lnTo>
                  <a:close/>
                  <a:moveTo>
                    <a:pt x="49" y="41"/>
                  </a:moveTo>
                  <a:cubicBezTo>
                    <a:pt x="52" y="39"/>
                    <a:pt x="55" y="39"/>
                    <a:pt x="57" y="40"/>
                  </a:cubicBezTo>
                  <a:cubicBezTo>
                    <a:pt x="57" y="40"/>
                    <a:pt x="57" y="40"/>
                    <a:pt x="58" y="40"/>
                  </a:cubicBezTo>
                  <a:cubicBezTo>
                    <a:pt x="59" y="41"/>
                    <a:pt x="61" y="43"/>
                    <a:pt x="62" y="45"/>
                  </a:cubicBezTo>
                  <a:cubicBezTo>
                    <a:pt x="63" y="48"/>
                    <a:pt x="63" y="50"/>
                    <a:pt x="62" y="52"/>
                  </a:cubicBezTo>
                  <a:cubicBezTo>
                    <a:pt x="61" y="54"/>
                    <a:pt x="58" y="56"/>
                    <a:pt x="55" y="57"/>
                  </a:cubicBezTo>
                  <a:cubicBezTo>
                    <a:pt x="52" y="58"/>
                    <a:pt x="49" y="59"/>
                    <a:pt x="47" y="58"/>
                  </a:cubicBezTo>
                  <a:cubicBezTo>
                    <a:pt x="46" y="58"/>
                    <a:pt x="46" y="58"/>
                    <a:pt x="46" y="57"/>
                  </a:cubicBezTo>
                  <a:cubicBezTo>
                    <a:pt x="44" y="57"/>
                    <a:pt x="43" y="55"/>
                    <a:pt x="42" y="53"/>
                  </a:cubicBezTo>
                  <a:cubicBezTo>
                    <a:pt x="41" y="50"/>
                    <a:pt x="41" y="48"/>
                    <a:pt x="42" y="46"/>
                  </a:cubicBezTo>
                  <a:cubicBezTo>
                    <a:pt x="43" y="44"/>
                    <a:pt x="45" y="42"/>
                    <a:pt x="49" y="41"/>
                  </a:cubicBezTo>
                  <a:moveTo>
                    <a:pt x="58" y="98"/>
                  </a:moveTo>
                  <a:cubicBezTo>
                    <a:pt x="60" y="97"/>
                    <a:pt x="63" y="98"/>
                    <a:pt x="65" y="99"/>
                  </a:cubicBezTo>
                  <a:cubicBezTo>
                    <a:pt x="66" y="100"/>
                    <a:pt x="67" y="101"/>
                    <a:pt x="68" y="103"/>
                  </a:cubicBezTo>
                  <a:cubicBezTo>
                    <a:pt x="69" y="107"/>
                    <a:pt x="67" y="111"/>
                    <a:pt x="63" y="113"/>
                  </a:cubicBezTo>
                  <a:cubicBezTo>
                    <a:pt x="61" y="114"/>
                    <a:pt x="58" y="113"/>
                    <a:pt x="56" y="112"/>
                  </a:cubicBezTo>
                  <a:cubicBezTo>
                    <a:pt x="55" y="111"/>
                    <a:pt x="54" y="110"/>
                    <a:pt x="53" y="108"/>
                  </a:cubicBezTo>
                  <a:cubicBezTo>
                    <a:pt x="52" y="104"/>
                    <a:pt x="54" y="100"/>
                    <a:pt x="58" y="98"/>
                  </a:cubicBezTo>
                  <a:moveTo>
                    <a:pt x="45" y="90"/>
                  </a:moveTo>
                  <a:cubicBezTo>
                    <a:pt x="42" y="91"/>
                    <a:pt x="39" y="91"/>
                    <a:pt x="37" y="91"/>
                  </a:cubicBezTo>
                  <a:cubicBezTo>
                    <a:pt x="37" y="91"/>
                    <a:pt x="36" y="90"/>
                    <a:pt x="36" y="90"/>
                  </a:cubicBezTo>
                  <a:cubicBezTo>
                    <a:pt x="34" y="89"/>
                    <a:pt x="33" y="88"/>
                    <a:pt x="32" y="86"/>
                  </a:cubicBezTo>
                  <a:cubicBezTo>
                    <a:pt x="31" y="83"/>
                    <a:pt x="31" y="81"/>
                    <a:pt x="32" y="79"/>
                  </a:cubicBezTo>
                  <a:cubicBezTo>
                    <a:pt x="33" y="77"/>
                    <a:pt x="35" y="75"/>
                    <a:pt x="39" y="74"/>
                  </a:cubicBezTo>
                  <a:cubicBezTo>
                    <a:pt x="42" y="72"/>
                    <a:pt x="45" y="72"/>
                    <a:pt x="47" y="73"/>
                  </a:cubicBezTo>
                  <a:cubicBezTo>
                    <a:pt x="47" y="73"/>
                    <a:pt x="48" y="73"/>
                    <a:pt x="48" y="73"/>
                  </a:cubicBezTo>
                  <a:cubicBezTo>
                    <a:pt x="50" y="74"/>
                    <a:pt x="51" y="76"/>
                    <a:pt x="52" y="78"/>
                  </a:cubicBezTo>
                  <a:cubicBezTo>
                    <a:pt x="53" y="80"/>
                    <a:pt x="53" y="83"/>
                    <a:pt x="52" y="85"/>
                  </a:cubicBezTo>
                  <a:cubicBezTo>
                    <a:pt x="51" y="87"/>
                    <a:pt x="49" y="89"/>
                    <a:pt x="45" y="90"/>
                  </a:cubicBezTo>
                  <a:moveTo>
                    <a:pt x="0" y="49"/>
                  </a:moveTo>
                  <a:cubicBezTo>
                    <a:pt x="34" y="135"/>
                    <a:pt x="34" y="135"/>
                    <a:pt x="34" y="135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100" y="109"/>
                    <a:pt x="100" y="109"/>
                    <a:pt x="100" y="10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0" y="4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6" name="Freeform 29"/>
            <p:cNvSpPr/>
            <p:nvPr/>
          </p:nvSpPr>
          <p:spPr bwMode="auto">
            <a:xfrm>
              <a:off x="2546350" y="2913063"/>
              <a:ext cx="26988" cy="1746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8" y="0"/>
                </a:cxn>
                <a:cxn ang="0">
                  <a:pos x="5" y="1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7" y="6"/>
                </a:cxn>
                <a:cxn ang="0">
                  <a:pos x="11" y="4"/>
                </a:cxn>
                <a:cxn ang="0">
                  <a:pos x="12" y="2"/>
                </a:cxn>
                <a:cxn ang="0">
                  <a:pos x="10" y="0"/>
                </a:cxn>
              </a:cxnLst>
              <a:rect l="0" t="0" r="r" b="b"/>
              <a:pathLst>
                <a:path w="12" h="8">
                  <a:moveTo>
                    <a:pt x="10" y="0"/>
                  </a:moveTo>
                  <a:cubicBezTo>
                    <a:pt x="10" y="0"/>
                    <a:pt x="9" y="0"/>
                    <a:pt x="8" y="0"/>
                  </a:cubicBezTo>
                  <a:cubicBezTo>
                    <a:pt x="7" y="0"/>
                    <a:pt x="6" y="1"/>
                    <a:pt x="5" y="1"/>
                  </a:cubicBezTo>
                  <a:cubicBezTo>
                    <a:pt x="2" y="2"/>
                    <a:pt x="1" y="3"/>
                    <a:pt x="0" y="4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2" y="8"/>
                    <a:pt x="3" y="8"/>
                    <a:pt x="3" y="7"/>
                  </a:cubicBezTo>
                  <a:cubicBezTo>
                    <a:pt x="4" y="7"/>
                    <a:pt x="6" y="7"/>
                    <a:pt x="7" y="6"/>
                  </a:cubicBezTo>
                  <a:cubicBezTo>
                    <a:pt x="9" y="5"/>
                    <a:pt x="11" y="5"/>
                    <a:pt x="11" y="4"/>
                  </a:cubicBezTo>
                  <a:cubicBezTo>
                    <a:pt x="12" y="3"/>
                    <a:pt x="12" y="2"/>
                    <a:pt x="12" y="2"/>
                  </a:cubicBezTo>
                  <a:cubicBezTo>
                    <a:pt x="11" y="1"/>
                    <a:pt x="11" y="0"/>
                    <a:pt x="1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7" name="Freeform 30"/>
            <p:cNvSpPr/>
            <p:nvPr/>
          </p:nvSpPr>
          <p:spPr bwMode="auto">
            <a:xfrm>
              <a:off x="1800225" y="1687513"/>
              <a:ext cx="36513" cy="22225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2" y="6"/>
                </a:cxn>
                <a:cxn ang="0">
                  <a:pos x="7" y="8"/>
                </a:cxn>
                <a:cxn ang="0">
                  <a:pos x="13" y="9"/>
                </a:cxn>
                <a:cxn ang="0">
                  <a:pos x="15" y="8"/>
                </a:cxn>
                <a:cxn ang="0">
                  <a:pos x="15" y="5"/>
                </a:cxn>
                <a:cxn ang="0">
                  <a:pos x="13" y="4"/>
                </a:cxn>
                <a:cxn ang="0">
                  <a:pos x="9" y="1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4"/>
                </a:cxn>
              </a:cxnLst>
              <a:rect l="0" t="0" r="r" b="b"/>
              <a:pathLst>
                <a:path w="16" h="10">
                  <a:moveTo>
                    <a:pt x="1" y="4"/>
                  </a:moveTo>
                  <a:cubicBezTo>
                    <a:pt x="1" y="5"/>
                    <a:pt x="2" y="5"/>
                    <a:pt x="2" y="6"/>
                  </a:cubicBezTo>
                  <a:cubicBezTo>
                    <a:pt x="3" y="7"/>
                    <a:pt x="5" y="7"/>
                    <a:pt x="7" y="8"/>
                  </a:cubicBezTo>
                  <a:cubicBezTo>
                    <a:pt x="10" y="9"/>
                    <a:pt x="12" y="10"/>
                    <a:pt x="13" y="9"/>
                  </a:cubicBezTo>
                  <a:cubicBezTo>
                    <a:pt x="14" y="9"/>
                    <a:pt x="15" y="9"/>
                    <a:pt x="15" y="8"/>
                  </a:cubicBezTo>
                  <a:cubicBezTo>
                    <a:pt x="16" y="7"/>
                    <a:pt x="16" y="6"/>
                    <a:pt x="15" y="5"/>
                  </a:cubicBezTo>
                  <a:cubicBezTo>
                    <a:pt x="15" y="5"/>
                    <a:pt x="14" y="4"/>
                    <a:pt x="13" y="4"/>
                  </a:cubicBezTo>
                  <a:cubicBezTo>
                    <a:pt x="12" y="3"/>
                    <a:pt x="11" y="2"/>
                    <a:pt x="9" y="1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3"/>
                    <a:pt x="0" y="4"/>
                    <a:pt x="1" y="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8" name="Freeform 31"/>
            <p:cNvSpPr>
              <a:spLocks noEditPoints="1"/>
            </p:cNvSpPr>
            <p:nvPr/>
          </p:nvSpPr>
          <p:spPr bwMode="auto">
            <a:xfrm>
              <a:off x="1614488" y="1536700"/>
              <a:ext cx="284163" cy="376238"/>
            </a:xfrm>
            <a:custGeom>
              <a:avLst/>
              <a:gdLst/>
              <a:ahLst/>
              <a:cxnLst>
                <a:cxn ang="0">
                  <a:pos x="73" y="78"/>
                </a:cxn>
                <a:cxn ang="0">
                  <a:pos x="83" y="89"/>
                </a:cxn>
                <a:cxn ang="0">
                  <a:pos x="95" y="104"/>
                </a:cxn>
                <a:cxn ang="0">
                  <a:pos x="92" y="110"/>
                </a:cxn>
                <a:cxn ang="0">
                  <a:pos x="75" y="91"/>
                </a:cxn>
                <a:cxn ang="0">
                  <a:pos x="66" y="79"/>
                </a:cxn>
                <a:cxn ang="0">
                  <a:pos x="53" y="65"/>
                </a:cxn>
                <a:cxn ang="0">
                  <a:pos x="56" y="58"/>
                </a:cxn>
                <a:cxn ang="0">
                  <a:pos x="73" y="78"/>
                </a:cxn>
                <a:cxn ang="0">
                  <a:pos x="97" y="63"/>
                </a:cxn>
                <a:cxn ang="0">
                  <a:pos x="106" y="70"/>
                </a:cxn>
                <a:cxn ang="0">
                  <a:pos x="106" y="71"/>
                </a:cxn>
                <a:cxn ang="0">
                  <a:pos x="106" y="79"/>
                </a:cxn>
                <a:cxn ang="0">
                  <a:pos x="99" y="85"/>
                </a:cxn>
                <a:cxn ang="0">
                  <a:pos x="89" y="84"/>
                </a:cxn>
                <a:cxn ang="0">
                  <a:pos x="81" y="77"/>
                </a:cxn>
                <a:cxn ang="0">
                  <a:pos x="80" y="76"/>
                </a:cxn>
                <a:cxn ang="0">
                  <a:pos x="81" y="68"/>
                </a:cxn>
                <a:cxn ang="0">
                  <a:pos x="87" y="62"/>
                </a:cxn>
                <a:cxn ang="0">
                  <a:pos x="97" y="63"/>
                </a:cxn>
                <a:cxn ang="0">
                  <a:pos x="55" y="124"/>
                </a:cxn>
                <a:cxn ang="0">
                  <a:pos x="61" y="131"/>
                </a:cxn>
                <a:cxn ang="0">
                  <a:pos x="60" y="137"/>
                </a:cxn>
                <a:cxn ang="0">
                  <a:pos x="47" y="143"/>
                </a:cxn>
                <a:cxn ang="0">
                  <a:pos x="41" y="136"/>
                </a:cxn>
                <a:cxn ang="0">
                  <a:pos x="42" y="130"/>
                </a:cxn>
                <a:cxn ang="0">
                  <a:pos x="55" y="124"/>
                </a:cxn>
                <a:cxn ang="0">
                  <a:pos x="51" y="106"/>
                </a:cxn>
                <a:cxn ang="0">
                  <a:pos x="42" y="99"/>
                </a:cxn>
                <a:cxn ang="0">
                  <a:pos x="42" y="98"/>
                </a:cxn>
                <a:cxn ang="0">
                  <a:pos x="42" y="90"/>
                </a:cxn>
                <a:cxn ang="0">
                  <a:pos x="49" y="84"/>
                </a:cxn>
                <a:cxn ang="0">
                  <a:pos x="59" y="85"/>
                </a:cxn>
                <a:cxn ang="0">
                  <a:pos x="68" y="91"/>
                </a:cxn>
                <a:cxn ang="0">
                  <a:pos x="68" y="92"/>
                </a:cxn>
                <a:cxn ang="0">
                  <a:pos x="67" y="100"/>
                </a:cxn>
                <a:cxn ang="0">
                  <a:pos x="61" y="107"/>
                </a:cxn>
                <a:cxn ang="0">
                  <a:pos x="51" y="106"/>
                </a:cxn>
                <a:cxn ang="0">
                  <a:pos x="45" y="28"/>
                </a:cxn>
                <a:cxn ang="0">
                  <a:pos x="0" y="137"/>
                </a:cxn>
                <a:cxn ang="0">
                  <a:pos x="12" y="142"/>
                </a:cxn>
                <a:cxn ang="0">
                  <a:pos x="85" y="172"/>
                </a:cxn>
                <a:cxn ang="0">
                  <a:pos x="105" y="122"/>
                </a:cxn>
                <a:cxn ang="0">
                  <a:pos x="130" y="63"/>
                </a:cxn>
                <a:cxn ang="0">
                  <a:pos x="106" y="0"/>
                </a:cxn>
                <a:cxn ang="0">
                  <a:pos x="45" y="28"/>
                </a:cxn>
              </a:cxnLst>
              <a:rect l="0" t="0" r="r" b="b"/>
              <a:pathLst>
                <a:path w="130" h="172">
                  <a:moveTo>
                    <a:pt x="73" y="78"/>
                  </a:moveTo>
                  <a:cubicBezTo>
                    <a:pt x="83" y="89"/>
                    <a:pt x="83" y="89"/>
                    <a:pt x="83" y="89"/>
                  </a:cubicBezTo>
                  <a:cubicBezTo>
                    <a:pt x="95" y="104"/>
                    <a:pt x="95" y="104"/>
                    <a:pt x="95" y="104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6" y="79"/>
                    <a:pt x="66" y="79"/>
                    <a:pt x="66" y="79"/>
                  </a:cubicBezTo>
                  <a:cubicBezTo>
                    <a:pt x="53" y="65"/>
                    <a:pt x="53" y="65"/>
                    <a:pt x="53" y="65"/>
                  </a:cubicBezTo>
                  <a:cubicBezTo>
                    <a:pt x="56" y="58"/>
                    <a:pt x="56" y="58"/>
                    <a:pt x="56" y="58"/>
                  </a:cubicBezTo>
                  <a:lnTo>
                    <a:pt x="73" y="78"/>
                  </a:lnTo>
                  <a:close/>
                  <a:moveTo>
                    <a:pt x="97" y="63"/>
                  </a:moveTo>
                  <a:cubicBezTo>
                    <a:pt x="102" y="65"/>
                    <a:pt x="104" y="67"/>
                    <a:pt x="106" y="70"/>
                  </a:cubicBezTo>
                  <a:cubicBezTo>
                    <a:pt x="106" y="70"/>
                    <a:pt x="106" y="71"/>
                    <a:pt x="106" y="71"/>
                  </a:cubicBezTo>
                  <a:cubicBezTo>
                    <a:pt x="107" y="73"/>
                    <a:pt x="107" y="76"/>
                    <a:pt x="106" y="79"/>
                  </a:cubicBezTo>
                  <a:cubicBezTo>
                    <a:pt x="104" y="82"/>
                    <a:pt x="102" y="84"/>
                    <a:pt x="99" y="85"/>
                  </a:cubicBezTo>
                  <a:cubicBezTo>
                    <a:pt x="97" y="86"/>
                    <a:pt x="93" y="86"/>
                    <a:pt x="89" y="84"/>
                  </a:cubicBezTo>
                  <a:cubicBezTo>
                    <a:pt x="85" y="82"/>
                    <a:pt x="82" y="80"/>
                    <a:pt x="81" y="77"/>
                  </a:cubicBezTo>
                  <a:cubicBezTo>
                    <a:pt x="80" y="77"/>
                    <a:pt x="80" y="77"/>
                    <a:pt x="80" y="76"/>
                  </a:cubicBezTo>
                  <a:cubicBezTo>
                    <a:pt x="79" y="74"/>
                    <a:pt x="79" y="71"/>
                    <a:pt x="81" y="68"/>
                  </a:cubicBezTo>
                  <a:cubicBezTo>
                    <a:pt x="82" y="65"/>
                    <a:pt x="84" y="63"/>
                    <a:pt x="87" y="62"/>
                  </a:cubicBezTo>
                  <a:cubicBezTo>
                    <a:pt x="90" y="61"/>
                    <a:pt x="93" y="61"/>
                    <a:pt x="97" y="63"/>
                  </a:cubicBezTo>
                  <a:moveTo>
                    <a:pt x="55" y="124"/>
                  </a:moveTo>
                  <a:cubicBezTo>
                    <a:pt x="58" y="126"/>
                    <a:pt x="60" y="128"/>
                    <a:pt x="61" y="131"/>
                  </a:cubicBezTo>
                  <a:cubicBezTo>
                    <a:pt x="61" y="133"/>
                    <a:pt x="61" y="135"/>
                    <a:pt x="60" y="137"/>
                  </a:cubicBezTo>
                  <a:cubicBezTo>
                    <a:pt x="58" y="142"/>
                    <a:pt x="52" y="145"/>
                    <a:pt x="47" y="143"/>
                  </a:cubicBezTo>
                  <a:cubicBezTo>
                    <a:pt x="44" y="141"/>
                    <a:pt x="42" y="139"/>
                    <a:pt x="41" y="136"/>
                  </a:cubicBezTo>
                  <a:cubicBezTo>
                    <a:pt x="41" y="134"/>
                    <a:pt x="41" y="132"/>
                    <a:pt x="42" y="130"/>
                  </a:cubicBezTo>
                  <a:cubicBezTo>
                    <a:pt x="44" y="125"/>
                    <a:pt x="50" y="122"/>
                    <a:pt x="55" y="124"/>
                  </a:cubicBezTo>
                  <a:moveTo>
                    <a:pt x="51" y="106"/>
                  </a:moveTo>
                  <a:cubicBezTo>
                    <a:pt x="46" y="104"/>
                    <a:pt x="44" y="102"/>
                    <a:pt x="42" y="99"/>
                  </a:cubicBezTo>
                  <a:cubicBezTo>
                    <a:pt x="42" y="99"/>
                    <a:pt x="42" y="98"/>
                    <a:pt x="42" y="98"/>
                  </a:cubicBezTo>
                  <a:cubicBezTo>
                    <a:pt x="41" y="95"/>
                    <a:pt x="41" y="93"/>
                    <a:pt x="42" y="90"/>
                  </a:cubicBezTo>
                  <a:cubicBezTo>
                    <a:pt x="44" y="87"/>
                    <a:pt x="46" y="85"/>
                    <a:pt x="49" y="84"/>
                  </a:cubicBezTo>
                  <a:cubicBezTo>
                    <a:pt x="51" y="83"/>
                    <a:pt x="55" y="83"/>
                    <a:pt x="59" y="85"/>
                  </a:cubicBezTo>
                  <a:cubicBezTo>
                    <a:pt x="63" y="86"/>
                    <a:pt x="66" y="89"/>
                    <a:pt x="68" y="91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9" y="95"/>
                    <a:pt x="69" y="97"/>
                    <a:pt x="67" y="100"/>
                  </a:cubicBezTo>
                  <a:cubicBezTo>
                    <a:pt x="66" y="103"/>
                    <a:pt x="64" y="106"/>
                    <a:pt x="61" y="107"/>
                  </a:cubicBezTo>
                  <a:cubicBezTo>
                    <a:pt x="58" y="108"/>
                    <a:pt x="55" y="107"/>
                    <a:pt x="51" y="106"/>
                  </a:cubicBezTo>
                  <a:moveTo>
                    <a:pt x="45" y="28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12" y="142"/>
                    <a:pt x="12" y="142"/>
                    <a:pt x="12" y="142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105" y="122"/>
                    <a:pt x="105" y="122"/>
                    <a:pt x="105" y="122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06" y="0"/>
                    <a:pt x="106" y="0"/>
                    <a:pt x="106" y="0"/>
                  </a:cubicBezTo>
                  <a:lnTo>
                    <a:pt x="45" y="2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49" name="Freeform 32"/>
            <p:cNvSpPr/>
            <p:nvPr/>
          </p:nvSpPr>
          <p:spPr bwMode="auto">
            <a:xfrm>
              <a:off x="1717675" y="1733550"/>
              <a:ext cx="34925" cy="22225"/>
            </a:xfrm>
            <a:custGeom>
              <a:avLst/>
              <a:gdLst/>
              <a:ahLst/>
              <a:cxnLst>
                <a:cxn ang="0">
                  <a:pos x="15" y="5"/>
                </a:cxn>
                <a:cxn ang="0">
                  <a:pos x="13" y="4"/>
                </a:cxn>
                <a:cxn ang="0">
                  <a:pos x="9" y="2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5"/>
                </a:cxn>
                <a:cxn ang="0">
                  <a:pos x="2" y="6"/>
                </a:cxn>
                <a:cxn ang="0">
                  <a:pos x="6" y="8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5" y="5"/>
                </a:cxn>
              </a:cxnLst>
              <a:rect l="0" t="0" r="r" b="b"/>
              <a:pathLst>
                <a:path w="16" h="10">
                  <a:moveTo>
                    <a:pt x="15" y="5"/>
                  </a:moveTo>
                  <a:cubicBezTo>
                    <a:pt x="15" y="5"/>
                    <a:pt x="14" y="5"/>
                    <a:pt x="13" y="4"/>
                  </a:cubicBezTo>
                  <a:cubicBezTo>
                    <a:pt x="12" y="3"/>
                    <a:pt x="11" y="3"/>
                    <a:pt x="9" y="2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2" y="1"/>
                    <a:pt x="1" y="1"/>
                    <a:pt x="1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5"/>
                    <a:pt x="2" y="6"/>
                    <a:pt x="2" y="6"/>
                  </a:cubicBezTo>
                  <a:cubicBezTo>
                    <a:pt x="3" y="7"/>
                    <a:pt x="5" y="8"/>
                    <a:pt x="6" y="8"/>
                  </a:cubicBezTo>
                  <a:cubicBezTo>
                    <a:pt x="10" y="10"/>
                    <a:pt x="12" y="10"/>
                    <a:pt x="13" y="10"/>
                  </a:cubicBezTo>
                  <a:cubicBezTo>
                    <a:pt x="14" y="10"/>
                    <a:pt x="15" y="9"/>
                    <a:pt x="15" y="8"/>
                  </a:cubicBezTo>
                  <a:cubicBezTo>
                    <a:pt x="16" y="7"/>
                    <a:pt x="16" y="6"/>
                    <a:pt x="15" y="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0" name="Freeform 33"/>
            <p:cNvSpPr/>
            <p:nvPr/>
          </p:nvSpPr>
          <p:spPr bwMode="auto">
            <a:xfrm>
              <a:off x="3294063" y="2252663"/>
              <a:ext cx="288925" cy="198438"/>
            </a:xfrm>
            <a:custGeom>
              <a:avLst/>
              <a:gdLst/>
              <a:ahLst/>
              <a:cxnLst>
                <a:cxn ang="0">
                  <a:pos x="105" y="33"/>
                </a:cxn>
                <a:cxn ang="0">
                  <a:pos x="132" y="62"/>
                </a:cxn>
                <a:cxn ang="0">
                  <a:pos x="103" y="91"/>
                </a:cxn>
                <a:cxn ang="0">
                  <a:pos x="31" y="91"/>
                </a:cxn>
                <a:cxn ang="0">
                  <a:pos x="0" y="62"/>
                </a:cxn>
                <a:cxn ang="0">
                  <a:pos x="27" y="33"/>
                </a:cxn>
                <a:cxn ang="0">
                  <a:pos x="27" y="32"/>
                </a:cxn>
                <a:cxn ang="0">
                  <a:pos x="66" y="0"/>
                </a:cxn>
                <a:cxn ang="0">
                  <a:pos x="105" y="32"/>
                </a:cxn>
                <a:cxn ang="0">
                  <a:pos x="105" y="33"/>
                </a:cxn>
              </a:cxnLst>
              <a:rect l="0" t="0" r="r" b="b"/>
              <a:pathLst>
                <a:path w="132" h="91">
                  <a:moveTo>
                    <a:pt x="105" y="33"/>
                  </a:moveTo>
                  <a:cubicBezTo>
                    <a:pt x="120" y="36"/>
                    <a:pt x="132" y="48"/>
                    <a:pt x="132" y="62"/>
                  </a:cubicBezTo>
                  <a:cubicBezTo>
                    <a:pt x="132" y="76"/>
                    <a:pt x="120" y="91"/>
                    <a:pt x="103" y="91"/>
                  </a:cubicBezTo>
                  <a:cubicBezTo>
                    <a:pt x="31" y="91"/>
                    <a:pt x="31" y="91"/>
                    <a:pt x="31" y="91"/>
                  </a:cubicBezTo>
                  <a:cubicBezTo>
                    <a:pt x="14" y="91"/>
                    <a:pt x="0" y="77"/>
                    <a:pt x="0" y="62"/>
                  </a:cubicBezTo>
                  <a:cubicBezTo>
                    <a:pt x="0" y="48"/>
                    <a:pt x="12" y="36"/>
                    <a:pt x="27" y="33"/>
                  </a:cubicBezTo>
                  <a:cubicBezTo>
                    <a:pt x="27" y="33"/>
                    <a:pt x="27" y="32"/>
                    <a:pt x="27" y="32"/>
                  </a:cubicBezTo>
                  <a:cubicBezTo>
                    <a:pt x="27" y="14"/>
                    <a:pt x="45" y="0"/>
                    <a:pt x="66" y="0"/>
                  </a:cubicBezTo>
                  <a:cubicBezTo>
                    <a:pt x="87" y="0"/>
                    <a:pt x="105" y="14"/>
                    <a:pt x="105" y="32"/>
                  </a:cubicBezTo>
                  <a:cubicBezTo>
                    <a:pt x="105" y="32"/>
                    <a:pt x="105" y="33"/>
                    <a:pt x="105" y="3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1" name="Freeform 34"/>
            <p:cNvSpPr/>
            <p:nvPr/>
          </p:nvSpPr>
          <p:spPr bwMode="auto">
            <a:xfrm>
              <a:off x="1757332" y="870104"/>
              <a:ext cx="266700" cy="258763"/>
            </a:xfrm>
            <a:custGeom>
              <a:avLst/>
              <a:gdLst/>
              <a:ahLst/>
              <a:cxnLst>
                <a:cxn ang="0">
                  <a:pos x="65" y="2"/>
                </a:cxn>
                <a:cxn ang="0">
                  <a:pos x="120" y="57"/>
                </a:cxn>
                <a:cxn ang="0">
                  <a:pos x="93" y="96"/>
                </a:cxn>
                <a:cxn ang="0">
                  <a:pos x="100" y="118"/>
                </a:cxn>
                <a:cxn ang="0">
                  <a:pos x="80" y="101"/>
                </a:cxn>
                <a:cxn ang="0">
                  <a:pos x="57" y="104"/>
                </a:cxn>
                <a:cxn ang="0">
                  <a:pos x="2" y="49"/>
                </a:cxn>
                <a:cxn ang="0">
                  <a:pos x="65" y="2"/>
                </a:cxn>
              </a:cxnLst>
              <a:rect l="0" t="0" r="r" b="b"/>
              <a:pathLst>
                <a:path w="122" h="118">
                  <a:moveTo>
                    <a:pt x="65" y="2"/>
                  </a:moveTo>
                  <a:cubicBezTo>
                    <a:pt x="97" y="4"/>
                    <a:pt x="122" y="29"/>
                    <a:pt x="120" y="57"/>
                  </a:cubicBezTo>
                  <a:cubicBezTo>
                    <a:pt x="119" y="74"/>
                    <a:pt x="108" y="88"/>
                    <a:pt x="93" y="96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80" y="101"/>
                    <a:pt x="80" y="101"/>
                    <a:pt x="80" y="101"/>
                  </a:cubicBezTo>
                  <a:cubicBezTo>
                    <a:pt x="73" y="103"/>
                    <a:pt x="65" y="104"/>
                    <a:pt x="57" y="104"/>
                  </a:cubicBezTo>
                  <a:cubicBezTo>
                    <a:pt x="25" y="101"/>
                    <a:pt x="0" y="77"/>
                    <a:pt x="2" y="49"/>
                  </a:cubicBezTo>
                  <a:cubicBezTo>
                    <a:pt x="4" y="21"/>
                    <a:pt x="32" y="0"/>
                    <a:pt x="65" y="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2" name="Freeform 35"/>
            <p:cNvSpPr>
              <a:spLocks noEditPoints="1"/>
            </p:cNvSpPr>
            <p:nvPr/>
          </p:nvSpPr>
          <p:spPr bwMode="auto">
            <a:xfrm>
              <a:off x="1479550" y="717550"/>
              <a:ext cx="265113" cy="246063"/>
            </a:xfrm>
            <a:custGeom>
              <a:avLst/>
              <a:gdLst/>
              <a:ahLst/>
              <a:cxnLst>
                <a:cxn ang="0">
                  <a:pos x="85" y="64"/>
                </a:cxn>
                <a:cxn ang="0">
                  <a:pos x="78" y="56"/>
                </a:cxn>
                <a:cxn ang="0">
                  <a:pos x="87" y="48"/>
                </a:cxn>
                <a:cxn ang="0">
                  <a:pos x="94" y="57"/>
                </a:cxn>
                <a:cxn ang="0">
                  <a:pos x="85" y="64"/>
                </a:cxn>
                <a:cxn ang="0">
                  <a:pos x="60" y="62"/>
                </a:cxn>
                <a:cxn ang="0">
                  <a:pos x="52" y="54"/>
                </a:cxn>
                <a:cxn ang="0">
                  <a:pos x="61" y="46"/>
                </a:cxn>
                <a:cxn ang="0">
                  <a:pos x="68" y="55"/>
                </a:cxn>
                <a:cxn ang="0">
                  <a:pos x="60" y="62"/>
                </a:cxn>
                <a:cxn ang="0">
                  <a:pos x="34" y="60"/>
                </a:cxn>
                <a:cxn ang="0">
                  <a:pos x="27" y="52"/>
                </a:cxn>
                <a:cxn ang="0">
                  <a:pos x="35" y="44"/>
                </a:cxn>
                <a:cxn ang="0">
                  <a:pos x="42" y="53"/>
                </a:cxn>
                <a:cxn ang="0">
                  <a:pos x="34" y="60"/>
                </a:cxn>
                <a:cxn ang="0">
                  <a:pos x="64" y="2"/>
                </a:cxn>
                <a:cxn ang="0">
                  <a:pos x="1" y="49"/>
                </a:cxn>
                <a:cxn ang="0">
                  <a:pos x="23" y="92"/>
                </a:cxn>
                <a:cxn ang="0">
                  <a:pos x="13" y="112"/>
                </a:cxn>
                <a:cxn ang="0">
                  <a:pos x="34" y="99"/>
                </a:cxn>
                <a:cxn ang="0">
                  <a:pos x="57" y="104"/>
                </a:cxn>
                <a:cxn ang="0">
                  <a:pos x="119" y="57"/>
                </a:cxn>
                <a:cxn ang="0">
                  <a:pos x="64" y="2"/>
                </a:cxn>
              </a:cxnLst>
              <a:rect l="0" t="0" r="r" b="b"/>
              <a:pathLst>
                <a:path w="121" h="112">
                  <a:moveTo>
                    <a:pt x="85" y="64"/>
                  </a:moveTo>
                  <a:cubicBezTo>
                    <a:pt x="81" y="64"/>
                    <a:pt x="78" y="60"/>
                    <a:pt x="78" y="56"/>
                  </a:cubicBezTo>
                  <a:cubicBezTo>
                    <a:pt x="78" y="51"/>
                    <a:pt x="82" y="48"/>
                    <a:pt x="87" y="48"/>
                  </a:cubicBezTo>
                  <a:cubicBezTo>
                    <a:pt x="91" y="48"/>
                    <a:pt x="94" y="52"/>
                    <a:pt x="94" y="57"/>
                  </a:cubicBezTo>
                  <a:cubicBezTo>
                    <a:pt x="94" y="61"/>
                    <a:pt x="90" y="64"/>
                    <a:pt x="85" y="64"/>
                  </a:cubicBezTo>
                  <a:moveTo>
                    <a:pt x="60" y="62"/>
                  </a:moveTo>
                  <a:cubicBezTo>
                    <a:pt x="55" y="62"/>
                    <a:pt x="52" y="58"/>
                    <a:pt x="52" y="54"/>
                  </a:cubicBezTo>
                  <a:cubicBezTo>
                    <a:pt x="53" y="49"/>
                    <a:pt x="56" y="46"/>
                    <a:pt x="61" y="46"/>
                  </a:cubicBezTo>
                  <a:cubicBezTo>
                    <a:pt x="65" y="47"/>
                    <a:pt x="69" y="50"/>
                    <a:pt x="68" y="55"/>
                  </a:cubicBezTo>
                  <a:cubicBezTo>
                    <a:pt x="68" y="59"/>
                    <a:pt x="64" y="63"/>
                    <a:pt x="60" y="62"/>
                  </a:cubicBezTo>
                  <a:moveTo>
                    <a:pt x="34" y="60"/>
                  </a:moveTo>
                  <a:cubicBezTo>
                    <a:pt x="30" y="60"/>
                    <a:pt x="26" y="56"/>
                    <a:pt x="27" y="52"/>
                  </a:cubicBezTo>
                  <a:cubicBezTo>
                    <a:pt x="27" y="48"/>
                    <a:pt x="31" y="44"/>
                    <a:pt x="35" y="44"/>
                  </a:cubicBezTo>
                  <a:cubicBezTo>
                    <a:pt x="39" y="45"/>
                    <a:pt x="43" y="49"/>
                    <a:pt x="42" y="53"/>
                  </a:cubicBezTo>
                  <a:cubicBezTo>
                    <a:pt x="42" y="57"/>
                    <a:pt x="38" y="61"/>
                    <a:pt x="34" y="60"/>
                  </a:cubicBezTo>
                  <a:moveTo>
                    <a:pt x="64" y="2"/>
                  </a:moveTo>
                  <a:cubicBezTo>
                    <a:pt x="31" y="0"/>
                    <a:pt x="3" y="21"/>
                    <a:pt x="1" y="49"/>
                  </a:cubicBezTo>
                  <a:cubicBezTo>
                    <a:pt x="0" y="66"/>
                    <a:pt x="9" y="82"/>
                    <a:pt x="23" y="92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41" y="102"/>
                    <a:pt x="49" y="103"/>
                    <a:pt x="57" y="104"/>
                  </a:cubicBezTo>
                  <a:cubicBezTo>
                    <a:pt x="89" y="106"/>
                    <a:pt x="117" y="85"/>
                    <a:pt x="119" y="57"/>
                  </a:cubicBezTo>
                  <a:cubicBezTo>
                    <a:pt x="121" y="29"/>
                    <a:pt x="96" y="5"/>
                    <a:pt x="64" y="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3" name="Freeform 36"/>
            <p:cNvSpPr>
              <a:spLocks noEditPoints="1"/>
            </p:cNvSpPr>
            <p:nvPr/>
          </p:nvSpPr>
          <p:spPr bwMode="auto">
            <a:xfrm>
              <a:off x="2890838" y="2314575"/>
              <a:ext cx="304800" cy="31750"/>
            </a:xfrm>
            <a:custGeom>
              <a:avLst/>
              <a:gdLst/>
              <a:ahLst/>
              <a:cxnLst>
                <a:cxn ang="0">
                  <a:pos x="13" y="15"/>
                </a:cxn>
                <a:cxn ang="0">
                  <a:pos x="17" y="15"/>
                </a:cxn>
                <a:cxn ang="0">
                  <a:pos x="17" y="13"/>
                </a:cxn>
                <a:cxn ang="0">
                  <a:pos x="11" y="7"/>
                </a:cxn>
                <a:cxn ang="0">
                  <a:pos x="17" y="1"/>
                </a:cxn>
                <a:cxn ang="0">
                  <a:pos x="17" y="0"/>
                </a:cxn>
                <a:cxn ang="0">
                  <a:pos x="13" y="0"/>
                </a:cxn>
                <a:cxn ang="0">
                  <a:pos x="13" y="15"/>
                </a:cxn>
                <a:cxn ang="0">
                  <a:pos x="17" y="15"/>
                </a:cxn>
                <a:cxn ang="0">
                  <a:pos x="123" y="15"/>
                </a:cxn>
                <a:cxn ang="0">
                  <a:pos x="123" y="13"/>
                </a:cxn>
                <a:cxn ang="0">
                  <a:pos x="116" y="7"/>
                </a:cxn>
                <a:cxn ang="0">
                  <a:pos x="123" y="1"/>
                </a:cxn>
                <a:cxn ang="0">
                  <a:pos x="123" y="0"/>
                </a:cxn>
                <a:cxn ang="0">
                  <a:pos x="17" y="0"/>
                </a:cxn>
                <a:cxn ang="0">
                  <a:pos x="17" y="1"/>
                </a:cxn>
                <a:cxn ang="0">
                  <a:pos x="24" y="7"/>
                </a:cxn>
                <a:cxn ang="0">
                  <a:pos x="17" y="13"/>
                </a:cxn>
                <a:cxn ang="0">
                  <a:pos x="17" y="15"/>
                </a:cxn>
                <a:cxn ang="0">
                  <a:pos x="123" y="15"/>
                </a:cxn>
                <a:cxn ang="0">
                  <a:pos x="127" y="15"/>
                </a:cxn>
                <a:cxn ang="0">
                  <a:pos x="127" y="0"/>
                </a:cxn>
                <a:cxn ang="0">
                  <a:pos x="123" y="0"/>
                </a:cxn>
                <a:cxn ang="0">
                  <a:pos x="123" y="1"/>
                </a:cxn>
                <a:cxn ang="0">
                  <a:pos x="129" y="7"/>
                </a:cxn>
                <a:cxn ang="0">
                  <a:pos x="123" y="13"/>
                </a:cxn>
                <a:cxn ang="0">
                  <a:pos x="123" y="15"/>
                </a:cxn>
              </a:cxnLst>
              <a:rect l="0" t="0" r="r" b="b"/>
              <a:pathLst>
                <a:path w="140" h="15">
                  <a:moveTo>
                    <a:pt x="13" y="15"/>
                  </a:moveTo>
                  <a:cubicBezTo>
                    <a:pt x="17" y="15"/>
                    <a:pt x="17" y="15"/>
                    <a:pt x="17" y="15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4" y="13"/>
                    <a:pt x="11" y="11"/>
                    <a:pt x="11" y="7"/>
                  </a:cubicBezTo>
                  <a:cubicBezTo>
                    <a:pt x="11" y="4"/>
                    <a:pt x="14" y="1"/>
                    <a:pt x="17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15"/>
                    <a:pt x="13" y="15"/>
                  </a:cubicBezTo>
                  <a:moveTo>
                    <a:pt x="17" y="15"/>
                  </a:moveTo>
                  <a:cubicBezTo>
                    <a:pt x="123" y="15"/>
                    <a:pt x="123" y="15"/>
                    <a:pt x="123" y="15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19" y="13"/>
                    <a:pt x="116" y="11"/>
                    <a:pt x="116" y="7"/>
                  </a:cubicBezTo>
                  <a:cubicBezTo>
                    <a:pt x="116" y="4"/>
                    <a:pt x="119" y="1"/>
                    <a:pt x="123" y="1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88" y="0"/>
                    <a:pt x="52" y="0"/>
                    <a:pt x="17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1" y="1"/>
                    <a:pt x="24" y="4"/>
                    <a:pt x="24" y="7"/>
                  </a:cubicBezTo>
                  <a:cubicBezTo>
                    <a:pt x="24" y="11"/>
                    <a:pt x="21" y="13"/>
                    <a:pt x="17" y="13"/>
                  </a:cubicBezTo>
                  <a:lnTo>
                    <a:pt x="17" y="15"/>
                  </a:lnTo>
                  <a:close/>
                  <a:moveTo>
                    <a:pt x="123" y="15"/>
                  </a:moveTo>
                  <a:cubicBezTo>
                    <a:pt x="127" y="15"/>
                    <a:pt x="127" y="15"/>
                    <a:pt x="127" y="15"/>
                  </a:cubicBezTo>
                  <a:cubicBezTo>
                    <a:pt x="140" y="15"/>
                    <a:pt x="140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6" y="1"/>
                    <a:pt x="129" y="4"/>
                    <a:pt x="129" y="7"/>
                  </a:cubicBezTo>
                  <a:cubicBezTo>
                    <a:pt x="129" y="11"/>
                    <a:pt x="126" y="13"/>
                    <a:pt x="123" y="13"/>
                  </a:cubicBezTo>
                  <a:lnTo>
                    <a:pt x="123" y="1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3048000" y="2206625"/>
              <a:ext cx="25400" cy="26988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5" name="Freeform 38"/>
            <p:cNvSpPr/>
            <p:nvPr/>
          </p:nvSpPr>
          <p:spPr bwMode="auto">
            <a:xfrm>
              <a:off x="3062288" y="2222500"/>
              <a:ext cx="103188" cy="112713"/>
            </a:xfrm>
            <a:custGeom>
              <a:avLst/>
              <a:gdLst/>
              <a:ahLst/>
              <a:cxnLst>
                <a:cxn ang="0">
                  <a:pos x="46" y="48"/>
                </a:cxn>
                <a:cxn ang="0">
                  <a:pos x="5" y="2"/>
                </a:cxn>
                <a:cxn ang="0">
                  <a:pos x="1" y="1"/>
                </a:cxn>
                <a:cxn ang="0">
                  <a:pos x="1" y="5"/>
                </a:cxn>
                <a:cxn ang="0">
                  <a:pos x="42" y="51"/>
                </a:cxn>
                <a:cxn ang="0">
                  <a:pos x="46" y="52"/>
                </a:cxn>
                <a:cxn ang="0">
                  <a:pos x="46" y="48"/>
                </a:cxn>
              </a:cxnLst>
              <a:rect l="0" t="0" r="r" b="b"/>
              <a:pathLst>
                <a:path w="47" h="52">
                  <a:moveTo>
                    <a:pt x="46" y="48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3" y="52"/>
                    <a:pt x="45" y="52"/>
                    <a:pt x="46" y="52"/>
                  </a:cubicBezTo>
                  <a:cubicBezTo>
                    <a:pt x="47" y="51"/>
                    <a:pt x="47" y="49"/>
                    <a:pt x="46" y="4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6" name="Oval 39"/>
            <p:cNvSpPr>
              <a:spLocks noChangeArrowheads="1"/>
            </p:cNvSpPr>
            <p:nvPr/>
          </p:nvSpPr>
          <p:spPr bwMode="auto">
            <a:xfrm>
              <a:off x="3013075" y="2206625"/>
              <a:ext cx="25400" cy="26988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7" name="Freeform 40"/>
            <p:cNvSpPr/>
            <p:nvPr/>
          </p:nvSpPr>
          <p:spPr bwMode="auto">
            <a:xfrm>
              <a:off x="2921000" y="2212975"/>
              <a:ext cx="111125" cy="122238"/>
            </a:xfrm>
            <a:custGeom>
              <a:avLst/>
              <a:gdLst/>
              <a:ahLst/>
              <a:cxnLst>
                <a:cxn ang="0">
                  <a:pos x="1" y="52"/>
                </a:cxn>
                <a:cxn ang="0">
                  <a:pos x="46" y="1"/>
                </a:cxn>
                <a:cxn ang="0">
                  <a:pos x="50" y="1"/>
                </a:cxn>
                <a:cxn ang="0">
                  <a:pos x="50" y="5"/>
                </a:cxn>
                <a:cxn ang="0">
                  <a:pos x="5" y="55"/>
                </a:cxn>
                <a:cxn ang="0">
                  <a:pos x="1" y="56"/>
                </a:cxn>
                <a:cxn ang="0">
                  <a:pos x="1" y="52"/>
                </a:cxn>
              </a:cxnLst>
              <a:rect l="0" t="0" r="r" b="b"/>
              <a:pathLst>
                <a:path w="51" h="56">
                  <a:moveTo>
                    <a:pt x="1" y="52"/>
                  </a:moveTo>
                  <a:cubicBezTo>
                    <a:pt x="46" y="1"/>
                    <a:pt x="46" y="1"/>
                    <a:pt x="46" y="1"/>
                  </a:cubicBezTo>
                  <a:cubicBezTo>
                    <a:pt x="47" y="0"/>
                    <a:pt x="49" y="0"/>
                    <a:pt x="50" y="1"/>
                  </a:cubicBezTo>
                  <a:cubicBezTo>
                    <a:pt x="51" y="2"/>
                    <a:pt x="51" y="4"/>
                    <a:pt x="50" y="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4" y="56"/>
                    <a:pt x="2" y="56"/>
                    <a:pt x="1" y="56"/>
                  </a:cubicBezTo>
                  <a:cubicBezTo>
                    <a:pt x="0" y="55"/>
                    <a:pt x="0" y="53"/>
                    <a:pt x="1" y="5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8" name="Freeform 41"/>
            <p:cNvSpPr>
              <a:spLocks noEditPoints="1"/>
            </p:cNvSpPr>
            <p:nvPr/>
          </p:nvSpPr>
          <p:spPr bwMode="auto">
            <a:xfrm>
              <a:off x="2921000" y="2355850"/>
              <a:ext cx="244475" cy="95250"/>
            </a:xfrm>
            <a:custGeom>
              <a:avLst/>
              <a:gdLst/>
              <a:ahLst/>
              <a:cxnLst>
                <a:cxn ang="0">
                  <a:pos x="5" y="32"/>
                </a:cxn>
                <a:cxn ang="0">
                  <a:pos x="21" y="0"/>
                </a:cxn>
                <a:cxn ang="0">
                  <a:pos x="19" y="4"/>
                </a:cxn>
                <a:cxn ang="0">
                  <a:pos x="17" y="19"/>
                </a:cxn>
                <a:cxn ang="0">
                  <a:pos x="21" y="34"/>
                </a:cxn>
                <a:cxn ang="0">
                  <a:pos x="20" y="44"/>
                </a:cxn>
                <a:cxn ang="0">
                  <a:pos x="38" y="0"/>
                </a:cxn>
                <a:cxn ang="0">
                  <a:pos x="38" y="4"/>
                </a:cxn>
                <a:cxn ang="0">
                  <a:pos x="34" y="19"/>
                </a:cxn>
                <a:cxn ang="0">
                  <a:pos x="38" y="35"/>
                </a:cxn>
                <a:cxn ang="0">
                  <a:pos x="21" y="44"/>
                </a:cxn>
                <a:cxn ang="0">
                  <a:pos x="23" y="35"/>
                </a:cxn>
                <a:cxn ang="0">
                  <a:pos x="26" y="19"/>
                </a:cxn>
                <a:cxn ang="0">
                  <a:pos x="21" y="4"/>
                </a:cxn>
                <a:cxn ang="0">
                  <a:pos x="38" y="0"/>
                </a:cxn>
                <a:cxn ang="0">
                  <a:pos x="56" y="4"/>
                </a:cxn>
                <a:cxn ang="0">
                  <a:pos x="51" y="19"/>
                </a:cxn>
                <a:cxn ang="0">
                  <a:pos x="56" y="35"/>
                </a:cxn>
                <a:cxn ang="0">
                  <a:pos x="56" y="44"/>
                </a:cxn>
                <a:cxn ang="0">
                  <a:pos x="38" y="35"/>
                </a:cxn>
                <a:cxn ang="0">
                  <a:pos x="44" y="30"/>
                </a:cxn>
                <a:cxn ang="0">
                  <a:pos x="43" y="9"/>
                </a:cxn>
                <a:cxn ang="0">
                  <a:pos x="38" y="0"/>
                </a:cxn>
                <a:cxn ang="0">
                  <a:pos x="74" y="0"/>
                </a:cxn>
                <a:cxn ang="0">
                  <a:pos x="69" y="9"/>
                </a:cxn>
                <a:cxn ang="0">
                  <a:pos x="68" y="30"/>
                </a:cxn>
                <a:cxn ang="0">
                  <a:pos x="74" y="35"/>
                </a:cxn>
                <a:cxn ang="0">
                  <a:pos x="56" y="44"/>
                </a:cxn>
                <a:cxn ang="0">
                  <a:pos x="60" y="30"/>
                </a:cxn>
                <a:cxn ang="0">
                  <a:pos x="61" y="9"/>
                </a:cxn>
                <a:cxn ang="0">
                  <a:pos x="56" y="4"/>
                </a:cxn>
                <a:cxn ang="0">
                  <a:pos x="74" y="0"/>
                </a:cxn>
                <a:cxn ang="0">
                  <a:pos x="91" y="4"/>
                </a:cxn>
                <a:cxn ang="0">
                  <a:pos x="86" y="19"/>
                </a:cxn>
                <a:cxn ang="0">
                  <a:pos x="89" y="35"/>
                </a:cxn>
                <a:cxn ang="0">
                  <a:pos x="91" y="44"/>
                </a:cxn>
                <a:cxn ang="0">
                  <a:pos x="74" y="35"/>
                </a:cxn>
                <a:cxn ang="0">
                  <a:pos x="78" y="19"/>
                </a:cxn>
                <a:cxn ang="0">
                  <a:pos x="74" y="4"/>
                </a:cxn>
                <a:cxn ang="0">
                  <a:pos x="74" y="0"/>
                </a:cxn>
                <a:cxn ang="0">
                  <a:pos x="112" y="0"/>
                </a:cxn>
                <a:cxn ang="0">
                  <a:pos x="92" y="44"/>
                </a:cxn>
                <a:cxn ang="0">
                  <a:pos x="91" y="34"/>
                </a:cxn>
                <a:cxn ang="0">
                  <a:pos x="95" y="19"/>
                </a:cxn>
                <a:cxn ang="0">
                  <a:pos x="93" y="4"/>
                </a:cxn>
                <a:cxn ang="0">
                  <a:pos x="91" y="0"/>
                </a:cxn>
              </a:cxnLst>
              <a:rect l="0" t="0" r="r" b="b"/>
              <a:pathLst>
                <a:path w="112" h="44">
                  <a:moveTo>
                    <a:pt x="20" y="44"/>
                  </a:moveTo>
                  <a:cubicBezTo>
                    <a:pt x="10" y="44"/>
                    <a:pt x="7" y="39"/>
                    <a:pt x="5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20" y="4"/>
                    <a:pt x="19" y="4"/>
                  </a:cubicBezTo>
                  <a:cubicBezTo>
                    <a:pt x="17" y="4"/>
                    <a:pt x="15" y="6"/>
                    <a:pt x="15" y="9"/>
                  </a:cubicBezTo>
                  <a:cubicBezTo>
                    <a:pt x="16" y="12"/>
                    <a:pt x="16" y="16"/>
                    <a:pt x="17" y="19"/>
                  </a:cubicBezTo>
                  <a:cubicBezTo>
                    <a:pt x="17" y="23"/>
                    <a:pt x="18" y="27"/>
                    <a:pt x="18" y="30"/>
                  </a:cubicBezTo>
                  <a:cubicBezTo>
                    <a:pt x="18" y="32"/>
                    <a:pt x="19" y="34"/>
                    <a:pt x="21" y="3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0" y="44"/>
                  </a:lnTo>
                  <a:close/>
                  <a:moveTo>
                    <a:pt x="21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5" y="4"/>
                    <a:pt x="33" y="6"/>
                    <a:pt x="33" y="9"/>
                  </a:cubicBezTo>
                  <a:cubicBezTo>
                    <a:pt x="33" y="12"/>
                    <a:pt x="34" y="16"/>
                    <a:pt x="34" y="19"/>
                  </a:cubicBezTo>
                  <a:cubicBezTo>
                    <a:pt x="34" y="23"/>
                    <a:pt x="35" y="27"/>
                    <a:pt x="35" y="30"/>
                  </a:cubicBezTo>
                  <a:cubicBezTo>
                    <a:pt x="35" y="32"/>
                    <a:pt x="36" y="34"/>
                    <a:pt x="38" y="35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5"/>
                    <a:pt x="22" y="35"/>
                    <a:pt x="23" y="35"/>
                  </a:cubicBezTo>
                  <a:cubicBezTo>
                    <a:pt x="25" y="35"/>
                    <a:pt x="27" y="33"/>
                    <a:pt x="27" y="30"/>
                  </a:cubicBezTo>
                  <a:cubicBezTo>
                    <a:pt x="26" y="27"/>
                    <a:pt x="26" y="23"/>
                    <a:pt x="26" y="19"/>
                  </a:cubicBezTo>
                  <a:cubicBezTo>
                    <a:pt x="25" y="16"/>
                    <a:pt x="25" y="12"/>
                    <a:pt x="25" y="9"/>
                  </a:cubicBezTo>
                  <a:cubicBezTo>
                    <a:pt x="24" y="7"/>
                    <a:pt x="23" y="5"/>
                    <a:pt x="21" y="4"/>
                  </a:cubicBezTo>
                  <a:lnTo>
                    <a:pt x="21" y="0"/>
                  </a:lnTo>
                  <a:close/>
                  <a:moveTo>
                    <a:pt x="38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3" y="4"/>
                    <a:pt x="51" y="6"/>
                    <a:pt x="51" y="9"/>
                  </a:cubicBezTo>
                  <a:cubicBezTo>
                    <a:pt x="51" y="12"/>
                    <a:pt x="51" y="16"/>
                    <a:pt x="51" y="19"/>
                  </a:cubicBezTo>
                  <a:cubicBezTo>
                    <a:pt x="51" y="23"/>
                    <a:pt x="52" y="27"/>
                    <a:pt x="52" y="30"/>
                  </a:cubicBezTo>
                  <a:cubicBezTo>
                    <a:pt x="52" y="33"/>
                    <a:pt x="54" y="35"/>
                    <a:pt x="56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42" y="35"/>
                    <a:pt x="44" y="33"/>
                    <a:pt x="44" y="30"/>
                  </a:cubicBezTo>
                  <a:cubicBezTo>
                    <a:pt x="43" y="27"/>
                    <a:pt x="43" y="23"/>
                    <a:pt x="43" y="19"/>
                  </a:cubicBezTo>
                  <a:cubicBezTo>
                    <a:pt x="43" y="16"/>
                    <a:pt x="43" y="12"/>
                    <a:pt x="43" y="9"/>
                  </a:cubicBezTo>
                  <a:cubicBezTo>
                    <a:pt x="43" y="6"/>
                    <a:pt x="41" y="4"/>
                    <a:pt x="38" y="4"/>
                  </a:cubicBezTo>
                  <a:lnTo>
                    <a:pt x="38" y="0"/>
                  </a:lnTo>
                  <a:close/>
                  <a:moveTo>
                    <a:pt x="56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1" y="4"/>
                    <a:pt x="69" y="6"/>
                    <a:pt x="69" y="9"/>
                  </a:cubicBezTo>
                  <a:cubicBezTo>
                    <a:pt x="69" y="12"/>
                    <a:pt x="69" y="16"/>
                    <a:pt x="69" y="19"/>
                  </a:cubicBezTo>
                  <a:cubicBezTo>
                    <a:pt x="69" y="23"/>
                    <a:pt x="68" y="27"/>
                    <a:pt x="68" y="30"/>
                  </a:cubicBezTo>
                  <a:cubicBezTo>
                    <a:pt x="68" y="33"/>
                    <a:pt x="70" y="35"/>
                    <a:pt x="72" y="35"/>
                  </a:cubicBezTo>
                  <a:cubicBezTo>
                    <a:pt x="73" y="35"/>
                    <a:pt x="73" y="35"/>
                    <a:pt x="74" y="35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8" y="35"/>
                    <a:pt x="60" y="33"/>
                    <a:pt x="60" y="30"/>
                  </a:cubicBezTo>
                  <a:cubicBezTo>
                    <a:pt x="60" y="27"/>
                    <a:pt x="61" y="23"/>
                    <a:pt x="61" y="19"/>
                  </a:cubicBezTo>
                  <a:cubicBezTo>
                    <a:pt x="61" y="16"/>
                    <a:pt x="61" y="12"/>
                    <a:pt x="61" y="9"/>
                  </a:cubicBezTo>
                  <a:cubicBezTo>
                    <a:pt x="61" y="6"/>
                    <a:pt x="59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lnTo>
                    <a:pt x="56" y="0"/>
                  </a:lnTo>
                  <a:close/>
                  <a:moveTo>
                    <a:pt x="74" y="0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9" y="5"/>
                    <a:pt x="88" y="7"/>
                    <a:pt x="87" y="9"/>
                  </a:cubicBezTo>
                  <a:cubicBezTo>
                    <a:pt x="87" y="12"/>
                    <a:pt x="87" y="16"/>
                    <a:pt x="86" y="19"/>
                  </a:cubicBezTo>
                  <a:cubicBezTo>
                    <a:pt x="86" y="23"/>
                    <a:pt x="85" y="27"/>
                    <a:pt x="85" y="30"/>
                  </a:cubicBezTo>
                  <a:cubicBezTo>
                    <a:pt x="85" y="33"/>
                    <a:pt x="87" y="35"/>
                    <a:pt x="89" y="35"/>
                  </a:cubicBezTo>
                  <a:cubicBezTo>
                    <a:pt x="90" y="35"/>
                    <a:pt x="90" y="35"/>
                    <a:pt x="91" y="3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5" y="34"/>
                    <a:pt x="77" y="32"/>
                    <a:pt x="77" y="30"/>
                  </a:cubicBezTo>
                  <a:cubicBezTo>
                    <a:pt x="77" y="27"/>
                    <a:pt x="78" y="23"/>
                    <a:pt x="78" y="19"/>
                  </a:cubicBezTo>
                  <a:cubicBezTo>
                    <a:pt x="78" y="16"/>
                    <a:pt x="79" y="12"/>
                    <a:pt x="79" y="9"/>
                  </a:cubicBezTo>
                  <a:cubicBezTo>
                    <a:pt x="79" y="6"/>
                    <a:pt x="77" y="4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lnTo>
                    <a:pt x="74" y="0"/>
                  </a:lnTo>
                  <a:close/>
                  <a:moveTo>
                    <a:pt x="91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5" y="39"/>
                    <a:pt x="102" y="44"/>
                    <a:pt x="92" y="4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91" y="34"/>
                    <a:pt x="91" y="34"/>
                    <a:pt x="91" y="34"/>
                  </a:cubicBezTo>
                  <a:cubicBezTo>
                    <a:pt x="93" y="34"/>
                    <a:pt x="94" y="32"/>
                    <a:pt x="94" y="30"/>
                  </a:cubicBezTo>
                  <a:cubicBezTo>
                    <a:pt x="94" y="27"/>
                    <a:pt x="95" y="23"/>
                    <a:pt x="95" y="19"/>
                  </a:cubicBezTo>
                  <a:cubicBezTo>
                    <a:pt x="96" y="16"/>
                    <a:pt x="96" y="12"/>
                    <a:pt x="97" y="9"/>
                  </a:cubicBezTo>
                  <a:cubicBezTo>
                    <a:pt x="97" y="6"/>
                    <a:pt x="95" y="4"/>
                    <a:pt x="93" y="4"/>
                  </a:cubicBezTo>
                  <a:cubicBezTo>
                    <a:pt x="92" y="4"/>
                    <a:pt x="92" y="4"/>
                    <a:pt x="91" y="4"/>
                  </a:cubicBezTo>
                  <a:lnTo>
                    <a:pt x="91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59" name="Freeform 42"/>
            <p:cNvSpPr/>
            <p:nvPr/>
          </p:nvSpPr>
          <p:spPr bwMode="auto">
            <a:xfrm>
              <a:off x="3221038" y="1952625"/>
              <a:ext cx="20638" cy="26988"/>
            </a:xfrm>
            <a:custGeom>
              <a:avLst/>
              <a:gdLst/>
              <a:ahLst/>
              <a:cxnLst>
                <a:cxn ang="0">
                  <a:pos x="3" y="12"/>
                </a:cxn>
                <a:cxn ang="0">
                  <a:pos x="5" y="11"/>
                </a:cxn>
                <a:cxn ang="0">
                  <a:pos x="7" y="8"/>
                </a:cxn>
                <a:cxn ang="0">
                  <a:pos x="10" y="2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3" y="4"/>
                </a:cxn>
                <a:cxn ang="0">
                  <a:pos x="0" y="10"/>
                </a:cxn>
                <a:cxn ang="0">
                  <a:pos x="1" y="12"/>
                </a:cxn>
                <a:cxn ang="0">
                  <a:pos x="3" y="12"/>
                </a:cxn>
              </a:cxnLst>
              <a:rect l="0" t="0" r="r" b="b"/>
              <a:pathLst>
                <a:path w="10" h="12">
                  <a:moveTo>
                    <a:pt x="3" y="12"/>
                  </a:moveTo>
                  <a:cubicBezTo>
                    <a:pt x="4" y="12"/>
                    <a:pt x="4" y="11"/>
                    <a:pt x="5" y="11"/>
                  </a:cubicBezTo>
                  <a:cubicBezTo>
                    <a:pt x="6" y="10"/>
                    <a:pt x="6" y="9"/>
                    <a:pt x="7" y="8"/>
                  </a:cubicBezTo>
                  <a:cubicBezTo>
                    <a:pt x="9" y="5"/>
                    <a:pt x="10" y="4"/>
                    <a:pt x="10" y="2"/>
                  </a:cubicBezTo>
                  <a:cubicBezTo>
                    <a:pt x="10" y="2"/>
                    <a:pt x="9" y="1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6" y="0"/>
                    <a:pt x="5" y="1"/>
                    <a:pt x="5" y="1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1" y="7"/>
                    <a:pt x="0" y="8"/>
                    <a:pt x="0" y="10"/>
                  </a:cubicBezTo>
                  <a:cubicBezTo>
                    <a:pt x="0" y="10"/>
                    <a:pt x="1" y="11"/>
                    <a:pt x="1" y="12"/>
                  </a:cubicBezTo>
                  <a:cubicBezTo>
                    <a:pt x="2" y="12"/>
                    <a:pt x="3" y="12"/>
                    <a:pt x="3" y="1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0" name="Freeform 43"/>
            <p:cNvSpPr>
              <a:spLocks noEditPoints="1"/>
            </p:cNvSpPr>
            <p:nvPr/>
          </p:nvSpPr>
          <p:spPr bwMode="auto">
            <a:xfrm>
              <a:off x="3106738" y="1895475"/>
              <a:ext cx="293688" cy="265113"/>
            </a:xfrm>
            <a:custGeom>
              <a:avLst/>
              <a:gdLst/>
              <a:ahLst/>
              <a:cxnLst>
                <a:cxn ang="0">
                  <a:pos x="57" y="50"/>
                </a:cxn>
                <a:cxn ang="0">
                  <a:pos x="68" y="43"/>
                </a:cxn>
                <a:cxn ang="0">
                  <a:pos x="81" y="36"/>
                </a:cxn>
                <a:cxn ang="0">
                  <a:pos x="86" y="39"/>
                </a:cxn>
                <a:cxn ang="0">
                  <a:pos x="68" y="50"/>
                </a:cxn>
                <a:cxn ang="0">
                  <a:pos x="57" y="56"/>
                </a:cxn>
                <a:cxn ang="0">
                  <a:pos x="43" y="64"/>
                </a:cxn>
                <a:cxn ang="0">
                  <a:pos x="38" y="60"/>
                </a:cxn>
                <a:cxn ang="0">
                  <a:pos x="57" y="50"/>
                </a:cxn>
                <a:cxn ang="0">
                  <a:pos x="49" y="26"/>
                </a:cxn>
                <a:cxn ang="0">
                  <a:pos x="56" y="21"/>
                </a:cxn>
                <a:cxn ang="0">
                  <a:pos x="57" y="21"/>
                </a:cxn>
                <a:cxn ang="0">
                  <a:pos x="63" y="22"/>
                </a:cxn>
                <a:cxn ang="0">
                  <a:pos x="67" y="29"/>
                </a:cxn>
                <a:cxn ang="0">
                  <a:pos x="64" y="37"/>
                </a:cxn>
                <a:cxn ang="0">
                  <a:pos x="58" y="43"/>
                </a:cxn>
                <a:cxn ang="0">
                  <a:pos x="57" y="43"/>
                </a:cxn>
                <a:cxn ang="0">
                  <a:pos x="51" y="41"/>
                </a:cxn>
                <a:cxn ang="0">
                  <a:pos x="47" y="35"/>
                </a:cxn>
                <a:cxn ang="0">
                  <a:pos x="49" y="26"/>
                </a:cxn>
                <a:cxn ang="0">
                  <a:pos x="91" y="73"/>
                </a:cxn>
                <a:cxn ang="0">
                  <a:pos x="98" y="69"/>
                </a:cxn>
                <a:cxn ang="0">
                  <a:pos x="102" y="71"/>
                </a:cxn>
                <a:cxn ang="0">
                  <a:pos x="104" y="82"/>
                </a:cxn>
                <a:cxn ang="0">
                  <a:pos x="98" y="86"/>
                </a:cxn>
                <a:cxn ang="0">
                  <a:pos x="93" y="85"/>
                </a:cxn>
                <a:cxn ang="0">
                  <a:pos x="91" y="73"/>
                </a:cxn>
                <a:cxn ang="0">
                  <a:pos x="75" y="73"/>
                </a:cxn>
                <a:cxn ang="0">
                  <a:pos x="68" y="79"/>
                </a:cxn>
                <a:cxn ang="0">
                  <a:pos x="68" y="79"/>
                </a:cxn>
                <a:cxn ang="0">
                  <a:pos x="61" y="77"/>
                </a:cxn>
                <a:cxn ang="0">
                  <a:pos x="57" y="71"/>
                </a:cxn>
                <a:cxn ang="0">
                  <a:pos x="60" y="62"/>
                </a:cxn>
                <a:cxn ang="0">
                  <a:pos x="67" y="56"/>
                </a:cxn>
                <a:cxn ang="0">
                  <a:pos x="68" y="56"/>
                </a:cxn>
                <a:cxn ang="0">
                  <a:pos x="74" y="58"/>
                </a:cxn>
                <a:cxn ang="0">
                  <a:pos x="78" y="64"/>
                </a:cxn>
                <a:cxn ang="0">
                  <a:pos x="75" y="73"/>
                </a:cxn>
                <a:cxn ang="0">
                  <a:pos x="12" y="64"/>
                </a:cxn>
                <a:cxn ang="0">
                  <a:pos x="92" y="121"/>
                </a:cxn>
                <a:cxn ang="0">
                  <a:pos x="98" y="112"/>
                </a:cxn>
                <a:cxn ang="0">
                  <a:pos x="134" y="56"/>
                </a:cxn>
                <a:cxn ang="0">
                  <a:pos x="98" y="30"/>
                </a:cxn>
                <a:cxn ang="0">
                  <a:pos x="55" y="0"/>
                </a:cxn>
                <a:cxn ang="0">
                  <a:pos x="0" y="8"/>
                </a:cxn>
                <a:cxn ang="0">
                  <a:pos x="12" y="64"/>
                </a:cxn>
              </a:cxnLst>
              <a:rect l="0" t="0" r="r" b="b"/>
              <a:pathLst>
                <a:path w="134" h="121">
                  <a:moveTo>
                    <a:pt x="57" y="50"/>
                  </a:moveTo>
                  <a:cubicBezTo>
                    <a:pt x="68" y="43"/>
                    <a:pt x="68" y="43"/>
                    <a:pt x="68" y="43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68" y="50"/>
                    <a:pt x="68" y="50"/>
                    <a:pt x="68" y="5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43" y="64"/>
                    <a:pt x="43" y="64"/>
                    <a:pt x="43" y="64"/>
                  </a:cubicBezTo>
                  <a:cubicBezTo>
                    <a:pt x="38" y="60"/>
                    <a:pt x="38" y="60"/>
                    <a:pt x="38" y="60"/>
                  </a:cubicBezTo>
                  <a:lnTo>
                    <a:pt x="57" y="50"/>
                  </a:lnTo>
                  <a:close/>
                  <a:moveTo>
                    <a:pt x="49" y="26"/>
                  </a:moveTo>
                  <a:cubicBezTo>
                    <a:pt x="51" y="23"/>
                    <a:pt x="54" y="21"/>
                    <a:pt x="56" y="21"/>
                  </a:cubicBezTo>
                  <a:cubicBezTo>
                    <a:pt x="56" y="21"/>
                    <a:pt x="57" y="21"/>
                    <a:pt x="57" y="21"/>
                  </a:cubicBezTo>
                  <a:cubicBezTo>
                    <a:pt x="59" y="20"/>
                    <a:pt x="61" y="21"/>
                    <a:pt x="63" y="22"/>
                  </a:cubicBezTo>
                  <a:cubicBezTo>
                    <a:pt x="65" y="24"/>
                    <a:pt x="67" y="26"/>
                    <a:pt x="67" y="29"/>
                  </a:cubicBezTo>
                  <a:cubicBezTo>
                    <a:pt x="67" y="31"/>
                    <a:pt x="67" y="34"/>
                    <a:pt x="64" y="37"/>
                  </a:cubicBezTo>
                  <a:cubicBezTo>
                    <a:pt x="62" y="41"/>
                    <a:pt x="60" y="42"/>
                    <a:pt x="58" y="43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55" y="43"/>
                    <a:pt x="53" y="43"/>
                    <a:pt x="51" y="41"/>
                  </a:cubicBezTo>
                  <a:cubicBezTo>
                    <a:pt x="48" y="40"/>
                    <a:pt x="47" y="38"/>
                    <a:pt x="47" y="35"/>
                  </a:cubicBezTo>
                  <a:cubicBezTo>
                    <a:pt x="46" y="33"/>
                    <a:pt x="47" y="30"/>
                    <a:pt x="49" y="26"/>
                  </a:cubicBezTo>
                  <a:moveTo>
                    <a:pt x="91" y="73"/>
                  </a:moveTo>
                  <a:cubicBezTo>
                    <a:pt x="92" y="71"/>
                    <a:pt x="95" y="69"/>
                    <a:pt x="98" y="69"/>
                  </a:cubicBezTo>
                  <a:cubicBezTo>
                    <a:pt x="99" y="69"/>
                    <a:pt x="101" y="70"/>
                    <a:pt x="102" y="71"/>
                  </a:cubicBezTo>
                  <a:cubicBezTo>
                    <a:pt x="106" y="73"/>
                    <a:pt x="107" y="79"/>
                    <a:pt x="104" y="82"/>
                  </a:cubicBezTo>
                  <a:cubicBezTo>
                    <a:pt x="103" y="85"/>
                    <a:pt x="100" y="86"/>
                    <a:pt x="98" y="86"/>
                  </a:cubicBezTo>
                  <a:cubicBezTo>
                    <a:pt x="96" y="86"/>
                    <a:pt x="94" y="86"/>
                    <a:pt x="93" y="85"/>
                  </a:cubicBezTo>
                  <a:cubicBezTo>
                    <a:pt x="89" y="82"/>
                    <a:pt x="88" y="77"/>
                    <a:pt x="91" y="73"/>
                  </a:cubicBezTo>
                  <a:moveTo>
                    <a:pt x="75" y="73"/>
                  </a:moveTo>
                  <a:cubicBezTo>
                    <a:pt x="73" y="76"/>
                    <a:pt x="71" y="78"/>
                    <a:pt x="68" y="79"/>
                  </a:cubicBezTo>
                  <a:cubicBezTo>
                    <a:pt x="68" y="79"/>
                    <a:pt x="68" y="79"/>
                    <a:pt x="68" y="79"/>
                  </a:cubicBezTo>
                  <a:cubicBezTo>
                    <a:pt x="65" y="79"/>
                    <a:pt x="63" y="79"/>
                    <a:pt x="61" y="77"/>
                  </a:cubicBezTo>
                  <a:cubicBezTo>
                    <a:pt x="59" y="75"/>
                    <a:pt x="58" y="73"/>
                    <a:pt x="57" y="71"/>
                  </a:cubicBezTo>
                  <a:cubicBezTo>
                    <a:pt x="57" y="68"/>
                    <a:pt x="58" y="65"/>
                    <a:pt x="60" y="62"/>
                  </a:cubicBezTo>
                  <a:cubicBezTo>
                    <a:pt x="62" y="59"/>
                    <a:pt x="64" y="57"/>
                    <a:pt x="67" y="56"/>
                  </a:cubicBezTo>
                  <a:cubicBezTo>
                    <a:pt x="67" y="56"/>
                    <a:pt x="67" y="56"/>
                    <a:pt x="68" y="56"/>
                  </a:cubicBezTo>
                  <a:cubicBezTo>
                    <a:pt x="70" y="56"/>
                    <a:pt x="72" y="57"/>
                    <a:pt x="74" y="58"/>
                  </a:cubicBezTo>
                  <a:cubicBezTo>
                    <a:pt x="76" y="60"/>
                    <a:pt x="77" y="62"/>
                    <a:pt x="78" y="64"/>
                  </a:cubicBezTo>
                  <a:cubicBezTo>
                    <a:pt x="78" y="67"/>
                    <a:pt x="77" y="70"/>
                    <a:pt x="75" y="73"/>
                  </a:cubicBezTo>
                  <a:moveTo>
                    <a:pt x="12" y="64"/>
                  </a:moveTo>
                  <a:cubicBezTo>
                    <a:pt x="92" y="121"/>
                    <a:pt x="92" y="121"/>
                    <a:pt x="92" y="121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134" y="56"/>
                    <a:pt x="134" y="56"/>
                    <a:pt x="134" y="56"/>
                  </a:cubicBezTo>
                  <a:cubicBezTo>
                    <a:pt x="98" y="30"/>
                    <a:pt x="98" y="30"/>
                    <a:pt x="98" y="3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12" y="6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1" name="Freeform 44"/>
            <p:cNvSpPr/>
            <p:nvPr/>
          </p:nvSpPr>
          <p:spPr bwMode="auto">
            <a:xfrm>
              <a:off x="3244850" y="2028825"/>
              <a:ext cx="19050" cy="28575"/>
            </a:xfrm>
            <a:custGeom>
              <a:avLst/>
              <a:gdLst/>
              <a:ahLst/>
              <a:cxnLst>
                <a:cxn ang="0">
                  <a:pos x="6" y="1"/>
                </a:cxn>
                <a:cxn ang="0">
                  <a:pos x="5" y="2"/>
                </a:cxn>
                <a:cxn ang="0">
                  <a:pos x="2" y="5"/>
                </a:cxn>
                <a:cxn ang="0">
                  <a:pos x="0" y="10"/>
                </a:cxn>
                <a:cxn ang="0">
                  <a:pos x="1" y="12"/>
                </a:cxn>
                <a:cxn ang="0">
                  <a:pos x="3" y="12"/>
                </a:cxn>
                <a:cxn ang="0">
                  <a:pos x="5" y="11"/>
                </a:cxn>
                <a:cxn ang="0">
                  <a:pos x="7" y="8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</a:cxnLst>
              <a:rect l="0" t="0" r="r" b="b"/>
              <a:pathLst>
                <a:path w="9" h="13">
                  <a:moveTo>
                    <a:pt x="6" y="1"/>
                  </a:moveTo>
                  <a:cubicBezTo>
                    <a:pt x="6" y="1"/>
                    <a:pt x="5" y="1"/>
                    <a:pt x="5" y="2"/>
                  </a:cubicBezTo>
                  <a:cubicBezTo>
                    <a:pt x="4" y="3"/>
                    <a:pt x="3" y="4"/>
                    <a:pt x="2" y="5"/>
                  </a:cubicBezTo>
                  <a:cubicBezTo>
                    <a:pt x="1" y="7"/>
                    <a:pt x="0" y="9"/>
                    <a:pt x="0" y="10"/>
                  </a:cubicBezTo>
                  <a:cubicBezTo>
                    <a:pt x="0" y="11"/>
                    <a:pt x="0" y="12"/>
                    <a:pt x="1" y="12"/>
                  </a:cubicBezTo>
                  <a:cubicBezTo>
                    <a:pt x="2" y="13"/>
                    <a:pt x="2" y="13"/>
                    <a:pt x="3" y="12"/>
                  </a:cubicBezTo>
                  <a:cubicBezTo>
                    <a:pt x="4" y="12"/>
                    <a:pt x="4" y="12"/>
                    <a:pt x="5" y="11"/>
                  </a:cubicBezTo>
                  <a:cubicBezTo>
                    <a:pt x="5" y="11"/>
                    <a:pt x="6" y="10"/>
                    <a:pt x="7" y="8"/>
                  </a:cubicBezTo>
                  <a:cubicBezTo>
                    <a:pt x="9" y="6"/>
                    <a:pt x="9" y="4"/>
                    <a:pt x="9" y="3"/>
                  </a:cubicBezTo>
                  <a:cubicBezTo>
                    <a:pt x="9" y="2"/>
                    <a:pt x="9" y="2"/>
                    <a:pt x="8" y="1"/>
                  </a:cubicBezTo>
                  <a:cubicBezTo>
                    <a:pt x="8" y="1"/>
                    <a:pt x="7" y="0"/>
                    <a:pt x="6" y="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2" name="Freeform 45"/>
            <p:cNvSpPr>
              <a:spLocks noEditPoints="1"/>
            </p:cNvSpPr>
            <p:nvPr/>
          </p:nvSpPr>
          <p:spPr bwMode="auto">
            <a:xfrm>
              <a:off x="2647950" y="2074863"/>
              <a:ext cx="152400" cy="153988"/>
            </a:xfrm>
            <a:custGeom>
              <a:avLst/>
              <a:gdLst/>
              <a:ahLst/>
              <a:cxnLst>
                <a:cxn ang="0">
                  <a:pos x="34" y="13"/>
                </a:cxn>
                <a:cxn ang="0">
                  <a:pos x="57" y="13"/>
                </a:cxn>
                <a:cxn ang="0">
                  <a:pos x="57" y="36"/>
                </a:cxn>
                <a:cxn ang="0">
                  <a:pos x="34" y="36"/>
                </a:cxn>
                <a:cxn ang="0">
                  <a:pos x="34" y="13"/>
                </a:cxn>
                <a:cxn ang="0">
                  <a:pos x="11" y="67"/>
                </a:cxn>
                <a:cxn ang="0">
                  <a:pos x="27" y="51"/>
                </a:cxn>
                <a:cxn ang="0">
                  <a:pos x="29" y="46"/>
                </a:cxn>
                <a:cxn ang="0">
                  <a:pos x="32" y="42"/>
                </a:cxn>
                <a:cxn ang="0">
                  <a:pos x="61" y="40"/>
                </a:cxn>
                <a:cxn ang="0">
                  <a:pos x="61" y="9"/>
                </a:cxn>
                <a:cxn ang="0">
                  <a:pos x="30" y="9"/>
                </a:cxn>
                <a:cxn ang="0">
                  <a:pos x="28" y="38"/>
                </a:cxn>
                <a:cxn ang="0">
                  <a:pos x="24" y="41"/>
                </a:cxn>
                <a:cxn ang="0">
                  <a:pos x="19" y="43"/>
                </a:cxn>
                <a:cxn ang="0">
                  <a:pos x="3" y="59"/>
                </a:cxn>
                <a:cxn ang="0">
                  <a:pos x="3" y="67"/>
                </a:cxn>
                <a:cxn ang="0">
                  <a:pos x="11" y="67"/>
                </a:cxn>
              </a:cxnLst>
              <a:rect l="0" t="0" r="r" b="b"/>
              <a:pathLst>
                <a:path w="70" h="70">
                  <a:moveTo>
                    <a:pt x="34" y="13"/>
                  </a:moveTo>
                  <a:cubicBezTo>
                    <a:pt x="41" y="7"/>
                    <a:pt x="50" y="7"/>
                    <a:pt x="57" y="13"/>
                  </a:cubicBezTo>
                  <a:cubicBezTo>
                    <a:pt x="63" y="19"/>
                    <a:pt x="63" y="29"/>
                    <a:pt x="57" y="36"/>
                  </a:cubicBezTo>
                  <a:cubicBezTo>
                    <a:pt x="50" y="42"/>
                    <a:pt x="41" y="42"/>
                    <a:pt x="34" y="36"/>
                  </a:cubicBezTo>
                  <a:cubicBezTo>
                    <a:pt x="28" y="29"/>
                    <a:pt x="28" y="19"/>
                    <a:pt x="34" y="13"/>
                  </a:cubicBezTo>
                  <a:moveTo>
                    <a:pt x="11" y="67"/>
                  </a:moveTo>
                  <a:cubicBezTo>
                    <a:pt x="27" y="51"/>
                    <a:pt x="27" y="51"/>
                    <a:pt x="27" y="51"/>
                  </a:cubicBezTo>
                  <a:cubicBezTo>
                    <a:pt x="28" y="50"/>
                    <a:pt x="29" y="48"/>
                    <a:pt x="29" y="46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41" y="48"/>
                    <a:pt x="53" y="48"/>
                    <a:pt x="61" y="40"/>
                  </a:cubicBezTo>
                  <a:cubicBezTo>
                    <a:pt x="70" y="31"/>
                    <a:pt x="70" y="17"/>
                    <a:pt x="61" y="9"/>
                  </a:cubicBezTo>
                  <a:cubicBezTo>
                    <a:pt x="52" y="0"/>
                    <a:pt x="39" y="0"/>
                    <a:pt x="30" y="9"/>
                  </a:cubicBezTo>
                  <a:cubicBezTo>
                    <a:pt x="22" y="17"/>
                    <a:pt x="21" y="29"/>
                    <a:pt x="28" y="38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2" y="41"/>
                    <a:pt x="20" y="42"/>
                    <a:pt x="19" y="43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0" y="62"/>
                    <a:pt x="0" y="65"/>
                    <a:pt x="3" y="67"/>
                  </a:cubicBezTo>
                  <a:cubicBezTo>
                    <a:pt x="5" y="70"/>
                    <a:pt x="8" y="70"/>
                    <a:pt x="11" y="6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3" name="Rectangle 46"/>
            <p:cNvSpPr>
              <a:spLocks noChangeArrowheads="1"/>
            </p:cNvSpPr>
            <p:nvPr/>
          </p:nvSpPr>
          <p:spPr bwMode="auto">
            <a:xfrm>
              <a:off x="2840038" y="2063750"/>
              <a:ext cx="19050" cy="17780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4" name="Freeform 47"/>
            <p:cNvSpPr/>
            <p:nvPr/>
          </p:nvSpPr>
          <p:spPr bwMode="auto">
            <a:xfrm>
              <a:off x="2801938" y="2092325"/>
              <a:ext cx="19050" cy="14922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1" y="17"/>
                </a:cxn>
                <a:cxn ang="0">
                  <a:pos x="0" y="23"/>
                </a:cxn>
                <a:cxn ang="0">
                  <a:pos x="0" y="68"/>
                </a:cxn>
                <a:cxn ang="0">
                  <a:pos x="8" y="68"/>
                </a:cxn>
                <a:cxn ang="0">
                  <a:pos x="8" y="0"/>
                </a:cxn>
              </a:cxnLst>
              <a:rect l="0" t="0" r="r" b="b"/>
              <a:pathLst>
                <a:path w="8" h="68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2"/>
                    <a:pt x="1" y="15"/>
                    <a:pt x="1" y="17"/>
                  </a:cubicBezTo>
                  <a:cubicBezTo>
                    <a:pt x="1" y="19"/>
                    <a:pt x="1" y="21"/>
                    <a:pt x="0" y="23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8" y="68"/>
                    <a:pt x="8" y="68"/>
                    <a:pt x="8" y="68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5" name="Freeform 48"/>
            <p:cNvSpPr/>
            <p:nvPr/>
          </p:nvSpPr>
          <p:spPr bwMode="auto">
            <a:xfrm>
              <a:off x="2763838" y="2176463"/>
              <a:ext cx="17463" cy="65088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8" y="30"/>
                </a:cxn>
                <a:cxn ang="0">
                  <a:pos x="8" y="0"/>
                </a:cxn>
                <a:cxn ang="0">
                  <a:pos x="0" y="4"/>
                </a:cxn>
                <a:cxn ang="0">
                  <a:pos x="0" y="30"/>
                </a:cxn>
              </a:cxnLst>
              <a:rect l="0" t="0" r="r" b="b"/>
              <a:pathLst>
                <a:path w="8" h="30">
                  <a:moveTo>
                    <a:pt x="0" y="30"/>
                  </a:moveTo>
                  <a:cubicBezTo>
                    <a:pt x="8" y="30"/>
                    <a:pt x="8" y="30"/>
                    <a:pt x="8" y="3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3"/>
                    <a:pt x="0" y="4"/>
                  </a:cubicBezTo>
                  <a:lnTo>
                    <a:pt x="0" y="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6" name="Freeform 49"/>
            <p:cNvSpPr/>
            <p:nvPr/>
          </p:nvSpPr>
          <p:spPr bwMode="auto">
            <a:xfrm>
              <a:off x="2722563" y="2184400"/>
              <a:ext cx="19050" cy="5715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9" y="26"/>
                </a:cxn>
                <a:cxn ang="0">
                  <a:pos x="9" y="1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26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7" name="Freeform 50"/>
            <p:cNvSpPr/>
            <p:nvPr/>
          </p:nvSpPr>
          <p:spPr bwMode="auto">
            <a:xfrm>
              <a:off x="2679700" y="2212975"/>
              <a:ext cx="17463" cy="28575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1" y="18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0" y="10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11" y="18"/>
                  </a:lnTo>
                  <a:lnTo>
                    <a:pt x="11" y="0"/>
                  </a:lnTo>
                  <a:lnTo>
                    <a:pt x="9" y="0"/>
                  </a:lnTo>
                  <a:lnTo>
                    <a:pt x="0" y="10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8" name="Freeform 51"/>
            <p:cNvSpPr>
              <a:spLocks noEditPoints="1"/>
            </p:cNvSpPr>
            <p:nvPr/>
          </p:nvSpPr>
          <p:spPr bwMode="auto">
            <a:xfrm>
              <a:off x="2436813" y="1263650"/>
              <a:ext cx="153988" cy="150813"/>
            </a:xfrm>
            <a:custGeom>
              <a:avLst/>
              <a:gdLst/>
              <a:ahLst/>
              <a:cxnLst>
                <a:cxn ang="0">
                  <a:pos x="34" y="13"/>
                </a:cxn>
                <a:cxn ang="0">
                  <a:pos x="57" y="13"/>
                </a:cxn>
                <a:cxn ang="0">
                  <a:pos x="57" y="35"/>
                </a:cxn>
                <a:cxn ang="0">
                  <a:pos x="34" y="35"/>
                </a:cxn>
                <a:cxn ang="0">
                  <a:pos x="34" y="13"/>
                </a:cxn>
                <a:cxn ang="0">
                  <a:pos x="11" y="67"/>
                </a:cxn>
                <a:cxn ang="0">
                  <a:pos x="27" y="51"/>
                </a:cxn>
                <a:cxn ang="0">
                  <a:pos x="29" y="46"/>
                </a:cxn>
                <a:cxn ang="0">
                  <a:pos x="32" y="42"/>
                </a:cxn>
                <a:cxn ang="0">
                  <a:pos x="61" y="40"/>
                </a:cxn>
                <a:cxn ang="0">
                  <a:pos x="61" y="9"/>
                </a:cxn>
                <a:cxn ang="0">
                  <a:pos x="30" y="9"/>
                </a:cxn>
                <a:cxn ang="0">
                  <a:pos x="28" y="37"/>
                </a:cxn>
                <a:cxn ang="0">
                  <a:pos x="24" y="41"/>
                </a:cxn>
                <a:cxn ang="0">
                  <a:pos x="19" y="43"/>
                </a:cxn>
                <a:cxn ang="0">
                  <a:pos x="3" y="59"/>
                </a:cxn>
                <a:cxn ang="0">
                  <a:pos x="3" y="67"/>
                </a:cxn>
                <a:cxn ang="0">
                  <a:pos x="11" y="67"/>
                </a:cxn>
              </a:cxnLst>
              <a:rect l="0" t="0" r="r" b="b"/>
              <a:pathLst>
                <a:path w="70" h="69">
                  <a:moveTo>
                    <a:pt x="34" y="13"/>
                  </a:moveTo>
                  <a:cubicBezTo>
                    <a:pt x="41" y="7"/>
                    <a:pt x="51" y="7"/>
                    <a:pt x="57" y="13"/>
                  </a:cubicBezTo>
                  <a:cubicBezTo>
                    <a:pt x="63" y="19"/>
                    <a:pt x="63" y="29"/>
                    <a:pt x="57" y="35"/>
                  </a:cubicBezTo>
                  <a:cubicBezTo>
                    <a:pt x="51" y="41"/>
                    <a:pt x="41" y="41"/>
                    <a:pt x="34" y="35"/>
                  </a:cubicBezTo>
                  <a:cubicBezTo>
                    <a:pt x="28" y="29"/>
                    <a:pt x="28" y="19"/>
                    <a:pt x="34" y="13"/>
                  </a:cubicBezTo>
                  <a:moveTo>
                    <a:pt x="11" y="67"/>
                  </a:moveTo>
                  <a:cubicBezTo>
                    <a:pt x="27" y="51"/>
                    <a:pt x="27" y="51"/>
                    <a:pt x="27" y="51"/>
                  </a:cubicBezTo>
                  <a:cubicBezTo>
                    <a:pt x="28" y="49"/>
                    <a:pt x="29" y="47"/>
                    <a:pt x="29" y="46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41" y="48"/>
                    <a:pt x="53" y="47"/>
                    <a:pt x="61" y="40"/>
                  </a:cubicBezTo>
                  <a:cubicBezTo>
                    <a:pt x="70" y="31"/>
                    <a:pt x="70" y="17"/>
                    <a:pt x="61" y="9"/>
                  </a:cubicBezTo>
                  <a:cubicBezTo>
                    <a:pt x="53" y="0"/>
                    <a:pt x="39" y="0"/>
                    <a:pt x="30" y="9"/>
                  </a:cubicBezTo>
                  <a:cubicBezTo>
                    <a:pt x="22" y="16"/>
                    <a:pt x="21" y="29"/>
                    <a:pt x="28" y="37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2" y="41"/>
                    <a:pt x="20" y="41"/>
                    <a:pt x="19" y="43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0" y="61"/>
                    <a:pt x="0" y="65"/>
                    <a:pt x="3" y="67"/>
                  </a:cubicBezTo>
                  <a:cubicBezTo>
                    <a:pt x="5" y="69"/>
                    <a:pt x="8" y="69"/>
                    <a:pt x="11" y="6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2632075" y="1252538"/>
              <a:ext cx="17463" cy="17621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0" name="Freeform 53"/>
            <p:cNvSpPr/>
            <p:nvPr/>
          </p:nvSpPr>
          <p:spPr bwMode="auto">
            <a:xfrm>
              <a:off x="2592388" y="1281113"/>
              <a:ext cx="20638" cy="14763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10"/>
                </a:cxn>
                <a:cxn ang="0">
                  <a:pos x="1" y="16"/>
                </a:cxn>
                <a:cxn ang="0">
                  <a:pos x="0" y="23"/>
                </a:cxn>
                <a:cxn ang="0">
                  <a:pos x="0" y="68"/>
                </a:cxn>
                <a:cxn ang="0">
                  <a:pos x="9" y="68"/>
                </a:cxn>
                <a:cxn ang="0">
                  <a:pos x="9" y="0"/>
                </a:cxn>
              </a:cxnLst>
              <a:rect l="0" t="0" r="r" b="b"/>
              <a:pathLst>
                <a:path w="9" h="68">
                  <a:moveTo>
                    <a:pt x="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2"/>
                    <a:pt x="1" y="14"/>
                    <a:pt x="1" y="16"/>
                  </a:cubicBezTo>
                  <a:cubicBezTo>
                    <a:pt x="1" y="19"/>
                    <a:pt x="1" y="21"/>
                    <a:pt x="0" y="23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9" y="68"/>
                    <a:pt x="9" y="68"/>
                    <a:pt x="9" y="68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1" name="Freeform 54"/>
            <p:cNvSpPr/>
            <p:nvPr/>
          </p:nvSpPr>
          <p:spPr bwMode="auto">
            <a:xfrm>
              <a:off x="2552700" y="1363663"/>
              <a:ext cx="17463" cy="65088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8" y="30"/>
                </a:cxn>
                <a:cxn ang="0">
                  <a:pos x="8" y="0"/>
                </a:cxn>
                <a:cxn ang="0">
                  <a:pos x="0" y="4"/>
                </a:cxn>
                <a:cxn ang="0">
                  <a:pos x="0" y="30"/>
                </a:cxn>
              </a:cxnLst>
              <a:rect l="0" t="0" r="r" b="b"/>
              <a:pathLst>
                <a:path w="8" h="30">
                  <a:moveTo>
                    <a:pt x="0" y="30"/>
                  </a:moveTo>
                  <a:cubicBezTo>
                    <a:pt x="8" y="30"/>
                    <a:pt x="8" y="30"/>
                    <a:pt x="8" y="3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3"/>
                    <a:pt x="0" y="4"/>
                  </a:cubicBezTo>
                  <a:lnTo>
                    <a:pt x="0" y="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2" name="Freeform 55"/>
            <p:cNvSpPr/>
            <p:nvPr/>
          </p:nvSpPr>
          <p:spPr bwMode="auto">
            <a:xfrm>
              <a:off x="2511425" y="1371600"/>
              <a:ext cx="20638" cy="5715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9" y="26"/>
                </a:cxn>
                <a:cxn ang="0">
                  <a:pos x="9" y="1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26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6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3" name="Freeform 56"/>
            <p:cNvSpPr/>
            <p:nvPr/>
          </p:nvSpPr>
          <p:spPr bwMode="auto">
            <a:xfrm>
              <a:off x="2470150" y="1400175"/>
              <a:ext cx="17463" cy="28575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11" y="18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0" y="9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11" y="18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0" y="9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4" name="Freeform 57"/>
            <p:cNvSpPr>
              <a:spLocks noEditPoints="1"/>
            </p:cNvSpPr>
            <p:nvPr/>
          </p:nvSpPr>
          <p:spPr bwMode="auto">
            <a:xfrm>
              <a:off x="2273300" y="2493963"/>
              <a:ext cx="150813" cy="152400"/>
            </a:xfrm>
            <a:custGeom>
              <a:avLst/>
              <a:gdLst/>
              <a:ahLst/>
              <a:cxnLst>
                <a:cxn ang="0">
                  <a:pos x="34" y="13"/>
                </a:cxn>
                <a:cxn ang="0">
                  <a:pos x="56" y="13"/>
                </a:cxn>
                <a:cxn ang="0">
                  <a:pos x="56" y="36"/>
                </a:cxn>
                <a:cxn ang="0">
                  <a:pos x="34" y="36"/>
                </a:cxn>
                <a:cxn ang="0">
                  <a:pos x="34" y="13"/>
                </a:cxn>
                <a:cxn ang="0">
                  <a:pos x="10" y="68"/>
                </a:cxn>
                <a:cxn ang="0">
                  <a:pos x="27" y="51"/>
                </a:cxn>
                <a:cxn ang="0">
                  <a:pos x="28" y="46"/>
                </a:cxn>
                <a:cxn ang="0">
                  <a:pos x="32" y="42"/>
                </a:cxn>
                <a:cxn ang="0">
                  <a:pos x="61" y="40"/>
                </a:cxn>
                <a:cxn ang="0">
                  <a:pos x="61" y="9"/>
                </a:cxn>
                <a:cxn ang="0">
                  <a:pos x="30" y="9"/>
                </a:cxn>
                <a:cxn ang="0">
                  <a:pos x="28" y="38"/>
                </a:cxn>
                <a:cxn ang="0">
                  <a:pos x="24" y="42"/>
                </a:cxn>
                <a:cxn ang="0">
                  <a:pos x="19" y="43"/>
                </a:cxn>
                <a:cxn ang="0">
                  <a:pos x="2" y="59"/>
                </a:cxn>
                <a:cxn ang="0">
                  <a:pos x="2" y="68"/>
                </a:cxn>
                <a:cxn ang="0">
                  <a:pos x="10" y="68"/>
                </a:cxn>
              </a:cxnLst>
              <a:rect l="0" t="0" r="r" b="b"/>
              <a:pathLst>
                <a:path w="69" h="70">
                  <a:moveTo>
                    <a:pt x="34" y="13"/>
                  </a:moveTo>
                  <a:cubicBezTo>
                    <a:pt x="40" y="7"/>
                    <a:pt x="50" y="7"/>
                    <a:pt x="56" y="13"/>
                  </a:cubicBezTo>
                  <a:cubicBezTo>
                    <a:pt x="63" y="20"/>
                    <a:pt x="63" y="30"/>
                    <a:pt x="56" y="36"/>
                  </a:cubicBezTo>
                  <a:cubicBezTo>
                    <a:pt x="50" y="42"/>
                    <a:pt x="40" y="42"/>
                    <a:pt x="34" y="36"/>
                  </a:cubicBezTo>
                  <a:cubicBezTo>
                    <a:pt x="28" y="30"/>
                    <a:pt x="28" y="20"/>
                    <a:pt x="34" y="13"/>
                  </a:cubicBezTo>
                  <a:moveTo>
                    <a:pt x="10" y="68"/>
                  </a:moveTo>
                  <a:cubicBezTo>
                    <a:pt x="27" y="51"/>
                    <a:pt x="27" y="51"/>
                    <a:pt x="27" y="51"/>
                  </a:cubicBezTo>
                  <a:cubicBezTo>
                    <a:pt x="28" y="50"/>
                    <a:pt x="29" y="48"/>
                    <a:pt x="28" y="46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41" y="49"/>
                    <a:pt x="53" y="48"/>
                    <a:pt x="61" y="40"/>
                  </a:cubicBezTo>
                  <a:cubicBezTo>
                    <a:pt x="69" y="32"/>
                    <a:pt x="69" y="18"/>
                    <a:pt x="61" y="9"/>
                  </a:cubicBezTo>
                  <a:cubicBezTo>
                    <a:pt x="52" y="0"/>
                    <a:pt x="38" y="0"/>
                    <a:pt x="30" y="9"/>
                  </a:cubicBezTo>
                  <a:cubicBezTo>
                    <a:pt x="22" y="17"/>
                    <a:pt x="21" y="29"/>
                    <a:pt x="28" y="38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2" y="41"/>
                    <a:pt x="20" y="42"/>
                    <a:pt x="19" y="43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0" y="62"/>
                    <a:pt x="0" y="65"/>
                    <a:pt x="2" y="68"/>
                  </a:cubicBezTo>
                  <a:cubicBezTo>
                    <a:pt x="5" y="70"/>
                    <a:pt x="8" y="70"/>
                    <a:pt x="10" y="6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5" name="Rectangle 58"/>
            <p:cNvSpPr>
              <a:spLocks noChangeArrowheads="1"/>
            </p:cNvSpPr>
            <p:nvPr/>
          </p:nvSpPr>
          <p:spPr bwMode="auto">
            <a:xfrm>
              <a:off x="2465388" y="2482850"/>
              <a:ext cx="20638" cy="17621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6" name="Freeform 59"/>
            <p:cNvSpPr/>
            <p:nvPr/>
          </p:nvSpPr>
          <p:spPr bwMode="auto">
            <a:xfrm>
              <a:off x="2428875" y="2513013"/>
              <a:ext cx="17463" cy="14605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0" y="9"/>
                </a:cxn>
                <a:cxn ang="0">
                  <a:pos x="1" y="16"/>
                </a:cxn>
                <a:cxn ang="0">
                  <a:pos x="0" y="22"/>
                </a:cxn>
                <a:cxn ang="0">
                  <a:pos x="0" y="67"/>
                </a:cxn>
                <a:cxn ang="0">
                  <a:pos x="8" y="67"/>
                </a:cxn>
                <a:cxn ang="0">
                  <a:pos x="8" y="0"/>
                </a:cxn>
              </a:cxnLst>
              <a:rect l="0" t="0" r="r" b="b"/>
              <a:pathLst>
                <a:path w="8" h="67">
                  <a:moveTo>
                    <a:pt x="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1"/>
                    <a:pt x="1" y="14"/>
                    <a:pt x="1" y="16"/>
                  </a:cubicBezTo>
                  <a:cubicBezTo>
                    <a:pt x="1" y="18"/>
                    <a:pt x="0" y="20"/>
                    <a:pt x="0" y="22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8" y="67"/>
                    <a:pt x="8" y="67"/>
                    <a:pt x="8" y="67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7" name="Freeform 60"/>
            <p:cNvSpPr/>
            <p:nvPr/>
          </p:nvSpPr>
          <p:spPr bwMode="auto">
            <a:xfrm>
              <a:off x="2389188" y="2593975"/>
              <a:ext cx="17463" cy="65088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8" y="30"/>
                </a:cxn>
                <a:cxn ang="0">
                  <a:pos x="8" y="0"/>
                </a:cxn>
                <a:cxn ang="0">
                  <a:pos x="0" y="4"/>
                </a:cxn>
                <a:cxn ang="0">
                  <a:pos x="0" y="30"/>
                </a:cxn>
              </a:cxnLst>
              <a:rect l="0" t="0" r="r" b="b"/>
              <a:pathLst>
                <a:path w="8" h="30">
                  <a:moveTo>
                    <a:pt x="0" y="30"/>
                  </a:moveTo>
                  <a:cubicBezTo>
                    <a:pt x="8" y="30"/>
                    <a:pt x="8" y="30"/>
                    <a:pt x="8" y="3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2"/>
                    <a:pt x="3" y="3"/>
                    <a:pt x="0" y="4"/>
                  </a:cubicBezTo>
                  <a:lnTo>
                    <a:pt x="0" y="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8" name="Freeform 61"/>
            <p:cNvSpPr/>
            <p:nvPr/>
          </p:nvSpPr>
          <p:spPr bwMode="auto">
            <a:xfrm>
              <a:off x="2347913" y="2603500"/>
              <a:ext cx="17463" cy="55563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8" y="26"/>
                </a:cxn>
                <a:cxn ang="0">
                  <a:pos x="8" y="1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26"/>
                </a:cxn>
              </a:cxnLst>
              <a:rect l="0" t="0" r="r" b="b"/>
              <a:pathLst>
                <a:path w="8" h="26">
                  <a:moveTo>
                    <a:pt x="0" y="26"/>
                  </a:moveTo>
                  <a:cubicBezTo>
                    <a:pt x="8" y="26"/>
                    <a:pt x="8" y="26"/>
                    <a:pt x="8" y="26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5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79" name="Freeform 62"/>
            <p:cNvSpPr/>
            <p:nvPr/>
          </p:nvSpPr>
          <p:spPr bwMode="auto">
            <a:xfrm>
              <a:off x="2306638" y="2632075"/>
              <a:ext cx="17463" cy="26988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1" y="17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0" y="9"/>
                </a:cxn>
                <a:cxn ang="0">
                  <a:pos x="0" y="17"/>
                </a:cxn>
              </a:cxnLst>
              <a:rect l="0" t="0" r="r" b="b"/>
              <a:pathLst>
                <a:path w="11" h="17">
                  <a:moveTo>
                    <a:pt x="0" y="17"/>
                  </a:moveTo>
                  <a:lnTo>
                    <a:pt x="11" y="17"/>
                  </a:lnTo>
                  <a:lnTo>
                    <a:pt x="11" y="0"/>
                  </a:lnTo>
                  <a:lnTo>
                    <a:pt x="8" y="0"/>
                  </a:lnTo>
                  <a:lnTo>
                    <a:pt x="0" y="9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0" name="Freeform 63"/>
            <p:cNvSpPr>
              <a:spLocks noEditPoints="1"/>
            </p:cNvSpPr>
            <p:nvPr/>
          </p:nvSpPr>
          <p:spPr bwMode="auto">
            <a:xfrm>
              <a:off x="2525713" y="1085850"/>
              <a:ext cx="134938" cy="134938"/>
            </a:xfrm>
            <a:custGeom>
              <a:avLst/>
              <a:gdLst/>
              <a:ahLst/>
              <a:cxnLst>
                <a:cxn ang="0">
                  <a:pos x="31" y="48"/>
                </a:cxn>
                <a:cxn ang="0">
                  <a:pos x="48" y="31"/>
                </a:cxn>
                <a:cxn ang="0">
                  <a:pos x="31" y="14"/>
                </a:cxn>
                <a:cxn ang="0">
                  <a:pos x="14" y="31"/>
                </a:cxn>
                <a:cxn ang="0">
                  <a:pos x="31" y="48"/>
                </a:cxn>
                <a:cxn ang="0">
                  <a:pos x="0" y="35"/>
                </a:cxn>
                <a:cxn ang="0">
                  <a:pos x="0" y="27"/>
                </a:cxn>
                <a:cxn ang="0">
                  <a:pos x="6" y="27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6" y="12"/>
                </a:cxn>
                <a:cxn ang="0">
                  <a:pos x="12" y="16"/>
                </a:cxn>
                <a:cxn ang="0">
                  <a:pos x="15" y="12"/>
                </a:cxn>
                <a:cxn ang="0">
                  <a:pos x="12" y="7"/>
                </a:cxn>
                <a:cxn ang="0">
                  <a:pos x="19" y="3"/>
                </a:cxn>
                <a:cxn ang="0">
                  <a:pos x="22" y="8"/>
                </a:cxn>
                <a:cxn ang="0">
                  <a:pos x="27" y="7"/>
                </a:cxn>
                <a:cxn ang="0">
                  <a:pos x="27" y="0"/>
                </a:cxn>
                <a:cxn ang="0">
                  <a:pos x="35" y="0"/>
                </a:cxn>
                <a:cxn ang="0">
                  <a:pos x="35" y="7"/>
                </a:cxn>
                <a:cxn ang="0">
                  <a:pos x="40" y="8"/>
                </a:cxn>
                <a:cxn ang="0">
                  <a:pos x="43" y="3"/>
                </a:cxn>
                <a:cxn ang="0">
                  <a:pos x="50" y="7"/>
                </a:cxn>
                <a:cxn ang="0">
                  <a:pos x="47" y="12"/>
                </a:cxn>
                <a:cxn ang="0">
                  <a:pos x="50" y="16"/>
                </a:cxn>
                <a:cxn ang="0">
                  <a:pos x="56" y="12"/>
                </a:cxn>
                <a:cxn ang="0">
                  <a:pos x="59" y="19"/>
                </a:cxn>
                <a:cxn ang="0">
                  <a:pos x="54" y="22"/>
                </a:cxn>
                <a:cxn ang="0">
                  <a:pos x="56" y="27"/>
                </a:cxn>
                <a:cxn ang="0">
                  <a:pos x="62" y="27"/>
                </a:cxn>
                <a:cxn ang="0">
                  <a:pos x="62" y="35"/>
                </a:cxn>
                <a:cxn ang="0">
                  <a:pos x="56" y="35"/>
                </a:cxn>
                <a:cxn ang="0">
                  <a:pos x="54" y="40"/>
                </a:cxn>
                <a:cxn ang="0">
                  <a:pos x="59" y="43"/>
                </a:cxn>
                <a:cxn ang="0">
                  <a:pos x="56" y="50"/>
                </a:cxn>
                <a:cxn ang="0">
                  <a:pos x="50" y="47"/>
                </a:cxn>
                <a:cxn ang="0">
                  <a:pos x="47" y="51"/>
                </a:cxn>
                <a:cxn ang="0">
                  <a:pos x="50" y="56"/>
                </a:cxn>
                <a:cxn ang="0">
                  <a:pos x="43" y="60"/>
                </a:cxn>
                <a:cxn ang="0">
                  <a:pos x="40" y="54"/>
                </a:cxn>
                <a:cxn ang="0">
                  <a:pos x="35" y="56"/>
                </a:cxn>
                <a:cxn ang="0">
                  <a:pos x="35" y="62"/>
                </a:cxn>
                <a:cxn ang="0">
                  <a:pos x="27" y="62"/>
                </a:cxn>
                <a:cxn ang="0">
                  <a:pos x="27" y="56"/>
                </a:cxn>
                <a:cxn ang="0">
                  <a:pos x="22" y="54"/>
                </a:cxn>
                <a:cxn ang="0">
                  <a:pos x="19" y="60"/>
                </a:cxn>
                <a:cxn ang="0">
                  <a:pos x="12" y="56"/>
                </a:cxn>
                <a:cxn ang="0">
                  <a:pos x="15" y="51"/>
                </a:cxn>
                <a:cxn ang="0">
                  <a:pos x="12" y="47"/>
                </a:cxn>
                <a:cxn ang="0">
                  <a:pos x="6" y="50"/>
                </a:cxn>
                <a:cxn ang="0">
                  <a:pos x="3" y="43"/>
                </a:cxn>
                <a:cxn ang="0">
                  <a:pos x="8" y="40"/>
                </a:cxn>
                <a:cxn ang="0">
                  <a:pos x="6" y="35"/>
                </a:cxn>
                <a:cxn ang="0">
                  <a:pos x="0" y="35"/>
                </a:cxn>
              </a:cxnLst>
              <a:rect l="0" t="0" r="r" b="b"/>
              <a:pathLst>
                <a:path w="62" h="62">
                  <a:moveTo>
                    <a:pt x="31" y="48"/>
                  </a:moveTo>
                  <a:cubicBezTo>
                    <a:pt x="41" y="48"/>
                    <a:pt x="48" y="41"/>
                    <a:pt x="48" y="31"/>
                  </a:cubicBezTo>
                  <a:cubicBezTo>
                    <a:pt x="48" y="22"/>
                    <a:pt x="41" y="14"/>
                    <a:pt x="31" y="14"/>
                  </a:cubicBezTo>
                  <a:cubicBezTo>
                    <a:pt x="21" y="14"/>
                    <a:pt x="14" y="22"/>
                    <a:pt x="14" y="31"/>
                  </a:cubicBezTo>
                  <a:cubicBezTo>
                    <a:pt x="14" y="41"/>
                    <a:pt x="21" y="48"/>
                    <a:pt x="31" y="48"/>
                  </a:cubicBezTo>
                  <a:moveTo>
                    <a:pt x="0" y="35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6"/>
                    <a:pt x="7" y="24"/>
                    <a:pt x="8" y="2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4"/>
                    <a:pt x="14" y="13"/>
                    <a:pt x="15" y="12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4" y="7"/>
                    <a:pt x="25" y="7"/>
                    <a:pt x="27" y="7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7" y="7"/>
                    <a:pt x="38" y="7"/>
                    <a:pt x="40" y="8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3"/>
                    <a:pt x="49" y="14"/>
                    <a:pt x="50" y="16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5" y="24"/>
                    <a:pt x="55" y="26"/>
                    <a:pt x="56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5" y="37"/>
                    <a:pt x="55" y="38"/>
                    <a:pt x="54" y="40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9" y="48"/>
                    <a:pt x="48" y="49"/>
                    <a:pt x="47" y="51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3" y="60"/>
                    <a:pt x="43" y="60"/>
                    <a:pt x="43" y="60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38" y="55"/>
                    <a:pt x="37" y="55"/>
                    <a:pt x="35" y="56"/>
                  </a:cubicBezTo>
                  <a:cubicBezTo>
                    <a:pt x="35" y="62"/>
                    <a:pt x="35" y="62"/>
                    <a:pt x="35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5" y="55"/>
                    <a:pt x="24" y="55"/>
                    <a:pt x="22" y="54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4" y="49"/>
                    <a:pt x="13" y="48"/>
                    <a:pt x="12" y="47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38"/>
                    <a:pt x="7" y="37"/>
                    <a:pt x="6" y="35"/>
                  </a:cubicBezTo>
                  <a:lnTo>
                    <a:pt x="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1" name="Freeform 64"/>
            <p:cNvSpPr>
              <a:spLocks noEditPoints="1"/>
            </p:cNvSpPr>
            <p:nvPr/>
          </p:nvSpPr>
          <p:spPr bwMode="auto">
            <a:xfrm>
              <a:off x="2525713" y="2328863"/>
              <a:ext cx="134938" cy="133350"/>
            </a:xfrm>
            <a:custGeom>
              <a:avLst/>
              <a:gdLst/>
              <a:ahLst/>
              <a:cxnLst>
                <a:cxn ang="0">
                  <a:pos x="31" y="48"/>
                </a:cxn>
                <a:cxn ang="0">
                  <a:pos x="48" y="31"/>
                </a:cxn>
                <a:cxn ang="0">
                  <a:pos x="31" y="13"/>
                </a:cxn>
                <a:cxn ang="0">
                  <a:pos x="14" y="31"/>
                </a:cxn>
                <a:cxn ang="0">
                  <a:pos x="31" y="48"/>
                </a:cxn>
                <a:cxn ang="0">
                  <a:pos x="0" y="35"/>
                </a:cxn>
                <a:cxn ang="0">
                  <a:pos x="0" y="27"/>
                </a:cxn>
                <a:cxn ang="0">
                  <a:pos x="6" y="27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6" y="12"/>
                </a:cxn>
                <a:cxn ang="0">
                  <a:pos x="12" y="15"/>
                </a:cxn>
                <a:cxn ang="0">
                  <a:pos x="15" y="11"/>
                </a:cxn>
                <a:cxn ang="0">
                  <a:pos x="12" y="6"/>
                </a:cxn>
                <a:cxn ang="0">
                  <a:pos x="19" y="2"/>
                </a:cxn>
                <a:cxn ang="0">
                  <a:pos x="22" y="7"/>
                </a:cxn>
                <a:cxn ang="0">
                  <a:pos x="27" y="6"/>
                </a:cxn>
                <a:cxn ang="0">
                  <a:pos x="27" y="0"/>
                </a:cxn>
                <a:cxn ang="0">
                  <a:pos x="35" y="0"/>
                </a:cxn>
                <a:cxn ang="0">
                  <a:pos x="35" y="6"/>
                </a:cxn>
                <a:cxn ang="0">
                  <a:pos x="40" y="7"/>
                </a:cxn>
                <a:cxn ang="0">
                  <a:pos x="43" y="2"/>
                </a:cxn>
                <a:cxn ang="0">
                  <a:pos x="50" y="6"/>
                </a:cxn>
                <a:cxn ang="0">
                  <a:pos x="47" y="11"/>
                </a:cxn>
                <a:cxn ang="0">
                  <a:pos x="50" y="15"/>
                </a:cxn>
                <a:cxn ang="0">
                  <a:pos x="56" y="12"/>
                </a:cxn>
                <a:cxn ang="0">
                  <a:pos x="59" y="19"/>
                </a:cxn>
                <a:cxn ang="0">
                  <a:pos x="54" y="22"/>
                </a:cxn>
                <a:cxn ang="0">
                  <a:pos x="56" y="27"/>
                </a:cxn>
                <a:cxn ang="0">
                  <a:pos x="62" y="27"/>
                </a:cxn>
                <a:cxn ang="0">
                  <a:pos x="62" y="35"/>
                </a:cxn>
                <a:cxn ang="0">
                  <a:pos x="56" y="35"/>
                </a:cxn>
                <a:cxn ang="0">
                  <a:pos x="54" y="40"/>
                </a:cxn>
                <a:cxn ang="0">
                  <a:pos x="59" y="43"/>
                </a:cxn>
                <a:cxn ang="0">
                  <a:pos x="56" y="49"/>
                </a:cxn>
                <a:cxn ang="0">
                  <a:pos x="50" y="46"/>
                </a:cxn>
                <a:cxn ang="0">
                  <a:pos x="47" y="50"/>
                </a:cxn>
                <a:cxn ang="0">
                  <a:pos x="50" y="55"/>
                </a:cxn>
                <a:cxn ang="0">
                  <a:pos x="43" y="59"/>
                </a:cxn>
                <a:cxn ang="0">
                  <a:pos x="40" y="54"/>
                </a:cxn>
                <a:cxn ang="0">
                  <a:pos x="35" y="55"/>
                </a:cxn>
                <a:cxn ang="0">
                  <a:pos x="35" y="61"/>
                </a:cxn>
                <a:cxn ang="0">
                  <a:pos x="27" y="61"/>
                </a:cxn>
                <a:cxn ang="0">
                  <a:pos x="27" y="55"/>
                </a:cxn>
                <a:cxn ang="0">
                  <a:pos x="22" y="54"/>
                </a:cxn>
                <a:cxn ang="0">
                  <a:pos x="19" y="59"/>
                </a:cxn>
                <a:cxn ang="0">
                  <a:pos x="12" y="55"/>
                </a:cxn>
                <a:cxn ang="0">
                  <a:pos x="15" y="50"/>
                </a:cxn>
                <a:cxn ang="0">
                  <a:pos x="12" y="46"/>
                </a:cxn>
                <a:cxn ang="0">
                  <a:pos x="6" y="49"/>
                </a:cxn>
                <a:cxn ang="0">
                  <a:pos x="3" y="43"/>
                </a:cxn>
                <a:cxn ang="0">
                  <a:pos x="8" y="40"/>
                </a:cxn>
                <a:cxn ang="0">
                  <a:pos x="6" y="35"/>
                </a:cxn>
                <a:cxn ang="0">
                  <a:pos x="0" y="35"/>
                </a:cxn>
              </a:cxnLst>
              <a:rect l="0" t="0" r="r" b="b"/>
              <a:pathLst>
                <a:path w="62" h="61">
                  <a:moveTo>
                    <a:pt x="31" y="48"/>
                  </a:moveTo>
                  <a:cubicBezTo>
                    <a:pt x="41" y="48"/>
                    <a:pt x="48" y="40"/>
                    <a:pt x="48" y="31"/>
                  </a:cubicBezTo>
                  <a:cubicBezTo>
                    <a:pt x="48" y="21"/>
                    <a:pt x="41" y="13"/>
                    <a:pt x="31" y="13"/>
                  </a:cubicBezTo>
                  <a:cubicBezTo>
                    <a:pt x="21" y="13"/>
                    <a:pt x="14" y="21"/>
                    <a:pt x="14" y="31"/>
                  </a:cubicBezTo>
                  <a:cubicBezTo>
                    <a:pt x="14" y="40"/>
                    <a:pt x="21" y="48"/>
                    <a:pt x="31" y="48"/>
                  </a:cubicBezTo>
                  <a:moveTo>
                    <a:pt x="0" y="35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5"/>
                    <a:pt x="7" y="23"/>
                    <a:pt x="8" y="2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4"/>
                    <a:pt x="14" y="12"/>
                    <a:pt x="15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4" y="7"/>
                    <a:pt x="25" y="6"/>
                    <a:pt x="27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7" y="6"/>
                    <a:pt x="38" y="7"/>
                    <a:pt x="40" y="7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8" y="12"/>
                    <a:pt x="49" y="14"/>
                    <a:pt x="50" y="15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5" y="23"/>
                    <a:pt x="55" y="25"/>
                    <a:pt x="56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5" y="36"/>
                    <a:pt x="55" y="38"/>
                    <a:pt x="54" y="40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49" y="48"/>
                    <a:pt x="48" y="49"/>
                    <a:pt x="47" y="50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38" y="55"/>
                    <a:pt x="37" y="55"/>
                    <a:pt x="35" y="55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27" y="61"/>
                    <a:pt x="27" y="61"/>
                    <a:pt x="27" y="61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5" y="55"/>
                    <a:pt x="24" y="55"/>
                    <a:pt x="22" y="54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4" y="49"/>
                    <a:pt x="13" y="48"/>
                    <a:pt x="12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38"/>
                    <a:pt x="7" y="36"/>
                    <a:pt x="6" y="35"/>
                  </a:cubicBezTo>
                  <a:lnTo>
                    <a:pt x="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2" name="Freeform 65"/>
            <p:cNvSpPr>
              <a:spLocks noEditPoints="1"/>
            </p:cNvSpPr>
            <p:nvPr/>
          </p:nvSpPr>
          <p:spPr bwMode="auto">
            <a:xfrm>
              <a:off x="2271713" y="111125"/>
              <a:ext cx="227013" cy="230188"/>
            </a:xfrm>
            <a:custGeom>
              <a:avLst/>
              <a:gdLst/>
              <a:ahLst/>
              <a:cxnLst>
                <a:cxn ang="0">
                  <a:pos x="52" y="82"/>
                </a:cxn>
                <a:cxn ang="0">
                  <a:pos x="82" y="53"/>
                </a:cxn>
                <a:cxn ang="0">
                  <a:pos x="52" y="23"/>
                </a:cxn>
                <a:cxn ang="0">
                  <a:pos x="23" y="53"/>
                </a:cxn>
                <a:cxn ang="0">
                  <a:pos x="52" y="82"/>
                </a:cxn>
                <a:cxn ang="0">
                  <a:pos x="0" y="59"/>
                </a:cxn>
                <a:cxn ang="0">
                  <a:pos x="0" y="46"/>
                </a:cxn>
                <a:cxn ang="0">
                  <a:pos x="10" y="46"/>
                </a:cxn>
                <a:cxn ang="0">
                  <a:pos x="13" y="37"/>
                </a:cxn>
                <a:cxn ang="0">
                  <a:pos x="4" y="32"/>
                </a:cxn>
                <a:cxn ang="0">
                  <a:pos x="10" y="21"/>
                </a:cxn>
                <a:cxn ang="0">
                  <a:pos x="19" y="26"/>
                </a:cxn>
                <a:cxn ang="0">
                  <a:pos x="26" y="20"/>
                </a:cxn>
                <a:cxn ang="0">
                  <a:pos x="20" y="11"/>
                </a:cxn>
                <a:cxn ang="0">
                  <a:pos x="32" y="4"/>
                </a:cxn>
                <a:cxn ang="0">
                  <a:pos x="37" y="13"/>
                </a:cxn>
                <a:cxn ang="0">
                  <a:pos x="46" y="11"/>
                </a:cxn>
                <a:cxn ang="0">
                  <a:pos x="46" y="0"/>
                </a:cxn>
                <a:cxn ang="0">
                  <a:pos x="59" y="0"/>
                </a:cxn>
                <a:cxn ang="0">
                  <a:pos x="59" y="11"/>
                </a:cxn>
                <a:cxn ang="0">
                  <a:pos x="68" y="13"/>
                </a:cxn>
                <a:cxn ang="0">
                  <a:pos x="73" y="4"/>
                </a:cxn>
                <a:cxn ang="0">
                  <a:pos x="84" y="11"/>
                </a:cxn>
                <a:cxn ang="0">
                  <a:pos x="79" y="20"/>
                </a:cxn>
                <a:cxn ang="0">
                  <a:pos x="85" y="26"/>
                </a:cxn>
                <a:cxn ang="0">
                  <a:pos x="94" y="21"/>
                </a:cxn>
                <a:cxn ang="0">
                  <a:pos x="101" y="32"/>
                </a:cxn>
                <a:cxn ang="0">
                  <a:pos x="92" y="37"/>
                </a:cxn>
                <a:cxn ang="0">
                  <a:pos x="94" y="46"/>
                </a:cxn>
                <a:cxn ang="0">
                  <a:pos x="104" y="46"/>
                </a:cxn>
                <a:cxn ang="0">
                  <a:pos x="104" y="59"/>
                </a:cxn>
                <a:cxn ang="0">
                  <a:pos x="94" y="59"/>
                </a:cxn>
                <a:cxn ang="0">
                  <a:pos x="92" y="68"/>
                </a:cxn>
                <a:cxn ang="0">
                  <a:pos x="101" y="73"/>
                </a:cxn>
                <a:cxn ang="0">
                  <a:pos x="94" y="84"/>
                </a:cxn>
                <a:cxn ang="0">
                  <a:pos x="85" y="79"/>
                </a:cxn>
                <a:cxn ang="0">
                  <a:pos x="79" y="86"/>
                </a:cxn>
                <a:cxn ang="0">
                  <a:pos x="84" y="95"/>
                </a:cxn>
                <a:cxn ang="0">
                  <a:pos x="73" y="101"/>
                </a:cxn>
                <a:cxn ang="0">
                  <a:pos x="68" y="92"/>
                </a:cxn>
                <a:cxn ang="0">
                  <a:pos x="59" y="94"/>
                </a:cxn>
                <a:cxn ang="0">
                  <a:pos x="59" y="105"/>
                </a:cxn>
                <a:cxn ang="0">
                  <a:pos x="46" y="105"/>
                </a:cxn>
                <a:cxn ang="0">
                  <a:pos x="46" y="94"/>
                </a:cxn>
                <a:cxn ang="0">
                  <a:pos x="37" y="92"/>
                </a:cxn>
                <a:cxn ang="0">
                  <a:pos x="32" y="101"/>
                </a:cxn>
                <a:cxn ang="0">
                  <a:pos x="20" y="95"/>
                </a:cxn>
                <a:cxn ang="0">
                  <a:pos x="26" y="86"/>
                </a:cxn>
                <a:cxn ang="0">
                  <a:pos x="19" y="79"/>
                </a:cxn>
                <a:cxn ang="0">
                  <a:pos x="10" y="84"/>
                </a:cxn>
                <a:cxn ang="0">
                  <a:pos x="4" y="73"/>
                </a:cxn>
                <a:cxn ang="0">
                  <a:pos x="13" y="68"/>
                </a:cxn>
                <a:cxn ang="0">
                  <a:pos x="10" y="59"/>
                </a:cxn>
                <a:cxn ang="0">
                  <a:pos x="0" y="59"/>
                </a:cxn>
              </a:cxnLst>
              <a:rect l="0" t="0" r="r" b="b"/>
              <a:pathLst>
                <a:path w="104" h="105">
                  <a:moveTo>
                    <a:pt x="52" y="82"/>
                  </a:moveTo>
                  <a:cubicBezTo>
                    <a:pt x="68" y="82"/>
                    <a:pt x="82" y="69"/>
                    <a:pt x="82" y="53"/>
                  </a:cubicBezTo>
                  <a:cubicBezTo>
                    <a:pt x="82" y="36"/>
                    <a:pt x="68" y="23"/>
                    <a:pt x="52" y="23"/>
                  </a:cubicBezTo>
                  <a:cubicBezTo>
                    <a:pt x="36" y="23"/>
                    <a:pt x="23" y="36"/>
                    <a:pt x="23" y="53"/>
                  </a:cubicBezTo>
                  <a:cubicBezTo>
                    <a:pt x="23" y="69"/>
                    <a:pt x="36" y="82"/>
                    <a:pt x="52" y="82"/>
                  </a:cubicBezTo>
                  <a:moveTo>
                    <a:pt x="0" y="59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1" y="43"/>
                    <a:pt x="12" y="40"/>
                    <a:pt x="13" y="37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1" y="24"/>
                    <a:pt x="23" y="21"/>
                    <a:pt x="26" y="2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40" y="12"/>
                    <a:pt x="43" y="11"/>
                    <a:pt x="46" y="11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62" y="11"/>
                    <a:pt x="65" y="12"/>
                    <a:pt x="68" y="1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81" y="21"/>
                    <a:pt x="83" y="24"/>
                    <a:pt x="85" y="26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92" y="37"/>
                    <a:pt x="92" y="37"/>
                    <a:pt x="92" y="37"/>
                  </a:cubicBezTo>
                  <a:cubicBezTo>
                    <a:pt x="93" y="40"/>
                    <a:pt x="94" y="43"/>
                    <a:pt x="94" y="46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59"/>
                    <a:pt x="104" y="59"/>
                    <a:pt x="104" y="59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2"/>
                    <a:pt x="93" y="65"/>
                    <a:pt x="92" y="68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94" y="84"/>
                    <a:pt x="94" y="84"/>
                    <a:pt x="94" y="84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82"/>
                    <a:pt x="81" y="84"/>
                    <a:pt x="79" y="86"/>
                  </a:cubicBezTo>
                  <a:cubicBezTo>
                    <a:pt x="84" y="95"/>
                    <a:pt x="84" y="95"/>
                    <a:pt x="84" y="95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65" y="93"/>
                    <a:pt x="62" y="94"/>
                    <a:pt x="59" y="94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46" y="105"/>
                    <a:pt x="46" y="105"/>
                    <a:pt x="46" y="105"/>
                  </a:cubicBezTo>
                  <a:cubicBezTo>
                    <a:pt x="46" y="94"/>
                    <a:pt x="46" y="94"/>
                    <a:pt x="46" y="94"/>
                  </a:cubicBezTo>
                  <a:cubicBezTo>
                    <a:pt x="43" y="94"/>
                    <a:pt x="40" y="93"/>
                    <a:pt x="37" y="92"/>
                  </a:cubicBezTo>
                  <a:cubicBezTo>
                    <a:pt x="32" y="101"/>
                    <a:pt x="32" y="101"/>
                    <a:pt x="32" y="101"/>
                  </a:cubicBezTo>
                  <a:cubicBezTo>
                    <a:pt x="20" y="95"/>
                    <a:pt x="20" y="95"/>
                    <a:pt x="20" y="95"/>
                  </a:cubicBezTo>
                  <a:cubicBezTo>
                    <a:pt x="26" y="86"/>
                    <a:pt x="26" y="86"/>
                    <a:pt x="26" y="86"/>
                  </a:cubicBezTo>
                  <a:cubicBezTo>
                    <a:pt x="23" y="84"/>
                    <a:pt x="21" y="82"/>
                    <a:pt x="19" y="79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2" y="65"/>
                    <a:pt x="11" y="62"/>
                    <a:pt x="10" y="59"/>
                  </a:cubicBezTo>
                  <a:lnTo>
                    <a:pt x="0" y="5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3" name="Freeform 66"/>
            <p:cNvSpPr/>
            <p:nvPr/>
          </p:nvSpPr>
          <p:spPr bwMode="auto">
            <a:xfrm>
              <a:off x="1585913" y="1249363"/>
              <a:ext cx="196850" cy="50800"/>
            </a:xfrm>
            <a:custGeom>
              <a:avLst/>
              <a:gdLst/>
              <a:ahLst/>
              <a:cxnLst>
                <a:cxn ang="0">
                  <a:pos x="17" y="32"/>
                </a:cxn>
                <a:cxn ang="0">
                  <a:pos x="21" y="32"/>
                </a:cxn>
                <a:cxn ang="0">
                  <a:pos x="104" y="32"/>
                </a:cxn>
                <a:cxn ang="0">
                  <a:pos x="107" y="32"/>
                </a:cxn>
                <a:cxn ang="0">
                  <a:pos x="124" y="0"/>
                </a:cxn>
                <a:cxn ang="0">
                  <a:pos x="123" y="0"/>
                </a:cxn>
                <a:cxn ang="0">
                  <a:pos x="105" y="0"/>
                </a:cxn>
                <a:cxn ang="0">
                  <a:pos x="91" y="0"/>
                </a:cxn>
                <a:cxn ang="0">
                  <a:pos x="34" y="0"/>
                </a:cxn>
                <a:cxn ang="0">
                  <a:pos x="20" y="0"/>
                </a:cxn>
                <a:cxn ang="0">
                  <a:pos x="0" y="0"/>
                </a:cxn>
                <a:cxn ang="0">
                  <a:pos x="17" y="32"/>
                </a:cxn>
              </a:cxnLst>
              <a:rect l="0" t="0" r="r" b="b"/>
              <a:pathLst>
                <a:path w="124" h="32">
                  <a:moveTo>
                    <a:pt x="17" y="32"/>
                  </a:moveTo>
                  <a:lnTo>
                    <a:pt x="21" y="32"/>
                  </a:lnTo>
                  <a:lnTo>
                    <a:pt x="104" y="32"/>
                  </a:lnTo>
                  <a:lnTo>
                    <a:pt x="107" y="32"/>
                  </a:lnTo>
                  <a:lnTo>
                    <a:pt x="124" y="0"/>
                  </a:lnTo>
                  <a:lnTo>
                    <a:pt x="123" y="0"/>
                  </a:lnTo>
                  <a:lnTo>
                    <a:pt x="105" y="0"/>
                  </a:lnTo>
                  <a:lnTo>
                    <a:pt x="91" y="0"/>
                  </a:lnTo>
                  <a:lnTo>
                    <a:pt x="34" y="0"/>
                  </a:lnTo>
                  <a:lnTo>
                    <a:pt x="20" y="0"/>
                  </a:lnTo>
                  <a:lnTo>
                    <a:pt x="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4" name="Freeform 67"/>
            <p:cNvSpPr/>
            <p:nvPr/>
          </p:nvSpPr>
          <p:spPr bwMode="auto">
            <a:xfrm>
              <a:off x="1585913" y="1260475"/>
              <a:ext cx="195263" cy="92075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89" y="42"/>
                </a:cxn>
                <a:cxn ang="0">
                  <a:pos x="89" y="0"/>
                </a:cxn>
                <a:cxn ang="0">
                  <a:pos x="79" y="20"/>
                </a:cxn>
                <a:cxn ang="0">
                  <a:pos x="78" y="21"/>
                </a:cxn>
                <a:cxn ang="0">
                  <a:pos x="77" y="21"/>
                </a:cxn>
                <a:cxn ang="0">
                  <a:pos x="74" y="21"/>
                </a:cxn>
                <a:cxn ang="0">
                  <a:pos x="52" y="21"/>
                </a:cxn>
                <a:cxn ang="0">
                  <a:pos x="52" y="22"/>
                </a:cxn>
                <a:cxn ang="0">
                  <a:pos x="51" y="26"/>
                </a:cxn>
                <a:cxn ang="0">
                  <a:pos x="45" y="29"/>
                </a:cxn>
                <a:cxn ang="0">
                  <a:pos x="39" y="26"/>
                </a:cxn>
                <a:cxn ang="0">
                  <a:pos x="38" y="22"/>
                </a:cxn>
                <a:cxn ang="0">
                  <a:pos x="38" y="21"/>
                </a:cxn>
                <a:cxn ang="0">
                  <a:pos x="16" y="21"/>
                </a:cxn>
                <a:cxn ang="0">
                  <a:pos x="12" y="21"/>
                </a:cxn>
                <a:cxn ang="0">
                  <a:pos x="11" y="21"/>
                </a:cxn>
                <a:cxn ang="0">
                  <a:pos x="10" y="20"/>
                </a:cxn>
                <a:cxn ang="0">
                  <a:pos x="0" y="0"/>
                </a:cxn>
                <a:cxn ang="0">
                  <a:pos x="0" y="42"/>
                </a:cxn>
              </a:cxnLst>
              <a:rect l="0" t="0" r="r" b="b"/>
              <a:pathLst>
                <a:path w="89" h="42">
                  <a:moveTo>
                    <a:pt x="0" y="42"/>
                  </a:moveTo>
                  <a:cubicBezTo>
                    <a:pt x="89" y="42"/>
                    <a:pt x="89" y="42"/>
                    <a:pt x="89" y="4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2" y="21"/>
                    <a:pt x="52" y="22"/>
                    <a:pt x="52" y="22"/>
                  </a:cubicBezTo>
                  <a:cubicBezTo>
                    <a:pt x="52" y="23"/>
                    <a:pt x="51" y="25"/>
                    <a:pt x="51" y="26"/>
                  </a:cubicBezTo>
                  <a:cubicBezTo>
                    <a:pt x="49" y="28"/>
                    <a:pt x="47" y="29"/>
                    <a:pt x="45" y="29"/>
                  </a:cubicBezTo>
                  <a:cubicBezTo>
                    <a:pt x="43" y="29"/>
                    <a:pt x="40" y="28"/>
                    <a:pt x="39" y="26"/>
                  </a:cubicBezTo>
                  <a:cubicBezTo>
                    <a:pt x="38" y="25"/>
                    <a:pt x="38" y="23"/>
                    <a:pt x="38" y="22"/>
                  </a:cubicBezTo>
                  <a:cubicBezTo>
                    <a:pt x="38" y="22"/>
                    <a:pt x="38" y="21"/>
                    <a:pt x="38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5" name="Freeform 68"/>
            <p:cNvSpPr/>
            <p:nvPr/>
          </p:nvSpPr>
          <p:spPr bwMode="auto">
            <a:xfrm>
              <a:off x="1617663" y="1179513"/>
              <a:ext cx="134938" cy="63500"/>
            </a:xfrm>
            <a:custGeom>
              <a:avLst/>
              <a:gdLst/>
              <a:ahLst/>
              <a:cxnLst>
                <a:cxn ang="0">
                  <a:pos x="62" y="29"/>
                </a:cxn>
                <a:cxn ang="0">
                  <a:pos x="62" y="12"/>
                </a:cxn>
                <a:cxn ang="0">
                  <a:pos x="50" y="0"/>
                </a:cxn>
                <a:cxn ang="0">
                  <a:pos x="12" y="0"/>
                </a:cxn>
                <a:cxn ang="0">
                  <a:pos x="0" y="12"/>
                </a:cxn>
                <a:cxn ang="0">
                  <a:pos x="0" y="29"/>
                </a:cxn>
                <a:cxn ang="0">
                  <a:pos x="10" y="29"/>
                </a:cxn>
                <a:cxn ang="0">
                  <a:pos x="10" y="12"/>
                </a:cxn>
                <a:cxn ang="0">
                  <a:pos x="12" y="10"/>
                </a:cxn>
                <a:cxn ang="0">
                  <a:pos x="50" y="10"/>
                </a:cxn>
                <a:cxn ang="0">
                  <a:pos x="52" y="12"/>
                </a:cxn>
                <a:cxn ang="0">
                  <a:pos x="52" y="29"/>
                </a:cxn>
                <a:cxn ang="0">
                  <a:pos x="62" y="29"/>
                </a:cxn>
              </a:cxnLst>
              <a:rect l="0" t="0" r="r" b="b"/>
              <a:pathLst>
                <a:path w="62" h="29">
                  <a:moveTo>
                    <a:pt x="62" y="29"/>
                  </a:moveTo>
                  <a:cubicBezTo>
                    <a:pt x="62" y="12"/>
                    <a:pt x="62" y="12"/>
                    <a:pt x="62" y="12"/>
                  </a:cubicBezTo>
                  <a:cubicBezTo>
                    <a:pt x="62" y="5"/>
                    <a:pt x="57" y="0"/>
                    <a:pt x="5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1"/>
                    <a:pt x="11" y="10"/>
                    <a:pt x="12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1" y="10"/>
                    <a:pt x="52" y="11"/>
                    <a:pt x="52" y="12"/>
                  </a:cubicBezTo>
                  <a:cubicBezTo>
                    <a:pt x="52" y="29"/>
                    <a:pt x="52" y="29"/>
                    <a:pt x="52" y="29"/>
                  </a:cubicBezTo>
                  <a:lnTo>
                    <a:pt x="62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6" name="Freeform 69"/>
            <p:cNvSpPr/>
            <p:nvPr/>
          </p:nvSpPr>
          <p:spPr bwMode="auto">
            <a:xfrm>
              <a:off x="1938338" y="1490663"/>
              <a:ext cx="139700" cy="117475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3" y="0"/>
                </a:cxn>
                <a:cxn ang="0">
                  <a:pos x="0" y="19"/>
                </a:cxn>
                <a:cxn ang="0">
                  <a:pos x="6" y="28"/>
                </a:cxn>
                <a:cxn ang="0">
                  <a:pos x="15" y="20"/>
                </a:cxn>
                <a:cxn ang="0">
                  <a:pos x="14" y="54"/>
                </a:cxn>
                <a:cxn ang="0">
                  <a:pos x="32" y="54"/>
                </a:cxn>
                <a:cxn ang="0">
                  <a:pos x="50" y="54"/>
                </a:cxn>
                <a:cxn ang="0">
                  <a:pos x="50" y="20"/>
                </a:cxn>
                <a:cxn ang="0">
                  <a:pos x="58" y="28"/>
                </a:cxn>
                <a:cxn ang="0">
                  <a:pos x="64" y="19"/>
                </a:cxn>
                <a:cxn ang="0">
                  <a:pos x="43" y="0"/>
                </a:cxn>
              </a:cxnLst>
              <a:rect l="0" t="0" r="r" b="b"/>
              <a:pathLst>
                <a:path w="64" h="54">
                  <a:moveTo>
                    <a:pt x="43" y="0"/>
                  </a:moveTo>
                  <a:cubicBezTo>
                    <a:pt x="39" y="6"/>
                    <a:pt x="26" y="6"/>
                    <a:pt x="23" y="0"/>
                  </a:cubicBezTo>
                  <a:cubicBezTo>
                    <a:pt x="23" y="0"/>
                    <a:pt x="4" y="11"/>
                    <a:pt x="0" y="1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12" y="22"/>
                    <a:pt x="15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2" y="22"/>
                    <a:pt x="58" y="28"/>
                    <a:pt x="58" y="28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1" y="11"/>
                    <a:pt x="43" y="0"/>
                    <a:pt x="4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7" name="Freeform 70"/>
            <p:cNvSpPr/>
            <p:nvPr/>
          </p:nvSpPr>
          <p:spPr bwMode="auto">
            <a:xfrm>
              <a:off x="2279650" y="2243138"/>
              <a:ext cx="201613" cy="171450"/>
            </a:xfrm>
            <a:custGeom>
              <a:avLst/>
              <a:gdLst/>
              <a:ahLst/>
              <a:cxnLst>
                <a:cxn ang="0">
                  <a:pos x="61" y="0"/>
                </a:cxn>
                <a:cxn ang="0">
                  <a:pos x="32" y="0"/>
                </a:cxn>
                <a:cxn ang="0">
                  <a:pos x="0" y="28"/>
                </a:cxn>
                <a:cxn ang="0">
                  <a:pos x="8" y="41"/>
                </a:cxn>
                <a:cxn ang="0">
                  <a:pos x="20" y="29"/>
                </a:cxn>
                <a:cxn ang="0">
                  <a:pos x="20" y="78"/>
                </a:cxn>
                <a:cxn ang="0">
                  <a:pos x="46" y="78"/>
                </a:cxn>
                <a:cxn ang="0">
                  <a:pos x="71" y="78"/>
                </a:cxn>
                <a:cxn ang="0">
                  <a:pos x="71" y="29"/>
                </a:cxn>
                <a:cxn ang="0">
                  <a:pos x="83" y="41"/>
                </a:cxn>
                <a:cxn ang="0">
                  <a:pos x="92" y="28"/>
                </a:cxn>
                <a:cxn ang="0">
                  <a:pos x="61" y="0"/>
                </a:cxn>
              </a:cxnLst>
              <a:rect l="0" t="0" r="r" b="b"/>
              <a:pathLst>
                <a:path w="92" h="78">
                  <a:moveTo>
                    <a:pt x="61" y="0"/>
                  </a:moveTo>
                  <a:cubicBezTo>
                    <a:pt x="56" y="8"/>
                    <a:pt x="37" y="8"/>
                    <a:pt x="32" y="0"/>
                  </a:cubicBezTo>
                  <a:cubicBezTo>
                    <a:pt x="32" y="0"/>
                    <a:pt x="4" y="16"/>
                    <a:pt x="0" y="28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17" y="32"/>
                    <a:pt x="20" y="2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46" y="78"/>
                    <a:pt x="46" y="78"/>
                    <a:pt x="46" y="78"/>
                  </a:cubicBezTo>
                  <a:cubicBezTo>
                    <a:pt x="71" y="78"/>
                    <a:pt x="71" y="78"/>
                    <a:pt x="71" y="78"/>
                  </a:cubicBezTo>
                  <a:cubicBezTo>
                    <a:pt x="71" y="29"/>
                    <a:pt x="71" y="29"/>
                    <a:pt x="71" y="29"/>
                  </a:cubicBezTo>
                  <a:cubicBezTo>
                    <a:pt x="75" y="32"/>
                    <a:pt x="83" y="41"/>
                    <a:pt x="83" y="41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87" y="16"/>
                    <a:pt x="61" y="0"/>
                    <a:pt x="61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8" name="Freeform 71"/>
            <p:cNvSpPr/>
            <p:nvPr/>
          </p:nvSpPr>
          <p:spPr bwMode="auto">
            <a:xfrm>
              <a:off x="1927225" y="1770063"/>
              <a:ext cx="84138" cy="14287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55"/>
                </a:cxn>
                <a:cxn ang="0">
                  <a:pos x="11" y="65"/>
                </a:cxn>
                <a:cxn ang="0">
                  <a:pos x="27" y="65"/>
                </a:cxn>
                <a:cxn ang="0">
                  <a:pos x="38" y="55"/>
                </a:cxn>
                <a:cxn ang="0">
                  <a:pos x="38" y="45"/>
                </a:cxn>
                <a:cxn ang="0">
                  <a:pos x="24" y="45"/>
                </a:cxn>
                <a:cxn ang="0">
                  <a:pos x="24" y="37"/>
                </a:cxn>
                <a:cxn ang="0">
                  <a:pos x="38" y="37"/>
                </a:cxn>
                <a:cxn ang="0">
                  <a:pos x="38" y="25"/>
                </a:cxn>
                <a:cxn ang="0">
                  <a:pos x="24" y="25"/>
                </a:cxn>
                <a:cxn ang="0">
                  <a:pos x="24" y="17"/>
                </a:cxn>
                <a:cxn ang="0">
                  <a:pos x="38" y="17"/>
                </a:cxn>
                <a:cxn ang="0">
                  <a:pos x="38" y="11"/>
                </a:cxn>
                <a:cxn ang="0">
                  <a:pos x="27" y="0"/>
                </a:cxn>
                <a:cxn ang="0">
                  <a:pos x="11" y="0"/>
                </a:cxn>
                <a:cxn ang="0">
                  <a:pos x="0" y="11"/>
                </a:cxn>
                <a:cxn ang="0">
                  <a:pos x="0" y="17"/>
                </a:cxn>
                <a:cxn ang="0">
                  <a:pos x="13" y="17"/>
                </a:cxn>
                <a:cxn ang="0">
                  <a:pos x="13" y="25"/>
                </a:cxn>
                <a:cxn ang="0">
                  <a:pos x="0" y="25"/>
                </a:cxn>
                <a:cxn ang="0">
                  <a:pos x="0" y="37"/>
                </a:cxn>
                <a:cxn ang="0">
                  <a:pos x="13" y="37"/>
                </a:cxn>
                <a:cxn ang="0">
                  <a:pos x="13" y="45"/>
                </a:cxn>
                <a:cxn ang="0">
                  <a:pos x="0" y="45"/>
                </a:cxn>
              </a:cxnLst>
              <a:rect l="0" t="0" r="r" b="b"/>
              <a:pathLst>
                <a:path w="38" h="65">
                  <a:moveTo>
                    <a:pt x="0" y="45"/>
                  </a:moveTo>
                  <a:cubicBezTo>
                    <a:pt x="0" y="55"/>
                    <a:pt x="0" y="55"/>
                    <a:pt x="0" y="55"/>
                  </a:cubicBezTo>
                  <a:cubicBezTo>
                    <a:pt x="0" y="61"/>
                    <a:pt x="5" y="65"/>
                    <a:pt x="11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3" y="65"/>
                    <a:pt x="38" y="61"/>
                    <a:pt x="38" y="55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5"/>
                    <a:pt x="33" y="0"/>
                    <a:pt x="27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45"/>
                    <a:pt x="13" y="45"/>
                    <a:pt x="13" y="45"/>
                  </a:cubicBezTo>
                  <a:lnTo>
                    <a:pt x="0" y="4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89" name="Freeform 72"/>
            <p:cNvSpPr/>
            <p:nvPr/>
          </p:nvSpPr>
          <p:spPr bwMode="auto">
            <a:xfrm>
              <a:off x="1901825" y="1897063"/>
              <a:ext cx="133350" cy="88900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0" y="19"/>
                </a:cxn>
                <a:cxn ang="0">
                  <a:pos x="27" y="19"/>
                </a:cxn>
                <a:cxn ang="0">
                  <a:pos x="27" y="32"/>
                </a:cxn>
                <a:cxn ang="0">
                  <a:pos x="19" y="32"/>
                </a:cxn>
                <a:cxn ang="0">
                  <a:pos x="19" y="40"/>
                </a:cxn>
                <a:cxn ang="0">
                  <a:pos x="43" y="40"/>
                </a:cxn>
                <a:cxn ang="0">
                  <a:pos x="43" y="32"/>
                </a:cxn>
                <a:cxn ang="0">
                  <a:pos x="35" y="32"/>
                </a:cxn>
                <a:cxn ang="0">
                  <a:pos x="35" y="19"/>
                </a:cxn>
                <a:cxn ang="0">
                  <a:pos x="41" y="19"/>
                </a:cxn>
                <a:cxn ang="0">
                  <a:pos x="61" y="2"/>
                </a:cxn>
                <a:cxn ang="0">
                  <a:pos x="53" y="0"/>
                </a:cxn>
                <a:cxn ang="0">
                  <a:pos x="41" y="11"/>
                </a:cxn>
                <a:cxn ang="0">
                  <a:pos x="20" y="11"/>
                </a:cxn>
                <a:cxn ang="0">
                  <a:pos x="8" y="0"/>
                </a:cxn>
                <a:cxn ang="0">
                  <a:pos x="0" y="2"/>
                </a:cxn>
              </a:cxnLst>
              <a:rect l="0" t="0" r="r" b="b"/>
              <a:pathLst>
                <a:path w="61" h="40">
                  <a:moveTo>
                    <a:pt x="0" y="2"/>
                  </a:moveTo>
                  <a:cubicBezTo>
                    <a:pt x="2" y="12"/>
                    <a:pt x="11" y="19"/>
                    <a:pt x="20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1" y="19"/>
                    <a:pt x="59" y="10"/>
                    <a:pt x="61" y="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5"/>
                    <a:pt x="47" y="11"/>
                    <a:pt x="41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5" y="11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0" name="Freeform 73"/>
            <p:cNvSpPr/>
            <p:nvPr/>
          </p:nvSpPr>
          <p:spPr bwMode="auto">
            <a:xfrm>
              <a:off x="2568575" y="2501900"/>
              <a:ext cx="82550" cy="142875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54"/>
                </a:cxn>
                <a:cxn ang="0">
                  <a:pos x="11" y="65"/>
                </a:cxn>
                <a:cxn ang="0">
                  <a:pos x="27" y="65"/>
                </a:cxn>
                <a:cxn ang="0">
                  <a:pos x="38" y="54"/>
                </a:cxn>
                <a:cxn ang="0">
                  <a:pos x="38" y="45"/>
                </a:cxn>
                <a:cxn ang="0">
                  <a:pos x="25" y="45"/>
                </a:cxn>
                <a:cxn ang="0">
                  <a:pos x="25" y="37"/>
                </a:cxn>
                <a:cxn ang="0">
                  <a:pos x="38" y="37"/>
                </a:cxn>
                <a:cxn ang="0">
                  <a:pos x="38" y="25"/>
                </a:cxn>
                <a:cxn ang="0">
                  <a:pos x="25" y="25"/>
                </a:cxn>
                <a:cxn ang="0">
                  <a:pos x="25" y="16"/>
                </a:cxn>
                <a:cxn ang="0">
                  <a:pos x="38" y="16"/>
                </a:cxn>
                <a:cxn ang="0">
                  <a:pos x="38" y="11"/>
                </a:cxn>
                <a:cxn ang="0">
                  <a:pos x="27" y="0"/>
                </a:cxn>
                <a:cxn ang="0">
                  <a:pos x="11" y="0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4" y="16"/>
                </a:cxn>
                <a:cxn ang="0">
                  <a:pos x="14" y="25"/>
                </a:cxn>
                <a:cxn ang="0">
                  <a:pos x="0" y="25"/>
                </a:cxn>
                <a:cxn ang="0">
                  <a:pos x="0" y="37"/>
                </a:cxn>
                <a:cxn ang="0">
                  <a:pos x="14" y="37"/>
                </a:cxn>
                <a:cxn ang="0">
                  <a:pos x="14" y="45"/>
                </a:cxn>
                <a:cxn ang="0">
                  <a:pos x="0" y="45"/>
                </a:cxn>
              </a:cxnLst>
              <a:rect l="0" t="0" r="r" b="b"/>
              <a:pathLst>
                <a:path w="38" h="65">
                  <a:moveTo>
                    <a:pt x="0" y="4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60"/>
                    <a:pt x="5" y="65"/>
                    <a:pt x="11" y="65"/>
                  </a:cubicBezTo>
                  <a:cubicBezTo>
                    <a:pt x="27" y="65"/>
                    <a:pt x="27" y="65"/>
                    <a:pt x="27" y="65"/>
                  </a:cubicBezTo>
                  <a:cubicBezTo>
                    <a:pt x="34" y="65"/>
                    <a:pt x="38" y="60"/>
                    <a:pt x="38" y="5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5"/>
                    <a:pt x="34" y="0"/>
                    <a:pt x="27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45"/>
                    <a:pt x="14" y="45"/>
                    <a:pt x="14" y="45"/>
                  </a:cubicBezTo>
                  <a:lnTo>
                    <a:pt x="0" y="4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1" name="Freeform 74"/>
            <p:cNvSpPr/>
            <p:nvPr/>
          </p:nvSpPr>
          <p:spPr bwMode="auto">
            <a:xfrm>
              <a:off x="2544763" y="2628900"/>
              <a:ext cx="133350" cy="8572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0" y="19"/>
                </a:cxn>
                <a:cxn ang="0">
                  <a:pos x="26" y="19"/>
                </a:cxn>
                <a:cxn ang="0">
                  <a:pos x="26" y="31"/>
                </a:cxn>
                <a:cxn ang="0">
                  <a:pos x="18" y="31"/>
                </a:cxn>
                <a:cxn ang="0">
                  <a:pos x="18" y="39"/>
                </a:cxn>
                <a:cxn ang="0">
                  <a:pos x="42" y="39"/>
                </a:cxn>
                <a:cxn ang="0">
                  <a:pos x="42" y="31"/>
                </a:cxn>
                <a:cxn ang="0">
                  <a:pos x="34" y="31"/>
                </a:cxn>
                <a:cxn ang="0">
                  <a:pos x="34" y="19"/>
                </a:cxn>
                <a:cxn ang="0">
                  <a:pos x="41" y="19"/>
                </a:cxn>
                <a:cxn ang="0">
                  <a:pos x="61" y="2"/>
                </a:cxn>
                <a:cxn ang="0">
                  <a:pos x="53" y="0"/>
                </a:cxn>
                <a:cxn ang="0">
                  <a:pos x="41" y="10"/>
                </a:cxn>
                <a:cxn ang="0">
                  <a:pos x="20" y="10"/>
                </a:cxn>
                <a:cxn ang="0">
                  <a:pos x="8" y="0"/>
                </a:cxn>
                <a:cxn ang="0">
                  <a:pos x="0" y="2"/>
                </a:cxn>
              </a:cxnLst>
              <a:rect l="0" t="0" r="r" b="b"/>
              <a:pathLst>
                <a:path w="61" h="39">
                  <a:moveTo>
                    <a:pt x="0" y="2"/>
                  </a:moveTo>
                  <a:cubicBezTo>
                    <a:pt x="2" y="11"/>
                    <a:pt x="11" y="19"/>
                    <a:pt x="20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1" y="19"/>
                    <a:pt x="59" y="10"/>
                    <a:pt x="61" y="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5"/>
                    <a:pt x="46" y="10"/>
                    <a:pt x="41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5" y="10"/>
                    <a:pt x="9" y="6"/>
                    <a:pt x="8" y="0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2" name="Freeform 75"/>
            <p:cNvSpPr/>
            <p:nvPr/>
          </p:nvSpPr>
          <p:spPr bwMode="auto">
            <a:xfrm>
              <a:off x="2540000" y="207963"/>
              <a:ext cx="84138" cy="141288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54"/>
                </a:cxn>
                <a:cxn ang="0">
                  <a:pos x="11" y="65"/>
                </a:cxn>
                <a:cxn ang="0">
                  <a:pos x="28" y="65"/>
                </a:cxn>
                <a:cxn ang="0">
                  <a:pos x="38" y="54"/>
                </a:cxn>
                <a:cxn ang="0">
                  <a:pos x="38" y="45"/>
                </a:cxn>
                <a:cxn ang="0">
                  <a:pos x="25" y="45"/>
                </a:cxn>
                <a:cxn ang="0">
                  <a:pos x="25" y="37"/>
                </a:cxn>
                <a:cxn ang="0">
                  <a:pos x="38" y="37"/>
                </a:cxn>
                <a:cxn ang="0">
                  <a:pos x="38" y="25"/>
                </a:cxn>
                <a:cxn ang="0">
                  <a:pos x="25" y="25"/>
                </a:cxn>
                <a:cxn ang="0">
                  <a:pos x="25" y="16"/>
                </a:cxn>
                <a:cxn ang="0">
                  <a:pos x="38" y="16"/>
                </a:cxn>
                <a:cxn ang="0">
                  <a:pos x="38" y="11"/>
                </a:cxn>
                <a:cxn ang="0">
                  <a:pos x="28" y="0"/>
                </a:cxn>
                <a:cxn ang="0">
                  <a:pos x="11" y="0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4" y="16"/>
                </a:cxn>
                <a:cxn ang="0">
                  <a:pos x="14" y="25"/>
                </a:cxn>
                <a:cxn ang="0">
                  <a:pos x="0" y="25"/>
                </a:cxn>
                <a:cxn ang="0">
                  <a:pos x="0" y="37"/>
                </a:cxn>
                <a:cxn ang="0">
                  <a:pos x="14" y="37"/>
                </a:cxn>
                <a:cxn ang="0">
                  <a:pos x="14" y="45"/>
                </a:cxn>
                <a:cxn ang="0">
                  <a:pos x="0" y="45"/>
                </a:cxn>
              </a:cxnLst>
              <a:rect l="0" t="0" r="r" b="b"/>
              <a:pathLst>
                <a:path w="38" h="65">
                  <a:moveTo>
                    <a:pt x="0" y="4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0" y="60"/>
                    <a:pt x="5" y="65"/>
                    <a:pt x="11" y="6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34" y="65"/>
                    <a:pt x="38" y="60"/>
                    <a:pt x="38" y="5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5"/>
                    <a:pt x="34" y="0"/>
                    <a:pt x="2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45"/>
                    <a:pt x="14" y="45"/>
                    <a:pt x="14" y="45"/>
                  </a:cubicBezTo>
                  <a:lnTo>
                    <a:pt x="0" y="4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3" name="Freeform 76"/>
            <p:cNvSpPr/>
            <p:nvPr/>
          </p:nvSpPr>
          <p:spPr bwMode="auto">
            <a:xfrm>
              <a:off x="2516188" y="334963"/>
              <a:ext cx="133350" cy="8572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19"/>
                </a:cxn>
                <a:cxn ang="0">
                  <a:pos x="26" y="19"/>
                </a:cxn>
                <a:cxn ang="0">
                  <a:pos x="26" y="31"/>
                </a:cxn>
                <a:cxn ang="0">
                  <a:pos x="18" y="31"/>
                </a:cxn>
                <a:cxn ang="0">
                  <a:pos x="18" y="39"/>
                </a:cxn>
                <a:cxn ang="0">
                  <a:pos x="42" y="39"/>
                </a:cxn>
                <a:cxn ang="0">
                  <a:pos x="42" y="31"/>
                </a:cxn>
                <a:cxn ang="0">
                  <a:pos x="35" y="31"/>
                </a:cxn>
                <a:cxn ang="0">
                  <a:pos x="35" y="19"/>
                </a:cxn>
                <a:cxn ang="0">
                  <a:pos x="41" y="19"/>
                </a:cxn>
                <a:cxn ang="0">
                  <a:pos x="61" y="2"/>
                </a:cxn>
                <a:cxn ang="0">
                  <a:pos x="53" y="0"/>
                </a:cxn>
                <a:cxn ang="0">
                  <a:pos x="41" y="10"/>
                </a:cxn>
                <a:cxn ang="0">
                  <a:pos x="20" y="10"/>
                </a:cxn>
                <a:cxn ang="0">
                  <a:pos x="8" y="0"/>
                </a:cxn>
                <a:cxn ang="0">
                  <a:pos x="0" y="1"/>
                </a:cxn>
              </a:cxnLst>
              <a:rect l="0" t="0" r="r" b="b"/>
              <a:pathLst>
                <a:path w="61" h="39">
                  <a:moveTo>
                    <a:pt x="0" y="1"/>
                  </a:moveTo>
                  <a:cubicBezTo>
                    <a:pt x="2" y="11"/>
                    <a:pt x="11" y="19"/>
                    <a:pt x="20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51" y="19"/>
                    <a:pt x="59" y="10"/>
                    <a:pt x="61" y="2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5"/>
                    <a:pt x="46" y="10"/>
                    <a:pt x="41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5" y="10"/>
                    <a:pt x="9" y="6"/>
                    <a:pt x="8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4" name="Freeform 77"/>
            <p:cNvSpPr>
              <a:spLocks noEditPoints="1"/>
            </p:cNvSpPr>
            <p:nvPr/>
          </p:nvSpPr>
          <p:spPr bwMode="auto">
            <a:xfrm>
              <a:off x="2417763" y="2027238"/>
              <a:ext cx="163513" cy="166688"/>
            </a:xfrm>
            <a:custGeom>
              <a:avLst/>
              <a:gdLst/>
              <a:ahLst/>
              <a:cxnLst>
                <a:cxn ang="0">
                  <a:pos x="54" y="38"/>
                </a:cxn>
                <a:cxn ang="0">
                  <a:pos x="27" y="53"/>
                </a:cxn>
                <a:cxn ang="0">
                  <a:pos x="27" y="23"/>
                </a:cxn>
                <a:cxn ang="0">
                  <a:pos x="54" y="38"/>
                </a:cxn>
                <a:cxn ang="0">
                  <a:pos x="75" y="38"/>
                </a:cxn>
                <a:cxn ang="0">
                  <a:pos x="37" y="0"/>
                </a:cxn>
                <a:cxn ang="0">
                  <a:pos x="0" y="38"/>
                </a:cxn>
                <a:cxn ang="0">
                  <a:pos x="37" y="76"/>
                </a:cxn>
                <a:cxn ang="0">
                  <a:pos x="75" y="38"/>
                </a:cxn>
              </a:cxnLst>
              <a:rect l="0" t="0" r="r" b="b"/>
              <a:pathLst>
                <a:path w="75" h="76">
                  <a:moveTo>
                    <a:pt x="54" y="38"/>
                  </a:moveTo>
                  <a:cubicBezTo>
                    <a:pt x="27" y="53"/>
                    <a:pt x="27" y="53"/>
                    <a:pt x="27" y="53"/>
                  </a:cubicBezTo>
                  <a:cubicBezTo>
                    <a:pt x="27" y="23"/>
                    <a:pt x="27" y="23"/>
                    <a:pt x="27" y="23"/>
                  </a:cubicBezTo>
                  <a:lnTo>
                    <a:pt x="54" y="38"/>
                  </a:lnTo>
                  <a:close/>
                  <a:moveTo>
                    <a:pt x="75" y="38"/>
                  </a:moveTo>
                  <a:cubicBezTo>
                    <a:pt x="75" y="17"/>
                    <a:pt x="58" y="0"/>
                    <a:pt x="37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9"/>
                    <a:pt x="17" y="76"/>
                    <a:pt x="37" y="76"/>
                  </a:cubicBezTo>
                  <a:cubicBezTo>
                    <a:pt x="58" y="76"/>
                    <a:pt x="75" y="59"/>
                    <a:pt x="75" y="3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5" name="Freeform 78"/>
            <p:cNvSpPr>
              <a:spLocks noEditPoints="1"/>
            </p:cNvSpPr>
            <p:nvPr/>
          </p:nvSpPr>
          <p:spPr bwMode="auto">
            <a:xfrm>
              <a:off x="2459038" y="623888"/>
              <a:ext cx="201613" cy="201613"/>
            </a:xfrm>
            <a:custGeom>
              <a:avLst/>
              <a:gdLst/>
              <a:ahLst/>
              <a:cxnLst>
                <a:cxn ang="0">
                  <a:pos x="65" y="46"/>
                </a:cxn>
                <a:cxn ang="0">
                  <a:pos x="33" y="65"/>
                </a:cxn>
                <a:cxn ang="0">
                  <a:pos x="33" y="28"/>
                </a:cxn>
                <a:cxn ang="0">
                  <a:pos x="65" y="46"/>
                </a:cxn>
                <a:cxn ang="0">
                  <a:pos x="92" y="46"/>
                </a:cxn>
                <a:cxn ang="0">
                  <a:pos x="46" y="0"/>
                </a:cxn>
                <a:cxn ang="0">
                  <a:pos x="0" y="46"/>
                </a:cxn>
                <a:cxn ang="0">
                  <a:pos x="46" y="92"/>
                </a:cxn>
                <a:cxn ang="0">
                  <a:pos x="92" y="46"/>
                </a:cxn>
              </a:cxnLst>
              <a:rect l="0" t="0" r="r" b="b"/>
              <a:pathLst>
                <a:path w="92" h="92">
                  <a:moveTo>
                    <a:pt x="65" y="46"/>
                  </a:moveTo>
                  <a:cubicBezTo>
                    <a:pt x="33" y="65"/>
                    <a:pt x="33" y="65"/>
                    <a:pt x="33" y="65"/>
                  </a:cubicBezTo>
                  <a:cubicBezTo>
                    <a:pt x="33" y="28"/>
                    <a:pt x="33" y="28"/>
                    <a:pt x="33" y="28"/>
                  </a:cubicBezTo>
                  <a:lnTo>
                    <a:pt x="65" y="46"/>
                  </a:lnTo>
                  <a:close/>
                  <a:moveTo>
                    <a:pt x="92" y="46"/>
                  </a:moveTo>
                  <a:cubicBezTo>
                    <a:pt x="92" y="21"/>
                    <a:pt x="71" y="0"/>
                    <a:pt x="46" y="0"/>
                  </a:cubicBezTo>
                  <a:cubicBezTo>
                    <a:pt x="21" y="0"/>
                    <a:pt x="0" y="21"/>
                    <a:pt x="0" y="46"/>
                  </a:cubicBezTo>
                  <a:cubicBezTo>
                    <a:pt x="0" y="71"/>
                    <a:pt x="21" y="92"/>
                    <a:pt x="46" y="92"/>
                  </a:cubicBezTo>
                  <a:cubicBezTo>
                    <a:pt x="71" y="92"/>
                    <a:pt x="92" y="71"/>
                    <a:pt x="92" y="4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6" name="Freeform 79"/>
            <p:cNvSpPr>
              <a:spLocks noEditPoints="1"/>
            </p:cNvSpPr>
            <p:nvPr/>
          </p:nvSpPr>
          <p:spPr bwMode="auto">
            <a:xfrm>
              <a:off x="2301875" y="1258888"/>
              <a:ext cx="125413" cy="123825"/>
            </a:xfrm>
            <a:custGeom>
              <a:avLst/>
              <a:gdLst/>
              <a:ahLst/>
              <a:cxnLst>
                <a:cxn ang="0">
                  <a:pos x="41" y="29"/>
                </a:cxn>
                <a:cxn ang="0">
                  <a:pos x="21" y="40"/>
                </a:cxn>
                <a:cxn ang="0">
                  <a:pos x="21" y="17"/>
                </a:cxn>
                <a:cxn ang="0">
                  <a:pos x="41" y="29"/>
                </a:cxn>
                <a:cxn ang="0">
                  <a:pos x="57" y="29"/>
                </a:cxn>
                <a:cxn ang="0">
                  <a:pos x="29" y="0"/>
                </a:cxn>
                <a:cxn ang="0">
                  <a:pos x="0" y="29"/>
                </a:cxn>
                <a:cxn ang="0">
                  <a:pos x="29" y="57"/>
                </a:cxn>
                <a:cxn ang="0">
                  <a:pos x="57" y="29"/>
                </a:cxn>
              </a:cxnLst>
              <a:rect l="0" t="0" r="r" b="b"/>
              <a:pathLst>
                <a:path w="57" h="57">
                  <a:moveTo>
                    <a:pt x="41" y="29"/>
                  </a:moveTo>
                  <a:cubicBezTo>
                    <a:pt x="21" y="40"/>
                    <a:pt x="21" y="40"/>
                    <a:pt x="21" y="40"/>
                  </a:cubicBezTo>
                  <a:cubicBezTo>
                    <a:pt x="21" y="17"/>
                    <a:pt x="21" y="17"/>
                    <a:pt x="21" y="17"/>
                  </a:cubicBezTo>
                  <a:lnTo>
                    <a:pt x="41" y="29"/>
                  </a:lnTo>
                  <a:close/>
                  <a:moveTo>
                    <a:pt x="57" y="29"/>
                  </a:moveTo>
                  <a:cubicBezTo>
                    <a:pt x="57" y="13"/>
                    <a:pt x="44" y="0"/>
                    <a:pt x="29" y="0"/>
                  </a:cubicBezTo>
                  <a:cubicBezTo>
                    <a:pt x="13" y="0"/>
                    <a:pt x="0" y="13"/>
                    <a:pt x="0" y="29"/>
                  </a:cubicBezTo>
                  <a:cubicBezTo>
                    <a:pt x="0" y="44"/>
                    <a:pt x="13" y="57"/>
                    <a:pt x="29" y="57"/>
                  </a:cubicBezTo>
                  <a:cubicBezTo>
                    <a:pt x="44" y="57"/>
                    <a:pt x="57" y="44"/>
                    <a:pt x="57" y="2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7" name="Freeform 80"/>
            <p:cNvSpPr>
              <a:spLocks noEditPoints="1"/>
            </p:cNvSpPr>
            <p:nvPr/>
          </p:nvSpPr>
          <p:spPr bwMode="auto">
            <a:xfrm>
              <a:off x="2505075" y="49213"/>
              <a:ext cx="125413" cy="125413"/>
            </a:xfrm>
            <a:custGeom>
              <a:avLst/>
              <a:gdLst/>
              <a:ahLst/>
              <a:cxnLst>
                <a:cxn ang="0">
                  <a:pos x="40" y="28"/>
                </a:cxn>
                <a:cxn ang="0">
                  <a:pos x="20" y="40"/>
                </a:cxn>
                <a:cxn ang="0">
                  <a:pos x="20" y="17"/>
                </a:cxn>
                <a:cxn ang="0">
                  <a:pos x="40" y="28"/>
                </a:cxn>
                <a:cxn ang="0">
                  <a:pos x="57" y="28"/>
                </a:cxn>
                <a:cxn ang="0">
                  <a:pos x="28" y="0"/>
                </a:cxn>
                <a:cxn ang="0">
                  <a:pos x="0" y="28"/>
                </a:cxn>
                <a:cxn ang="0">
                  <a:pos x="28" y="57"/>
                </a:cxn>
                <a:cxn ang="0">
                  <a:pos x="57" y="28"/>
                </a:cxn>
              </a:cxnLst>
              <a:rect l="0" t="0" r="r" b="b"/>
              <a:pathLst>
                <a:path w="57" h="57">
                  <a:moveTo>
                    <a:pt x="40" y="28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20" y="17"/>
                    <a:pt x="20" y="17"/>
                    <a:pt x="20" y="17"/>
                  </a:cubicBezTo>
                  <a:lnTo>
                    <a:pt x="40" y="28"/>
                  </a:lnTo>
                  <a:close/>
                  <a:moveTo>
                    <a:pt x="57" y="28"/>
                  </a:moveTo>
                  <a:cubicBezTo>
                    <a:pt x="57" y="13"/>
                    <a:pt x="44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4"/>
                    <a:pt x="12" y="57"/>
                    <a:pt x="28" y="57"/>
                  </a:cubicBezTo>
                  <a:cubicBezTo>
                    <a:pt x="44" y="57"/>
                    <a:pt x="57" y="44"/>
                    <a:pt x="57" y="2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8" name="Freeform 81"/>
            <p:cNvSpPr/>
            <p:nvPr/>
          </p:nvSpPr>
          <p:spPr bwMode="auto">
            <a:xfrm>
              <a:off x="2528888" y="868363"/>
              <a:ext cx="101600" cy="141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"/>
                </a:cxn>
                <a:cxn ang="0">
                  <a:pos x="42" y="64"/>
                </a:cxn>
                <a:cxn ang="0">
                  <a:pos x="46" y="46"/>
                </a:cxn>
                <a:cxn ang="0">
                  <a:pos x="0" y="0"/>
                </a:cxn>
              </a:cxnLst>
              <a:rect l="0" t="0" r="r" b="b"/>
              <a:pathLst>
                <a:path w="46" h="64">
                  <a:moveTo>
                    <a:pt x="0" y="0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4" y="59"/>
                    <a:pt x="46" y="53"/>
                    <a:pt x="46" y="46"/>
                  </a:cubicBezTo>
                  <a:cubicBezTo>
                    <a:pt x="46" y="21"/>
                    <a:pt x="25" y="0"/>
                    <a:pt x="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99" name="Freeform 82"/>
            <p:cNvSpPr/>
            <p:nvPr/>
          </p:nvSpPr>
          <p:spPr bwMode="auto">
            <a:xfrm>
              <a:off x="2408238" y="889000"/>
              <a:ext cx="193675" cy="198438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0" y="45"/>
                </a:cxn>
                <a:cxn ang="0">
                  <a:pos x="46" y="91"/>
                </a:cxn>
                <a:cxn ang="0">
                  <a:pos x="88" y="63"/>
                </a:cxn>
                <a:cxn ang="0">
                  <a:pos x="46" y="47"/>
                </a:cxn>
                <a:cxn ang="0">
                  <a:pos x="46" y="0"/>
                </a:cxn>
              </a:cxnLst>
              <a:rect l="0" t="0" r="r" b="b"/>
              <a:pathLst>
                <a:path w="88" h="91">
                  <a:moveTo>
                    <a:pt x="46" y="0"/>
                  </a:moveTo>
                  <a:cubicBezTo>
                    <a:pt x="21" y="0"/>
                    <a:pt x="0" y="20"/>
                    <a:pt x="0" y="45"/>
                  </a:cubicBezTo>
                  <a:cubicBezTo>
                    <a:pt x="0" y="71"/>
                    <a:pt x="21" y="91"/>
                    <a:pt x="46" y="91"/>
                  </a:cubicBezTo>
                  <a:cubicBezTo>
                    <a:pt x="65" y="91"/>
                    <a:pt x="81" y="80"/>
                    <a:pt x="88" y="63"/>
                  </a:cubicBezTo>
                  <a:cubicBezTo>
                    <a:pt x="46" y="47"/>
                    <a:pt x="46" y="47"/>
                    <a:pt x="46" y="47"/>
                  </a:cubicBezTo>
                  <a:lnTo>
                    <a:pt x="4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0" name="Freeform 83"/>
            <p:cNvSpPr>
              <a:spLocks noEditPoints="1"/>
            </p:cNvSpPr>
            <p:nvPr/>
          </p:nvSpPr>
          <p:spPr bwMode="auto">
            <a:xfrm>
              <a:off x="2700338" y="744538"/>
              <a:ext cx="203200" cy="203200"/>
            </a:xfrm>
            <a:custGeom>
              <a:avLst/>
              <a:gdLst/>
              <a:ahLst/>
              <a:cxnLst>
                <a:cxn ang="0">
                  <a:pos x="39" y="70"/>
                </a:cxn>
                <a:cxn ang="0">
                  <a:pos x="31" y="79"/>
                </a:cxn>
                <a:cxn ang="0">
                  <a:pos x="23" y="79"/>
                </a:cxn>
                <a:cxn ang="0">
                  <a:pos x="15" y="71"/>
                </a:cxn>
                <a:cxn ang="0">
                  <a:pos x="15" y="63"/>
                </a:cxn>
                <a:cxn ang="0">
                  <a:pos x="39" y="39"/>
                </a:cxn>
                <a:cxn ang="0">
                  <a:pos x="47" y="39"/>
                </a:cxn>
                <a:cxn ang="0">
                  <a:pos x="55" y="47"/>
                </a:cxn>
                <a:cxn ang="0">
                  <a:pos x="63" y="39"/>
                </a:cxn>
                <a:cxn ang="0">
                  <a:pos x="55" y="31"/>
                </a:cxn>
                <a:cxn ang="0">
                  <a:pos x="31" y="31"/>
                </a:cxn>
                <a:cxn ang="0">
                  <a:pos x="7" y="55"/>
                </a:cxn>
                <a:cxn ang="0">
                  <a:pos x="7" y="79"/>
                </a:cxn>
                <a:cxn ang="0">
                  <a:pos x="15" y="87"/>
                </a:cxn>
                <a:cxn ang="0">
                  <a:pos x="39" y="87"/>
                </a:cxn>
                <a:cxn ang="0">
                  <a:pos x="52" y="73"/>
                </a:cxn>
                <a:cxn ang="0">
                  <a:pos x="39" y="70"/>
                </a:cxn>
                <a:cxn ang="0">
                  <a:pos x="87" y="39"/>
                </a:cxn>
                <a:cxn ang="0">
                  <a:pos x="63" y="63"/>
                </a:cxn>
                <a:cxn ang="0">
                  <a:pos x="39" y="63"/>
                </a:cxn>
                <a:cxn ang="0">
                  <a:pos x="31" y="55"/>
                </a:cxn>
                <a:cxn ang="0">
                  <a:pos x="39" y="47"/>
                </a:cxn>
                <a:cxn ang="0">
                  <a:pos x="47" y="55"/>
                </a:cxn>
                <a:cxn ang="0">
                  <a:pos x="55" y="55"/>
                </a:cxn>
                <a:cxn ang="0">
                  <a:pos x="79" y="31"/>
                </a:cxn>
                <a:cxn ang="0">
                  <a:pos x="79" y="23"/>
                </a:cxn>
                <a:cxn ang="0">
                  <a:pos x="71" y="15"/>
                </a:cxn>
                <a:cxn ang="0">
                  <a:pos x="63" y="15"/>
                </a:cxn>
                <a:cxn ang="0">
                  <a:pos x="54" y="23"/>
                </a:cxn>
                <a:cxn ang="0">
                  <a:pos x="41" y="20"/>
                </a:cxn>
                <a:cxn ang="0">
                  <a:pos x="55" y="7"/>
                </a:cxn>
                <a:cxn ang="0">
                  <a:pos x="79" y="7"/>
                </a:cxn>
                <a:cxn ang="0">
                  <a:pos x="87" y="15"/>
                </a:cxn>
                <a:cxn ang="0">
                  <a:pos x="87" y="39"/>
                </a:cxn>
              </a:cxnLst>
              <a:rect l="0" t="0" r="r" b="b"/>
              <a:pathLst>
                <a:path w="93" h="93">
                  <a:moveTo>
                    <a:pt x="39" y="70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28" y="81"/>
                    <a:pt x="25" y="81"/>
                    <a:pt x="23" y="79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2" y="69"/>
                    <a:pt x="12" y="65"/>
                    <a:pt x="15" y="63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41" y="37"/>
                    <a:pt x="44" y="37"/>
                    <a:pt x="47" y="39"/>
                  </a:cubicBezTo>
                  <a:cubicBezTo>
                    <a:pt x="55" y="47"/>
                    <a:pt x="55" y="47"/>
                    <a:pt x="55" y="47"/>
                  </a:cubicBezTo>
                  <a:cubicBezTo>
                    <a:pt x="63" y="39"/>
                    <a:pt x="63" y="39"/>
                    <a:pt x="63" y="39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48" y="24"/>
                    <a:pt x="37" y="24"/>
                    <a:pt x="31" y="31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0" y="61"/>
                    <a:pt x="0" y="72"/>
                    <a:pt x="7" y="79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21" y="93"/>
                    <a:pt x="32" y="93"/>
                    <a:pt x="39" y="87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48" y="74"/>
                    <a:pt x="43" y="73"/>
                    <a:pt x="39" y="70"/>
                  </a:cubicBezTo>
                  <a:moveTo>
                    <a:pt x="87" y="39"/>
                  </a:moveTo>
                  <a:cubicBezTo>
                    <a:pt x="63" y="63"/>
                    <a:pt x="63" y="63"/>
                    <a:pt x="63" y="63"/>
                  </a:cubicBezTo>
                  <a:cubicBezTo>
                    <a:pt x="56" y="69"/>
                    <a:pt x="45" y="69"/>
                    <a:pt x="39" y="63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9" y="57"/>
                    <a:pt x="52" y="57"/>
                    <a:pt x="55" y="55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81" y="29"/>
                    <a:pt x="81" y="25"/>
                    <a:pt x="79" y="23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68" y="13"/>
                    <a:pt x="65" y="13"/>
                    <a:pt x="63" y="15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0" y="21"/>
                    <a:pt x="46" y="20"/>
                    <a:pt x="41" y="20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61" y="0"/>
                    <a:pt x="72" y="0"/>
                    <a:pt x="79" y="7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93" y="21"/>
                    <a:pt x="93" y="32"/>
                    <a:pt x="87" y="39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1" name="Freeform 84"/>
            <p:cNvSpPr/>
            <p:nvPr/>
          </p:nvSpPr>
          <p:spPr bwMode="auto">
            <a:xfrm>
              <a:off x="2984500" y="825500"/>
              <a:ext cx="23813" cy="57150"/>
            </a:xfrm>
            <a:custGeom>
              <a:avLst/>
              <a:gdLst/>
              <a:ahLst/>
              <a:cxnLst>
                <a:cxn ang="0">
                  <a:pos x="5" y="26"/>
                </a:cxn>
                <a:cxn ang="0">
                  <a:pos x="6" y="26"/>
                </a:cxn>
                <a:cxn ang="0">
                  <a:pos x="11" y="22"/>
                </a:cxn>
                <a:cxn ang="0">
                  <a:pos x="11" y="9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0" y="5"/>
                </a:cxn>
                <a:cxn ang="0">
                  <a:pos x="0" y="9"/>
                </a:cxn>
                <a:cxn ang="0">
                  <a:pos x="0" y="22"/>
                </a:cxn>
                <a:cxn ang="0">
                  <a:pos x="5" y="26"/>
                </a:cxn>
              </a:cxnLst>
              <a:rect l="0" t="0" r="r" b="b"/>
              <a:pathLst>
                <a:path w="11" h="26">
                  <a:moveTo>
                    <a:pt x="5" y="26"/>
                  </a:moveTo>
                  <a:cubicBezTo>
                    <a:pt x="6" y="26"/>
                    <a:pt x="6" y="26"/>
                    <a:pt x="6" y="26"/>
                  </a:cubicBezTo>
                  <a:cubicBezTo>
                    <a:pt x="9" y="26"/>
                    <a:pt x="11" y="24"/>
                    <a:pt x="11" y="22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5" y="2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2" name="Freeform 85"/>
            <p:cNvSpPr/>
            <p:nvPr/>
          </p:nvSpPr>
          <p:spPr bwMode="auto">
            <a:xfrm>
              <a:off x="3108325" y="825500"/>
              <a:ext cx="22225" cy="57150"/>
            </a:xfrm>
            <a:custGeom>
              <a:avLst/>
              <a:gdLst/>
              <a:ahLst/>
              <a:cxnLst>
                <a:cxn ang="0">
                  <a:pos x="4" y="26"/>
                </a:cxn>
                <a:cxn ang="0">
                  <a:pos x="6" y="26"/>
                </a:cxn>
                <a:cxn ang="0">
                  <a:pos x="10" y="21"/>
                </a:cxn>
                <a:cxn ang="0">
                  <a:pos x="10" y="8"/>
                </a:cxn>
                <a:cxn ang="0">
                  <a:pos x="10" y="4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8"/>
                </a:cxn>
                <a:cxn ang="0">
                  <a:pos x="0" y="21"/>
                </a:cxn>
                <a:cxn ang="0">
                  <a:pos x="4" y="26"/>
                </a:cxn>
              </a:cxnLst>
              <a:rect l="0" t="0" r="r" b="b"/>
              <a:pathLst>
                <a:path w="10" h="26">
                  <a:moveTo>
                    <a:pt x="4" y="26"/>
                  </a:moveTo>
                  <a:cubicBezTo>
                    <a:pt x="6" y="26"/>
                    <a:pt x="6" y="26"/>
                    <a:pt x="6" y="26"/>
                  </a:cubicBezTo>
                  <a:cubicBezTo>
                    <a:pt x="8" y="26"/>
                    <a:pt x="10" y="24"/>
                    <a:pt x="10" y="21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2"/>
                    <a:pt x="8" y="0"/>
                    <a:pt x="6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2" y="26"/>
                    <a:pt x="4" y="2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3" name="Freeform 86"/>
            <p:cNvSpPr>
              <a:spLocks noEditPoints="1"/>
            </p:cNvSpPr>
            <p:nvPr/>
          </p:nvSpPr>
          <p:spPr bwMode="auto">
            <a:xfrm>
              <a:off x="2933700" y="844550"/>
              <a:ext cx="247650" cy="225425"/>
            </a:xfrm>
            <a:custGeom>
              <a:avLst/>
              <a:gdLst/>
              <a:ahLst/>
              <a:cxnLst>
                <a:cxn ang="0">
                  <a:pos x="105" y="96"/>
                </a:cxn>
                <a:cxn ang="0">
                  <a:pos x="7" y="96"/>
                </a:cxn>
                <a:cxn ang="0">
                  <a:pos x="7" y="29"/>
                </a:cxn>
                <a:cxn ang="0">
                  <a:pos x="105" y="29"/>
                </a:cxn>
                <a:cxn ang="0">
                  <a:pos x="105" y="96"/>
                </a:cxn>
                <a:cxn ang="0">
                  <a:pos x="105" y="96"/>
                </a:cxn>
                <a:cxn ang="0">
                  <a:pos x="105" y="0"/>
                </a:cxn>
                <a:cxn ang="0">
                  <a:pos x="94" y="0"/>
                </a:cxn>
                <a:cxn ang="0">
                  <a:pos x="94" y="14"/>
                </a:cxn>
                <a:cxn ang="0">
                  <a:pos x="86" y="21"/>
                </a:cxn>
                <a:cxn ang="0">
                  <a:pos x="84" y="21"/>
                </a:cxn>
                <a:cxn ang="0">
                  <a:pos x="76" y="12"/>
                </a:cxn>
                <a:cxn ang="0">
                  <a:pos x="76" y="0"/>
                </a:cxn>
                <a:cxn ang="0">
                  <a:pos x="37" y="0"/>
                </a:cxn>
                <a:cxn ang="0">
                  <a:pos x="37" y="13"/>
                </a:cxn>
                <a:cxn ang="0">
                  <a:pos x="29" y="21"/>
                </a:cxn>
                <a:cxn ang="0">
                  <a:pos x="28" y="21"/>
                </a:cxn>
                <a:cxn ang="0">
                  <a:pos x="20" y="13"/>
                </a:cxn>
                <a:cxn ang="0">
                  <a:pos x="20" y="0"/>
                </a:cxn>
                <a:cxn ang="0">
                  <a:pos x="7" y="0"/>
                </a:cxn>
                <a:cxn ang="0">
                  <a:pos x="0" y="7"/>
                </a:cxn>
                <a:cxn ang="0">
                  <a:pos x="0" y="96"/>
                </a:cxn>
                <a:cxn ang="0">
                  <a:pos x="7" y="103"/>
                </a:cxn>
                <a:cxn ang="0">
                  <a:pos x="105" y="103"/>
                </a:cxn>
                <a:cxn ang="0">
                  <a:pos x="113" y="96"/>
                </a:cxn>
                <a:cxn ang="0">
                  <a:pos x="113" y="7"/>
                </a:cxn>
                <a:cxn ang="0">
                  <a:pos x="105" y="0"/>
                </a:cxn>
              </a:cxnLst>
              <a:rect l="0" t="0" r="r" b="b"/>
              <a:pathLst>
                <a:path w="113" h="103">
                  <a:moveTo>
                    <a:pt x="105" y="96"/>
                  </a:moveTo>
                  <a:cubicBezTo>
                    <a:pt x="7" y="96"/>
                    <a:pt x="7" y="96"/>
                    <a:pt x="7" y="96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5" y="96"/>
                    <a:pt x="105" y="96"/>
                    <a:pt x="105" y="96"/>
                  </a:cubicBezTo>
                  <a:cubicBezTo>
                    <a:pt x="105" y="96"/>
                    <a:pt x="105" y="96"/>
                    <a:pt x="105" y="96"/>
                  </a:cubicBezTo>
                  <a:moveTo>
                    <a:pt x="105" y="0"/>
                  </a:moveTo>
                  <a:cubicBezTo>
                    <a:pt x="94" y="0"/>
                    <a:pt x="94" y="0"/>
                    <a:pt x="94" y="0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4" y="18"/>
                    <a:pt x="90" y="21"/>
                    <a:pt x="86" y="21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0" y="21"/>
                    <a:pt x="76" y="17"/>
                    <a:pt x="76" y="12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7"/>
                    <a:pt x="34" y="21"/>
                    <a:pt x="29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3" y="21"/>
                    <a:pt x="20" y="17"/>
                    <a:pt x="20" y="1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3" y="103"/>
                    <a:pt x="7" y="103"/>
                  </a:cubicBezTo>
                  <a:cubicBezTo>
                    <a:pt x="105" y="103"/>
                    <a:pt x="105" y="103"/>
                    <a:pt x="105" y="103"/>
                  </a:cubicBezTo>
                  <a:cubicBezTo>
                    <a:pt x="109" y="103"/>
                    <a:pt x="113" y="100"/>
                    <a:pt x="113" y="96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3" y="3"/>
                    <a:pt x="109" y="0"/>
                    <a:pt x="105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4" name="Freeform 87"/>
            <p:cNvSpPr/>
            <p:nvPr/>
          </p:nvSpPr>
          <p:spPr bwMode="auto">
            <a:xfrm>
              <a:off x="3062288" y="927100"/>
              <a:ext cx="33338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5" name="Freeform 88"/>
            <p:cNvSpPr/>
            <p:nvPr/>
          </p:nvSpPr>
          <p:spPr bwMode="auto">
            <a:xfrm>
              <a:off x="3108325" y="927100"/>
              <a:ext cx="33338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6" name="Freeform 89"/>
            <p:cNvSpPr/>
            <p:nvPr/>
          </p:nvSpPr>
          <p:spPr bwMode="auto">
            <a:xfrm>
              <a:off x="2971800" y="969963"/>
              <a:ext cx="31750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5" y="12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7" name="Freeform 90"/>
            <p:cNvSpPr/>
            <p:nvPr/>
          </p:nvSpPr>
          <p:spPr bwMode="auto">
            <a:xfrm>
              <a:off x="3017838" y="969963"/>
              <a:ext cx="31750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5" y="12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8" name="Freeform 91"/>
            <p:cNvSpPr/>
            <p:nvPr/>
          </p:nvSpPr>
          <p:spPr bwMode="auto">
            <a:xfrm>
              <a:off x="3062288" y="969963"/>
              <a:ext cx="33338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09" name="Freeform 92"/>
            <p:cNvSpPr/>
            <p:nvPr/>
          </p:nvSpPr>
          <p:spPr bwMode="auto">
            <a:xfrm>
              <a:off x="3108325" y="969963"/>
              <a:ext cx="33338" cy="28575"/>
            </a:xfrm>
            <a:custGeom>
              <a:avLst/>
              <a:gdLst/>
              <a:ahLst/>
              <a:cxnLst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</a:cxnLst>
              <a:rect l="0" t="0" r="r" b="b"/>
              <a:pathLst>
                <a:path w="15" h="13">
                  <a:moveTo>
                    <a:pt x="1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2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1" y="13"/>
                    <a:pt x="1" y="1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0" name="Freeform 93"/>
            <p:cNvSpPr/>
            <p:nvPr/>
          </p:nvSpPr>
          <p:spPr bwMode="auto">
            <a:xfrm>
              <a:off x="2971800" y="1009650"/>
              <a:ext cx="31750" cy="269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</a:cxnLst>
              <a:rect l="0" t="0" r="r" b="b"/>
              <a:pathLst>
                <a:path w="15" h="13">
                  <a:moveTo>
                    <a:pt x="1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1" name="Freeform 94"/>
            <p:cNvSpPr/>
            <p:nvPr/>
          </p:nvSpPr>
          <p:spPr bwMode="auto">
            <a:xfrm>
              <a:off x="3017838" y="1009650"/>
              <a:ext cx="31750" cy="269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</a:cxnLst>
              <a:rect l="0" t="0" r="r" b="b"/>
              <a:pathLst>
                <a:path w="15" h="13">
                  <a:moveTo>
                    <a:pt x="1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2" name="Freeform 95"/>
            <p:cNvSpPr/>
            <p:nvPr/>
          </p:nvSpPr>
          <p:spPr bwMode="auto">
            <a:xfrm>
              <a:off x="3062288" y="1009650"/>
              <a:ext cx="33338" cy="269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</a:cxnLst>
              <a:rect l="0" t="0" r="r" b="b"/>
              <a:pathLst>
                <a:path w="15" h="13">
                  <a:moveTo>
                    <a:pt x="1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3" name="Freeform 96"/>
            <p:cNvSpPr/>
            <p:nvPr/>
          </p:nvSpPr>
          <p:spPr bwMode="auto">
            <a:xfrm>
              <a:off x="3108325" y="1009650"/>
              <a:ext cx="33338" cy="2698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2"/>
                </a:cxn>
                <a:cxn ang="0">
                  <a:pos x="1" y="13"/>
                </a:cxn>
                <a:cxn ang="0">
                  <a:pos x="14" y="13"/>
                </a:cxn>
                <a:cxn ang="0">
                  <a:pos x="15" y="12"/>
                </a:cxn>
                <a:cxn ang="0">
                  <a:pos x="15" y="1"/>
                </a:cxn>
                <a:cxn ang="0">
                  <a:pos x="14" y="0"/>
                </a:cxn>
              </a:cxnLst>
              <a:rect l="0" t="0" r="r" b="b"/>
              <a:pathLst>
                <a:path w="15" h="13">
                  <a:moveTo>
                    <a:pt x="14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3"/>
                    <a:pt x="1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4" name="Freeform 97"/>
            <p:cNvSpPr/>
            <p:nvPr/>
          </p:nvSpPr>
          <p:spPr bwMode="auto">
            <a:xfrm>
              <a:off x="2273300" y="2924175"/>
              <a:ext cx="19050" cy="44450"/>
            </a:xfrm>
            <a:custGeom>
              <a:avLst/>
              <a:gdLst/>
              <a:ahLst/>
              <a:cxnLst>
                <a:cxn ang="0">
                  <a:pos x="4" y="20"/>
                </a:cxn>
                <a:cxn ang="0">
                  <a:pos x="5" y="20"/>
                </a:cxn>
                <a:cxn ang="0">
                  <a:pos x="9" y="17"/>
                </a:cxn>
                <a:cxn ang="0">
                  <a:pos x="9" y="7"/>
                </a:cxn>
                <a:cxn ang="0">
                  <a:pos x="9" y="4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7"/>
                </a:cxn>
                <a:cxn ang="0">
                  <a:pos x="0" y="17"/>
                </a:cxn>
                <a:cxn ang="0">
                  <a:pos x="4" y="20"/>
                </a:cxn>
              </a:cxnLst>
              <a:rect l="0" t="0" r="r" b="b"/>
              <a:pathLst>
                <a:path w="9" h="20">
                  <a:moveTo>
                    <a:pt x="4" y="20"/>
                  </a:moveTo>
                  <a:cubicBezTo>
                    <a:pt x="5" y="20"/>
                    <a:pt x="5" y="20"/>
                    <a:pt x="5" y="20"/>
                  </a:cubicBezTo>
                  <a:cubicBezTo>
                    <a:pt x="7" y="20"/>
                    <a:pt x="9" y="19"/>
                    <a:pt x="9" y="1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2" y="20"/>
                    <a:pt x="4" y="2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5" name="Freeform 98"/>
            <p:cNvSpPr/>
            <p:nvPr/>
          </p:nvSpPr>
          <p:spPr bwMode="auto">
            <a:xfrm>
              <a:off x="2371725" y="2924175"/>
              <a:ext cx="17463" cy="44450"/>
            </a:xfrm>
            <a:custGeom>
              <a:avLst/>
              <a:gdLst/>
              <a:ahLst/>
              <a:cxnLst>
                <a:cxn ang="0">
                  <a:pos x="3" y="20"/>
                </a:cxn>
                <a:cxn ang="0">
                  <a:pos x="4" y="20"/>
                </a:cxn>
                <a:cxn ang="0">
                  <a:pos x="8" y="17"/>
                </a:cxn>
                <a:cxn ang="0">
                  <a:pos x="8" y="6"/>
                </a:cxn>
                <a:cxn ang="0">
                  <a:pos x="8" y="3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0" y="17"/>
                </a:cxn>
                <a:cxn ang="0">
                  <a:pos x="3" y="20"/>
                </a:cxn>
              </a:cxnLst>
              <a:rect l="0" t="0" r="r" b="b"/>
              <a:pathLst>
                <a:path w="8" h="20">
                  <a:moveTo>
                    <a:pt x="3" y="20"/>
                  </a:moveTo>
                  <a:cubicBezTo>
                    <a:pt x="4" y="20"/>
                    <a:pt x="4" y="20"/>
                    <a:pt x="4" y="20"/>
                  </a:cubicBezTo>
                  <a:cubicBezTo>
                    <a:pt x="6" y="20"/>
                    <a:pt x="8" y="19"/>
                    <a:pt x="8" y="1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0"/>
                    <a:pt x="3" y="2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6" name="Freeform 99"/>
            <p:cNvSpPr>
              <a:spLocks noEditPoints="1"/>
            </p:cNvSpPr>
            <p:nvPr/>
          </p:nvSpPr>
          <p:spPr bwMode="auto">
            <a:xfrm>
              <a:off x="2233613" y="2940050"/>
              <a:ext cx="193675" cy="174625"/>
            </a:xfrm>
            <a:custGeom>
              <a:avLst/>
              <a:gdLst/>
              <a:ahLst/>
              <a:cxnLst>
                <a:cxn ang="0">
                  <a:pos x="83" y="75"/>
                </a:cxn>
                <a:cxn ang="0">
                  <a:pos x="6" y="75"/>
                </a:cxn>
                <a:cxn ang="0">
                  <a:pos x="6" y="23"/>
                </a:cxn>
                <a:cxn ang="0">
                  <a:pos x="83" y="23"/>
                </a:cxn>
                <a:cxn ang="0">
                  <a:pos x="83" y="75"/>
                </a:cxn>
                <a:cxn ang="0">
                  <a:pos x="83" y="75"/>
                </a:cxn>
                <a:cxn ang="0">
                  <a:pos x="83" y="0"/>
                </a:cxn>
                <a:cxn ang="0">
                  <a:pos x="74" y="0"/>
                </a:cxn>
                <a:cxn ang="0">
                  <a:pos x="74" y="11"/>
                </a:cxn>
                <a:cxn ang="0">
                  <a:pos x="67" y="16"/>
                </a:cxn>
                <a:cxn ang="0">
                  <a:pos x="66" y="16"/>
                </a:cxn>
                <a:cxn ang="0">
                  <a:pos x="60" y="10"/>
                </a:cxn>
                <a:cxn ang="0">
                  <a:pos x="60" y="0"/>
                </a:cxn>
                <a:cxn ang="0">
                  <a:pos x="29" y="0"/>
                </a:cxn>
                <a:cxn ang="0">
                  <a:pos x="29" y="10"/>
                </a:cxn>
                <a:cxn ang="0">
                  <a:pos x="23" y="16"/>
                </a:cxn>
                <a:cxn ang="0">
                  <a:pos x="22" y="16"/>
                </a:cxn>
                <a:cxn ang="0">
                  <a:pos x="16" y="10"/>
                </a:cxn>
                <a:cxn ang="0">
                  <a:pos x="16" y="0"/>
                </a:cxn>
                <a:cxn ang="0">
                  <a:pos x="6" y="0"/>
                </a:cxn>
                <a:cxn ang="0">
                  <a:pos x="0" y="6"/>
                </a:cxn>
                <a:cxn ang="0">
                  <a:pos x="0" y="75"/>
                </a:cxn>
                <a:cxn ang="0">
                  <a:pos x="6" y="80"/>
                </a:cxn>
                <a:cxn ang="0">
                  <a:pos x="83" y="80"/>
                </a:cxn>
                <a:cxn ang="0">
                  <a:pos x="88" y="75"/>
                </a:cxn>
                <a:cxn ang="0">
                  <a:pos x="88" y="6"/>
                </a:cxn>
                <a:cxn ang="0">
                  <a:pos x="83" y="0"/>
                </a:cxn>
              </a:cxnLst>
              <a:rect l="0" t="0" r="r" b="b"/>
              <a:pathLst>
                <a:path w="88" h="80">
                  <a:moveTo>
                    <a:pt x="83" y="75"/>
                  </a:moveTo>
                  <a:cubicBezTo>
                    <a:pt x="6" y="75"/>
                    <a:pt x="6" y="75"/>
                    <a:pt x="6" y="7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75"/>
                    <a:pt x="83" y="75"/>
                    <a:pt x="83" y="75"/>
                  </a:cubicBezTo>
                  <a:cubicBezTo>
                    <a:pt x="83" y="75"/>
                    <a:pt x="83" y="75"/>
                    <a:pt x="83" y="75"/>
                  </a:cubicBezTo>
                  <a:moveTo>
                    <a:pt x="83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4"/>
                    <a:pt x="71" y="16"/>
                    <a:pt x="67" y="16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3" y="16"/>
                    <a:pt x="60" y="13"/>
                    <a:pt x="60" y="1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3"/>
                    <a:pt x="27" y="16"/>
                    <a:pt x="23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8" y="16"/>
                    <a:pt x="16" y="13"/>
                    <a:pt x="16" y="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78"/>
                    <a:pt x="3" y="80"/>
                    <a:pt x="6" y="80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6" y="80"/>
                    <a:pt x="88" y="78"/>
                    <a:pt x="88" y="75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3"/>
                    <a:pt x="86" y="0"/>
                    <a:pt x="8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7" name="Freeform 100"/>
            <p:cNvSpPr/>
            <p:nvPr/>
          </p:nvSpPr>
          <p:spPr bwMode="auto">
            <a:xfrm>
              <a:off x="2335213" y="3005138"/>
              <a:ext cx="25400" cy="22225"/>
            </a:xfrm>
            <a:custGeom>
              <a:avLst/>
              <a:gdLst/>
              <a:ahLst/>
              <a:cxnLst>
                <a:cxn ang="0">
                  <a:pos x="1" y="10"/>
                </a:cxn>
                <a:cxn ang="0">
                  <a:pos x="11" y="10"/>
                </a:cxn>
                <a:cxn ang="0">
                  <a:pos x="12" y="9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</a:cxnLst>
              <a:rect l="0" t="0" r="r" b="b"/>
              <a:pathLst>
                <a:path w="12" h="10">
                  <a:moveTo>
                    <a:pt x="1" y="10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0"/>
                    <a:pt x="12" y="10"/>
                    <a:pt x="12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8" name="Freeform 101"/>
            <p:cNvSpPr/>
            <p:nvPr/>
          </p:nvSpPr>
          <p:spPr bwMode="auto">
            <a:xfrm>
              <a:off x="2371725" y="3005138"/>
              <a:ext cx="23813" cy="22225"/>
            </a:xfrm>
            <a:custGeom>
              <a:avLst/>
              <a:gdLst/>
              <a:ahLst/>
              <a:cxnLst>
                <a:cxn ang="0">
                  <a:pos x="1" y="10"/>
                </a:cxn>
                <a:cxn ang="0">
                  <a:pos x="11" y="10"/>
                </a:cxn>
                <a:cxn ang="0">
                  <a:pos x="11" y="9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</a:cxnLst>
              <a:rect l="0" t="0" r="r" b="b"/>
              <a:pathLst>
                <a:path w="11" h="10">
                  <a:moveTo>
                    <a:pt x="1" y="10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19" name="Freeform 102"/>
            <p:cNvSpPr/>
            <p:nvPr/>
          </p:nvSpPr>
          <p:spPr bwMode="auto">
            <a:xfrm>
              <a:off x="2262188" y="3036888"/>
              <a:ext cx="26988" cy="23813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11" y="11"/>
                </a:cxn>
                <a:cxn ang="0">
                  <a:pos x="12" y="10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0"/>
                </a:cxn>
                <a:cxn ang="0">
                  <a:pos x="1" y="11"/>
                </a:cxn>
              </a:cxnLst>
              <a:rect l="0" t="0" r="r" b="b"/>
              <a:pathLst>
                <a:path w="12" h="11">
                  <a:moveTo>
                    <a:pt x="1" y="11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0"/>
                    <a:pt x="12" y="1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1" y="1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0" name="Freeform 103"/>
            <p:cNvSpPr/>
            <p:nvPr/>
          </p:nvSpPr>
          <p:spPr bwMode="auto">
            <a:xfrm>
              <a:off x="2300288" y="3036888"/>
              <a:ext cx="23813" cy="23813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0"/>
                </a:cxn>
                <a:cxn ang="0">
                  <a:pos x="1" y="11"/>
                </a:cxn>
              </a:cxnLst>
              <a:rect l="0" t="0" r="r" b="b"/>
              <a:pathLst>
                <a:path w="11" h="11">
                  <a:moveTo>
                    <a:pt x="1" y="11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1" y="1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1" name="Freeform 104"/>
            <p:cNvSpPr/>
            <p:nvPr/>
          </p:nvSpPr>
          <p:spPr bwMode="auto">
            <a:xfrm>
              <a:off x="2335213" y="3036888"/>
              <a:ext cx="25400" cy="23813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11" y="11"/>
                </a:cxn>
                <a:cxn ang="0">
                  <a:pos x="12" y="10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0"/>
                </a:cxn>
                <a:cxn ang="0">
                  <a:pos x="1" y="11"/>
                </a:cxn>
              </a:cxnLst>
              <a:rect l="0" t="0" r="r" b="b"/>
              <a:pathLst>
                <a:path w="12" h="11">
                  <a:moveTo>
                    <a:pt x="1" y="11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0"/>
                    <a:pt x="12" y="1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1" y="1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2" name="Freeform 105"/>
            <p:cNvSpPr/>
            <p:nvPr/>
          </p:nvSpPr>
          <p:spPr bwMode="auto">
            <a:xfrm>
              <a:off x="2371725" y="3036888"/>
              <a:ext cx="23813" cy="23813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11" y="1"/>
                </a:cxn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0"/>
                </a:cxn>
                <a:cxn ang="0">
                  <a:pos x="1" y="11"/>
                </a:cxn>
              </a:cxnLst>
              <a:rect l="0" t="0" r="r" b="b"/>
              <a:pathLst>
                <a:path w="11" h="11">
                  <a:moveTo>
                    <a:pt x="1" y="11"/>
                  </a:move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1" y="1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3" name="Freeform 106"/>
            <p:cNvSpPr/>
            <p:nvPr/>
          </p:nvSpPr>
          <p:spPr bwMode="auto">
            <a:xfrm>
              <a:off x="2262188" y="3068638"/>
              <a:ext cx="26988" cy="222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11" y="10"/>
                </a:cxn>
                <a:cxn ang="0">
                  <a:pos x="12" y="9"/>
                </a:cxn>
                <a:cxn ang="0">
                  <a:pos x="12" y="1"/>
                </a:cxn>
                <a:cxn ang="0">
                  <a:pos x="11" y="0"/>
                </a:cxn>
              </a:cxnLst>
              <a:rect l="0" t="0" r="r" b="b"/>
              <a:pathLst>
                <a:path w="12" h="10">
                  <a:moveTo>
                    <a:pt x="1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10"/>
                    <a:pt x="12" y="10"/>
                    <a:pt x="12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2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4" name="Freeform 107"/>
            <p:cNvSpPr/>
            <p:nvPr/>
          </p:nvSpPr>
          <p:spPr bwMode="auto">
            <a:xfrm>
              <a:off x="2300288" y="3068638"/>
              <a:ext cx="23813" cy="222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11" y="10"/>
                </a:cxn>
                <a:cxn ang="0">
                  <a:pos x="11" y="9"/>
                </a:cxn>
                <a:cxn ang="0">
                  <a:pos x="11" y="1"/>
                </a:cxn>
                <a:cxn ang="0">
                  <a:pos x="11" y="0"/>
                </a:cxn>
              </a:cxnLst>
              <a:rect l="0" t="0" r="r" b="b"/>
              <a:pathLst>
                <a:path w="11" h="10">
                  <a:moveTo>
                    <a:pt x="1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5" name="Freeform 108"/>
            <p:cNvSpPr/>
            <p:nvPr/>
          </p:nvSpPr>
          <p:spPr bwMode="auto">
            <a:xfrm>
              <a:off x="2335213" y="3068638"/>
              <a:ext cx="25400" cy="222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11" y="10"/>
                </a:cxn>
                <a:cxn ang="0">
                  <a:pos x="12" y="9"/>
                </a:cxn>
                <a:cxn ang="0">
                  <a:pos x="12" y="1"/>
                </a:cxn>
                <a:cxn ang="0">
                  <a:pos x="11" y="0"/>
                </a:cxn>
              </a:cxnLst>
              <a:rect l="0" t="0" r="r" b="b"/>
              <a:pathLst>
                <a:path w="12" h="10">
                  <a:moveTo>
                    <a:pt x="1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2" y="10"/>
                    <a:pt x="12" y="10"/>
                    <a:pt x="12" y="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0"/>
                    <a:pt x="12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6" name="Freeform 109"/>
            <p:cNvSpPr/>
            <p:nvPr/>
          </p:nvSpPr>
          <p:spPr bwMode="auto">
            <a:xfrm>
              <a:off x="2371725" y="3068638"/>
              <a:ext cx="23813" cy="222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11" y="10"/>
                </a:cxn>
                <a:cxn ang="0">
                  <a:pos x="11" y="9"/>
                </a:cxn>
                <a:cxn ang="0">
                  <a:pos x="11" y="1"/>
                </a:cxn>
                <a:cxn ang="0">
                  <a:pos x="11" y="0"/>
                </a:cxn>
              </a:cxnLst>
              <a:rect l="0" t="0" r="r" b="b"/>
              <a:pathLst>
                <a:path w="11" h="10">
                  <a:moveTo>
                    <a:pt x="1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7" name="Freeform 110"/>
            <p:cNvSpPr/>
            <p:nvPr/>
          </p:nvSpPr>
          <p:spPr bwMode="auto">
            <a:xfrm>
              <a:off x="1854200" y="612775"/>
              <a:ext cx="47625" cy="587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7"/>
                </a:cxn>
                <a:cxn ang="0">
                  <a:pos x="22" y="0"/>
                </a:cxn>
                <a:cxn ang="0">
                  <a:pos x="0" y="0"/>
                </a:cxn>
              </a:cxnLst>
              <a:rect l="0" t="0" r="r" b="b"/>
              <a:pathLst>
                <a:path w="22" h="27">
                  <a:moveTo>
                    <a:pt x="0" y="0"/>
                  </a:moveTo>
                  <a:cubicBezTo>
                    <a:pt x="0" y="10"/>
                    <a:pt x="4" y="20"/>
                    <a:pt x="8" y="27"/>
                  </a:cubicBezTo>
                  <a:cubicBezTo>
                    <a:pt x="16" y="20"/>
                    <a:pt x="21" y="10"/>
                    <a:pt x="22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8" name="Freeform 111"/>
            <p:cNvSpPr/>
            <p:nvPr/>
          </p:nvSpPr>
          <p:spPr bwMode="auto">
            <a:xfrm>
              <a:off x="1854200" y="536575"/>
              <a:ext cx="47625" cy="60325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28"/>
                </a:cxn>
                <a:cxn ang="0">
                  <a:pos x="22" y="28"/>
                </a:cxn>
                <a:cxn ang="0">
                  <a:pos x="8" y="0"/>
                </a:cxn>
              </a:cxnLst>
              <a:rect l="0" t="0" r="r" b="b"/>
              <a:pathLst>
                <a:path w="22" h="28">
                  <a:moveTo>
                    <a:pt x="8" y="0"/>
                  </a:moveTo>
                  <a:cubicBezTo>
                    <a:pt x="4" y="7"/>
                    <a:pt x="0" y="17"/>
                    <a:pt x="0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17"/>
                    <a:pt x="16" y="7"/>
                    <a:pt x="8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29" name="Freeform 112"/>
            <p:cNvSpPr/>
            <p:nvPr/>
          </p:nvSpPr>
          <p:spPr bwMode="auto">
            <a:xfrm>
              <a:off x="1817688" y="514350"/>
              <a:ext cx="42863" cy="82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8"/>
                </a:cxn>
                <a:cxn ang="0">
                  <a:pos x="9" y="38"/>
                </a:cxn>
                <a:cxn ang="0">
                  <a:pos x="19" y="6"/>
                </a:cxn>
                <a:cxn ang="0">
                  <a:pos x="0" y="0"/>
                </a:cxn>
              </a:cxnLst>
              <a:rect l="0" t="0" r="r" b="b"/>
              <a:pathLst>
                <a:path w="19" h="38">
                  <a:moveTo>
                    <a:pt x="0" y="0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0" y="25"/>
                    <a:pt x="14" y="14"/>
                    <a:pt x="19" y="6"/>
                  </a:cubicBezTo>
                  <a:cubicBezTo>
                    <a:pt x="13" y="2"/>
                    <a:pt x="7" y="0"/>
                    <a:pt x="0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0" name="Freeform 113"/>
            <p:cNvSpPr/>
            <p:nvPr/>
          </p:nvSpPr>
          <p:spPr bwMode="auto">
            <a:xfrm>
              <a:off x="1758950" y="612775"/>
              <a:ext cx="44450" cy="82550"/>
            </a:xfrm>
            <a:custGeom>
              <a:avLst/>
              <a:gdLst/>
              <a:ahLst/>
              <a:cxnLst>
                <a:cxn ang="0">
                  <a:pos x="20" y="38"/>
                </a:cxn>
                <a:cxn ang="0">
                  <a:pos x="20" y="0"/>
                </a:cxn>
                <a:cxn ang="0">
                  <a:pos x="10" y="0"/>
                </a:cxn>
                <a:cxn ang="0">
                  <a:pos x="0" y="31"/>
                </a:cxn>
                <a:cxn ang="0">
                  <a:pos x="20" y="38"/>
                </a:cxn>
              </a:cxnLst>
              <a:rect l="0" t="0" r="r" b="b"/>
              <a:pathLst>
                <a:path w="20" h="38">
                  <a:moveTo>
                    <a:pt x="20" y="3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12"/>
                    <a:pt x="5" y="23"/>
                    <a:pt x="0" y="31"/>
                  </a:cubicBezTo>
                  <a:cubicBezTo>
                    <a:pt x="6" y="35"/>
                    <a:pt x="13" y="37"/>
                    <a:pt x="20" y="3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1" name="Freeform 114"/>
            <p:cNvSpPr/>
            <p:nvPr/>
          </p:nvSpPr>
          <p:spPr bwMode="auto">
            <a:xfrm>
              <a:off x="1758950" y="514350"/>
              <a:ext cx="44450" cy="82550"/>
            </a:xfrm>
            <a:custGeom>
              <a:avLst/>
              <a:gdLst/>
              <a:ahLst/>
              <a:cxnLst>
                <a:cxn ang="0">
                  <a:pos x="10" y="38"/>
                </a:cxn>
                <a:cxn ang="0">
                  <a:pos x="20" y="38"/>
                </a:cxn>
                <a:cxn ang="0">
                  <a:pos x="20" y="0"/>
                </a:cxn>
                <a:cxn ang="0">
                  <a:pos x="0" y="6"/>
                </a:cxn>
                <a:cxn ang="0">
                  <a:pos x="10" y="38"/>
                </a:cxn>
              </a:cxnLst>
              <a:rect l="0" t="0" r="r" b="b"/>
              <a:pathLst>
                <a:path w="20" h="38">
                  <a:moveTo>
                    <a:pt x="10" y="38"/>
                  </a:moveTo>
                  <a:cubicBezTo>
                    <a:pt x="20" y="38"/>
                    <a:pt x="20" y="38"/>
                    <a:pt x="20" y="3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3"/>
                    <a:pt x="0" y="6"/>
                  </a:cubicBezTo>
                  <a:cubicBezTo>
                    <a:pt x="5" y="14"/>
                    <a:pt x="9" y="25"/>
                    <a:pt x="10" y="3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2" name="Freeform 115"/>
            <p:cNvSpPr/>
            <p:nvPr/>
          </p:nvSpPr>
          <p:spPr bwMode="auto">
            <a:xfrm>
              <a:off x="1719263" y="612775"/>
              <a:ext cx="46038" cy="57150"/>
            </a:xfrm>
            <a:custGeom>
              <a:avLst/>
              <a:gdLst/>
              <a:ahLst/>
              <a:cxnLst>
                <a:cxn ang="0">
                  <a:pos x="13" y="26"/>
                </a:cxn>
                <a:cxn ang="0">
                  <a:pos x="21" y="0"/>
                </a:cxn>
                <a:cxn ang="0">
                  <a:pos x="0" y="0"/>
                </a:cxn>
                <a:cxn ang="0">
                  <a:pos x="13" y="26"/>
                </a:cxn>
              </a:cxnLst>
              <a:rect l="0" t="0" r="r" b="b"/>
              <a:pathLst>
                <a:path w="21" h="26">
                  <a:moveTo>
                    <a:pt x="13" y="26"/>
                  </a:moveTo>
                  <a:cubicBezTo>
                    <a:pt x="17" y="20"/>
                    <a:pt x="20" y="1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0"/>
                    <a:pt x="5" y="20"/>
                    <a:pt x="13" y="2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3" name="Freeform 116"/>
            <p:cNvSpPr/>
            <p:nvPr/>
          </p:nvSpPr>
          <p:spPr bwMode="auto">
            <a:xfrm>
              <a:off x="1719263" y="538163"/>
              <a:ext cx="46038" cy="5873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27"/>
                </a:cxn>
                <a:cxn ang="0">
                  <a:pos x="21" y="27"/>
                </a:cxn>
                <a:cxn ang="0">
                  <a:pos x="13" y="0"/>
                </a:cxn>
              </a:cxnLst>
              <a:rect l="0" t="0" r="r" b="b"/>
              <a:pathLst>
                <a:path w="21" h="27">
                  <a:moveTo>
                    <a:pt x="13" y="0"/>
                  </a:moveTo>
                  <a:cubicBezTo>
                    <a:pt x="5" y="6"/>
                    <a:pt x="1" y="16"/>
                    <a:pt x="0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0" y="16"/>
                    <a:pt x="17" y="6"/>
                    <a:pt x="1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4" name="Freeform 117"/>
            <p:cNvSpPr/>
            <p:nvPr/>
          </p:nvSpPr>
          <p:spPr bwMode="auto">
            <a:xfrm>
              <a:off x="1817688" y="612775"/>
              <a:ext cx="42863" cy="8255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19" y="31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38"/>
                </a:cxn>
              </a:cxnLst>
              <a:rect l="0" t="0" r="r" b="b"/>
              <a:pathLst>
                <a:path w="19" h="38">
                  <a:moveTo>
                    <a:pt x="0" y="38"/>
                  </a:moveTo>
                  <a:cubicBezTo>
                    <a:pt x="7" y="37"/>
                    <a:pt x="13" y="35"/>
                    <a:pt x="19" y="31"/>
                  </a:cubicBezTo>
                  <a:cubicBezTo>
                    <a:pt x="14" y="23"/>
                    <a:pt x="10" y="12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5" name="Freeform 118"/>
            <p:cNvSpPr/>
            <p:nvPr/>
          </p:nvSpPr>
          <p:spPr bwMode="auto">
            <a:xfrm>
              <a:off x="2708275" y="447675"/>
              <a:ext cx="139700" cy="80963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36" y="6"/>
                </a:cxn>
                <a:cxn ang="0">
                  <a:pos x="0" y="37"/>
                </a:cxn>
                <a:cxn ang="0">
                  <a:pos x="36" y="30"/>
                </a:cxn>
                <a:cxn ang="0">
                  <a:pos x="36" y="36"/>
                </a:cxn>
                <a:cxn ang="0">
                  <a:pos x="64" y="18"/>
                </a:cxn>
                <a:cxn ang="0">
                  <a:pos x="36" y="0"/>
                </a:cxn>
              </a:cxnLst>
              <a:rect l="0" t="0" r="r" b="b"/>
              <a:pathLst>
                <a:path w="64" h="37">
                  <a:moveTo>
                    <a:pt x="36" y="0"/>
                  </a:moveTo>
                  <a:cubicBezTo>
                    <a:pt x="36" y="6"/>
                    <a:pt x="36" y="6"/>
                    <a:pt x="36" y="6"/>
                  </a:cubicBezTo>
                  <a:cubicBezTo>
                    <a:pt x="4" y="6"/>
                    <a:pt x="0" y="37"/>
                    <a:pt x="0" y="37"/>
                  </a:cubicBezTo>
                  <a:cubicBezTo>
                    <a:pt x="0" y="37"/>
                    <a:pt x="10" y="30"/>
                    <a:pt x="36" y="30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3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6" name="Freeform 119"/>
            <p:cNvSpPr/>
            <p:nvPr/>
          </p:nvSpPr>
          <p:spPr bwMode="auto">
            <a:xfrm>
              <a:off x="2695575" y="520700"/>
              <a:ext cx="138113" cy="80963"/>
            </a:xfrm>
            <a:custGeom>
              <a:avLst/>
              <a:gdLst/>
              <a:ahLst/>
              <a:cxnLst>
                <a:cxn ang="0">
                  <a:pos x="28" y="37"/>
                </a:cxn>
                <a:cxn ang="0">
                  <a:pos x="28" y="30"/>
                </a:cxn>
                <a:cxn ang="0">
                  <a:pos x="63" y="0"/>
                </a:cxn>
                <a:cxn ang="0">
                  <a:pos x="28" y="7"/>
                </a:cxn>
                <a:cxn ang="0">
                  <a:pos x="28" y="0"/>
                </a:cxn>
                <a:cxn ang="0">
                  <a:pos x="0" y="19"/>
                </a:cxn>
                <a:cxn ang="0">
                  <a:pos x="28" y="37"/>
                </a:cxn>
              </a:cxnLst>
              <a:rect l="0" t="0" r="r" b="b"/>
              <a:pathLst>
                <a:path w="63" h="37">
                  <a:moveTo>
                    <a:pt x="28" y="37"/>
                  </a:moveTo>
                  <a:cubicBezTo>
                    <a:pt x="28" y="30"/>
                    <a:pt x="28" y="30"/>
                    <a:pt x="28" y="30"/>
                  </a:cubicBezTo>
                  <a:cubicBezTo>
                    <a:pt x="59" y="30"/>
                    <a:pt x="63" y="0"/>
                    <a:pt x="63" y="0"/>
                  </a:cubicBezTo>
                  <a:cubicBezTo>
                    <a:pt x="63" y="0"/>
                    <a:pt x="53" y="7"/>
                    <a:pt x="28" y="7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0" y="19"/>
                    <a:pt x="0" y="19"/>
                    <a:pt x="0" y="19"/>
                  </a:cubicBezTo>
                  <a:lnTo>
                    <a:pt x="28" y="3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7" name="Freeform 120"/>
            <p:cNvSpPr/>
            <p:nvPr/>
          </p:nvSpPr>
          <p:spPr bwMode="auto">
            <a:xfrm>
              <a:off x="2290763" y="1069975"/>
              <a:ext cx="109538" cy="66675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28" y="5"/>
                </a:cxn>
                <a:cxn ang="0">
                  <a:pos x="0" y="30"/>
                </a:cxn>
                <a:cxn ang="0">
                  <a:pos x="28" y="24"/>
                </a:cxn>
                <a:cxn ang="0">
                  <a:pos x="28" y="29"/>
                </a:cxn>
                <a:cxn ang="0">
                  <a:pos x="50" y="15"/>
                </a:cxn>
                <a:cxn ang="0">
                  <a:pos x="28" y="0"/>
                </a:cxn>
              </a:cxnLst>
              <a:rect l="0" t="0" r="r" b="b"/>
              <a:pathLst>
                <a:path w="50" h="30">
                  <a:moveTo>
                    <a:pt x="28" y="0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3" y="5"/>
                    <a:pt x="0" y="30"/>
                    <a:pt x="0" y="30"/>
                  </a:cubicBezTo>
                  <a:cubicBezTo>
                    <a:pt x="0" y="30"/>
                    <a:pt x="8" y="24"/>
                    <a:pt x="28" y="24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50" y="15"/>
                    <a:pt x="50" y="15"/>
                    <a:pt x="50" y="15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8" name="Freeform 121"/>
            <p:cNvSpPr/>
            <p:nvPr/>
          </p:nvSpPr>
          <p:spPr bwMode="auto">
            <a:xfrm>
              <a:off x="2279650" y="1127125"/>
              <a:ext cx="109538" cy="65088"/>
            </a:xfrm>
            <a:custGeom>
              <a:avLst/>
              <a:gdLst/>
              <a:ahLst/>
              <a:cxnLst>
                <a:cxn ang="0">
                  <a:pos x="22" y="30"/>
                </a:cxn>
                <a:cxn ang="0">
                  <a:pos x="22" y="25"/>
                </a:cxn>
                <a:cxn ang="0">
                  <a:pos x="50" y="0"/>
                </a:cxn>
                <a:cxn ang="0">
                  <a:pos x="22" y="6"/>
                </a:cxn>
                <a:cxn ang="0">
                  <a:pos x="22" y="1"/>
                </a:cxn>
                <a:cxn ang="0">
                  <a:pos x="0" y="15"/>
                </a:cxn>
                <a:cxn ang="0">
                  <a:pos x="22" y="30"/>
                </a:cxn>
              </a:cxnLst>
              <a:rect l="0" t="0" r="r" b="b"/>
              <a:pathLst>
                <a:path w="50" h="30">
                  <a:moveTo>
                    <a:pt x="22" y="30"/>
                  </a:moveTo>
                  <a:cubicBezTo>
                    <a:pt x="22" y="25"/>
                    <a:pt x="22" y="25"/>
                    <a:pt x="22" y="25"/>
                  </a:cubicBezTo>
                  <a:cubicBezTo>
                    <a:pt x="47" y="25"/>
                    <a:pt x="50" y="0"/>
                    <a:pt x="50" y="0"/>
                  </a:cubicBezTo>
                  <a:cubicBezTo>
                    <a:pt x="50" y="0"/>
                    <a:pt x="42" y="6"/>
                    <a:pt x="22" y="6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0" y="15"/>
                    <a:pt x="0" y="15"/>
                    <a:pt x="0" y="15"/>
                  </a:cubicBezTo>
                  <a:lnTo>
                    <a:pt x="22" y="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39" name="Freeform 122"/>
            <p:cNvSpPr/>
            <p:nvPr/>
          </p:nvSpPr>
          <p:spPr bwMode="auto">
            <a:xfrm>
              <a:off x="2581275" y="2984500"/>
              <a:ext cx="439738" cy="306388"/>
            </a:xfrm>
            <a:custGeom>
              <a:avLst/>
              <a:gdLst/>
              <a:ahLst/>
              <a:cxnLst>
                <a:cxn ang="0">
                  <a:pos x="160" y="51"/>
                </a:cxn>
                <a:cxn ang="0">
                  <a:pos x="201" y="96"/>
                </a:cxn>
                <a:cxn ang="0">
                  <a:pos x="158" y="140"/>
                </a:cxn>
                <a:cxn ang="0">
                  <a:pos x="48" y="140"/>
                </a:cxn>
                <a:cxn ang="0">
                  <a:pos x="0" y="96"/>
                </a:cxn>
                <a:cxn ang="0">
                  <a:pos x="42" y="51"/>
                </a:cxn>
                <a:cxn ang="0">
                  <a:pos x="42" y="50"/>
                </a:cxn>
                <a:cxn ang="0">
                  <a:pos x="101" y="0"/>
                </a:cxn>
                <a:cxn ang="0">
                  <a:pos x="160" y="50"/>
                </a:cxn>
                <a:cxn ang="0">
                  <a:pos x="160" y="51"/>
                </a:cxn>
              </a:cxnLst>
              <a:rect l="0" t="0" r="r" b="b"/>
              <a:pathLst>
                <a:path w="201" h="140">
                  <a:moveTo>
                    <a:pt x="160" y="51"/>
                  </a:moveTo>
                  <a:cubicBezTo>
                    <a:pt x="183" y="56"/>
                    <a:pt x="201" y="74"/>
                    <a:pt x="201" y="96"/>
                  </a:cubicBezTo>
                  <a:cubicBezTo>
                    <a:pt x="201" y="117"/>
                    <a:pt x="183" y="140"/>
                    <a:pt x="158" y="140"/>
                  </a:cubicBezTo>
                  <a:cubicBezTo>
                    <a:pt x="48" y="140"/>
                    <a:pt x="48" y="140"/>
                    <a:pt x="48" y="140"/>
                  </a:cubicBezTo>
                  <a:cubicBezTo>
                    <a:pt x="21" y="140"/>
                    <a:pt x="0" y="119"/>
                    <a:pt x="0" y="96"/>
                  </a:cubicBezTo>
                  <a:cubicBezTo>
                    <a:pt x="0" y="74"/>
                    <a:pt x="18" y="56"/>
                    <a:pt x="42" y="51"/>
                  </a:cubicBezTo>
                  <a:cubicBezTo>
                    <a:pt x="42" y="51"/>
                    <a:pt x="42" y="50"/>
                    <a:pt x="42" y="50"/>
                  </a:cubicBezTo>
                  <a:cubicBezTo>
                    <a:pt x="42" y="23"/>
                    <a:pt x="68" y="0"/>
                    <a:pt x="101" y="0"/>
                  </a:cubicBezTo>
                  <a:cubicBezTo>
                    <a:pt x="133" y="0"/>
                    <a:pt x="160" y="23"/>
                    <a:pt x="160" y="50"/>
                  </a:cubicBezTo>
                  <a:cubicBezTo>
                    <a:pt x="160" y="50"/>
                    <a:pt x="160" y="51"/>
                    <a:pt x="160" y="5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0" name="Freeform 123"/>
            <p:cNvSpPr/>
            <p:nvPr/>
          </p:nvSpPr>
          <p:spPr bwMode="auto">
            <a:xfrm>
              <a:off x="2301875" y="387350"/>
              <a:ext cx="279400" cy="195263"/>
            </a:xfrm>
            <a:custGeom>
              <a:avLst/>
              <a:gdLst/>
              <a:ahLst/>
              <a:cxnLst>
                <a:cxn ang="0">
                  <a:pos x="102" y="32"/>
                </a:cxn>
                <a:cxn ang="0">
                  <a:pos x="128" y="61"/>
                </a:cxn>
                <a:cxn ang="0">
                  <a:pos x="100" y="89"/>
                </a:cxn>
                <a:cxn ang="0">
                  <a:pos x="30" y="89"/>
                </a:cxn>
                <a:cxn ang="0">
                  <a:pos x="0" y="61"/>
                </a:cxn>
                <a:cxn ang="0">
                  <a:pos x="26" y="32"/>
                </a:cxn>
                <a:cxn ang="0">
                  <a:pos x="26" y="31"/>
                </a:cxn>
                <a:cxn ang="0">
                  <a:pos x="64" y="0"/>
                </a:cxn>
                <a:cxn ang="0">
                  <a:pos x="102" y="31"/>
                </a:cxn>
                <a:cxn ang="0">
                  <a:pos x="102" y="32"/>
                </a:cxn>
              </a:cxnLst>
              <a:rect l="0" t="0" r="r" b="b"/>
              <a:pathLst>
                <a:path w="128" h="89">
                  <a:moveTo>
                    <a:pt x="102" y="32"/>
                  </a:moveTo>
                  <a:cubicBezTo>
                    <a:pt x="117" y="35"/>
                    <a:pt x="128" y="47"/>
                    <a:pt x="128" y="61"/>
                  </a:cubicBezTo>
                  <a:cubicBezTo>
                    <a:pt x="128" y="75"/>
                    <a:pt x="117" y="89"/>
                    <a:pt x="100" y="89"/>
                  </a:cubicBezTo>
                  <a:cubicBezTo>
                    <a:pt x="30" y="89"/>
                    <a:pt x="30" y="89"/>
                    <a:pt x="30" y="89"/>
                  </a:cubicBezTo>
                  <a:cubicBezTo>
                    <a:pt x="13" y="89"/>
                    <a:pt x="0" y="75"/>
                    <a:pt x="0" y="61"/>
                  </a:cubicBezTo>
                  <a:cubicBezTo>
                    <a:pt x="0" y="47"/>
                    <a:pt x="11" y="35"/>
                    <a:pt x="26" y="32"/>
                  </a:cubicBezTo>
                  <a:cubicBezTo>
                    <a:pt x="26" y="32"/>
                    <a:pt x="26" y="32"/>
                    <a:pt x="26" y="31"/>
                  </a:cubicBezTo>
                  <a:cubicBezTo>
                    <a:pt x="26" y="14"/>
                    <a:pt x="43" y="0"/>
                    <a:pt x="64" y="0"/>
                  </a:cubicBezTo>
                  <a:cubicBezTo>
                    <a:pt x="85" y="0"/>
                    <a:pt x="102" y="14"/>
                    <a:pt x="102" y="31"/>
                  </a:cubicBezTo>
                  <a:cubicBezTo>
                    <a:pt x="102" y="32"/>
                    <a:pt x="102" y="32"/>
                    <a:pt x="102" y="3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1" name="Freeform 124"/>
            <p:cNvSpPr/>
            <p:nvPr/>
          </p:nvSpPr>
          <p:spPr bwMode="auto">
            <a:xfrm>
              <a:off x="1328738" y="2525713"/>
              <a:ext cx="454025" cy="317500"/>
            </a:xfrm>
            <a:custGeom>
              <a:avLst/>
              <a:gdLst/>
              <a:ahLst/>
              <a:cxnLst>
                <a:cxn ang="0">
                  <a:pos x="165" y="53"/>
                </a:cxn>
                <a:cxn ang="0">
                  <a:pos x="208" y="99"/>
                </a:cxn>
                <a:cxn ang="0">
                  <a:pos x="163" y="145"/>
                </a:cxn>
                <a:cxn ang="0">
                  <a:pos x="49" y="145"/>
                </a:cxn>
                <a:cxn ang="0">
                  <a:pos x="0" y="99"/>
                </a:cxn>
                <a:cxn ang="0">
                  <a:pos x="43" y="53"/>
                </a:cxn>
                <a:cxn ang="0">
                  <a:pos x="43" y="52"/>
                </a:cxn>
                <a:cxn ang="0">
                  <a:pos x="104" y="0"/>
                </a:cxn>
                <a:cxn ang="0">
                  <a:pos x="165" y="52"/>
                </a:cxn>
                <a:cxn ang="0">
                  <a:pos x="165" y="53"/>
                </a:cxn>
              </a:cxnLst>
              <a:rect l="0" t="0" r="r" b="b"/>
              <a:pathLst>
                <a:path w="208" h="145">
                  <a:moveTo>
                    <a:pt x="165" y="53"/>
                  </a:moveTo>
                  <a:cubicBezTo>
                    <a:pt x="189" y="58"/>
                    <a:pt x="208" y="76"/>
                    <a:pt x="208" y="99"/>
                  </a:cubicBezTo>
                  <a:cubicBezTo>
                    <a:pt x="208" y="121"/>
                    <a:pt x="189" y="145"/>
                    <a:pt x="163" y="145"/>
                  </a:cubicBezTo>
                  <a:cubicBezTo>
                    <a:pt x="49" y="145"/>
                    <a:pt x="49" y="145"/>
                    <a:pt x="49" y="145"/>
                  </a:cubicBezTo>
                  <a:cubicBezTo>
                    <a:pt x="21" y="145"/>
                    <a:pt x="0" y="122"/>
                    <a:pt x="0" y="99"/>
                  </a:cubicBezTo>
                  <a:cubicBezTo>
                    <a:pt x="0" y="76"/>
                    <a:pt x="18" y="58"/>
                    <a:pt x="43" y="53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3" y="23"/>
                    <a:pt x="70" y="0"/>
                    <a:pt x="104" y="0"/>
                  </a:cubicBezTo>
                  <a:cubicBezTo>
                    <a:pt x="137" y="0"/>
                    <a:pt x="165" y="23"/>
                    <a:pt x="165" y="52"/>
                  </a:cubicBezTo>
                  <a:cubicBezTo>
                    <a:pt x="165" y="52"/>
                    <a:pt x="165" y="52"/>
                    <a:pt x="165" y="53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2" name="Freeform 126"/>
            <p:cNvSpPr/>
            <p:nvPr/>
          </p:nvSpPr>
          <p:spPr bwMode="auto">
            <a:xfrm>
              <a:off x="1990725" y="2767013"/>
              <a:ext cx="212725" cy="203200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97" y="42"/>
                </a:cxn>
                <a:cxn ang="0">
                  <a:pos x="77" y="76"/>
                </a:cxn>
                <a:cxn ang="0">
                  <a:pos x="84" y="93"/>
                </a:cxn>
                <a:cxn ang="0">
                  <a:pos x="67" y="81"/>
                </a:cxn>
                <a:cxn ang="0">
                  <a:pos x="49" y="84"/>
                </a:cxn>
                <a:cxn ang="0">
                  <a:pos x="0" y="42"/>
                </a:cxn>
                <a:cxn ang="0">
                  <a:pos x="49" y="0"/>
                </a:cxn>
              </a:cxnLst>
              <a:rect l="0" t="0" r="r" b="b"/>
              <a:pathLst>
                <a:path w="97" h="93">
                  <a:moveTo>
                    <a:pt x="49" y="0"/>
                  </a:moveTo>
                  <a:cubicBezTo>
                    <a:pt x="76" y="0"/>
                    <a:pt x="97" y="19"/>
                    <a:pt x="97" y="42"/>
                  </a:cubicBezTo>
                  <a:cubicBezTo>
                    <a:pt x="97" y="56"/>
                    <a:pt x="89" y="68"/>
                    <a:pt x="77" y="76"/>
                  </a:cubicBezTo>
                  <a:cubicBezTo>
                    <a:pt x="84" y="93"/>
                    <a:pt x="84" y="93"/>
                    <a:pt x="84" y="93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2" y="83"/>
                    <a:pt x="55" y="84"/>
                    <a:pt x="49" y="84"/>
                  </a:cubicBezTo>
                  <a:cubicBezTo>
                    <a:pt x="22" y="84"/>
                    <a:pt x="0" y="65"/>
                    <a:pt x="0" y="42"/>
                  </a:cubicBezTo>
                  <a:cubicBezTo>
                    <a:pt x="0" y="19"/>
                    <a:pt x="22" y="0"/>
                    <a:pt x="4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3" name="Freeform 127"/>
            <p:cNvSpPr>
              <a:spLocks noEditPoints="1"/>
            </p:cNvSpPr>
            <p:nvPr/>
          </p:nvSpPr>
          <p:spPr bwMode="auto">
            <a:xfrm>
              <a:off x="1901825" y="2695575"/>
              <a:ext cx="214313" cy="203200"/>
            </a:xfrm>
            <a:custGeom>
              <a:avLst/>
              <a:gdLst/>
              <a:ahLst/>
              <a:cxnLst>
                <a:cxn ang="0">
                  <a:pos x="70" y="49"/>
                </a:cxn>
                <a:cxn ang="0">
                  <a:pos x="64" y="43"/>
                </a:cxn>
                <a:cxn ang="0">
                  <a:pos x="70" y="36"/>
                </a:cxn>
                <a:cxn ang="0">
                  <a:pos x="77" y="43"/>
                </a:cxn>
                <a:cxn ang="0">
                  <a:pos x="70" y="49"/>
                </a:cxn>
                <a:cxn ang="0">
                  <a:pos x="49" y="49"/>
                </a:cxn>
                <a:cxn ang="0">
                  <a:pos x="42" y="43"/>
                </a:cxn>
                <a:cxn ang="0">
                  <a:pos x="49" y="36"/>
                </a:cxn>
                <a:cxn ang="0">
                  <a:pos x="56" y="43"/>
                </a:cxn>
                <a:cxn ang="0">
                  <a:pos x="49" y="49"/>
                </a:cxn>
                <a:cxn ang="0">
                  <a:pos x="28" y="49"/>
                </a:cxn>
                <a:cxn ang="0">
                  <a:pos x="21" y="43"/>
                </a:cxn>
                <a:cxn ang="0">
                  <a:pos x="28" y="36"/>
                </a:cxn>
                <a:cxn ang="0">
                  <a:pos x="34" y="43"/>
                </a:cxn>
                <a:cxn ang="0">
                  <a:pos x="28" y="49"/>
                </a:cxn>
                <a:cxn ang="0">
                  <a:pos x="49" y="0"/>
                </a:cxn>
                <a:cxn ang="0">
                  <a:pos x="0" y="42"/>
                </a:cxn>
                <a:cxn ang="0">
                  <a:pos x="20" y="76"/>
                </a:cxn>
                <a:cxn ang="0">
                  <a:pos x="13" y="93"/>
                </a:cxn>
                <a:cxn ang="0">
                  <a:pos x="30" y="81"/>
                </a:cxn>
                <a:cxn ang="0">
                  <a:pos x="49" y="84"/>
                </a:cxn>
                <a:cxn ang="0">
                  <a:pos x="98" y="42"/>
                </a:cxn>
                <a:cxn ang="0">
                  <a:pos x="49" y="0"/>
                </a:cxn>
              </a:cxnLst>
              <a:rect l="0" t="0" r="r" b="b"/>
              <a:pathLst>
                <a:path w="98" h="93">
                  <a:moveTo>
                    <a:pt x="70" y="49"/>
                  </a:moveTo>
                  <a:cubicBezTo>
                    <a:pt x="67" y="49"/>
                    <a:pt x="64" y="46"/>
                    <a:pt x="64" y="43"/>
                  </a:cubicBezTo>
                  <a:cubicBezTo>
                    <a:pt x="64" y="39"/>
                    <a:pt x="67" y="36"/>
                    <a:pt x="70" y="36"/>
                  </a:cubicBezTo>
                  <a:cubicBezTo>
                    <a:pt x="74" y="36"/>
                    <a:pt x="77" y="39"/>
                    <a:pt x="77" y="43"/>
                  </a:cubicBezTo>
                  <a:cubicBezTo>
                    <a:pt x="77" y="46"/>
                    <a:pt x="74" y="49"/>
                    <a:pt x="70" y="49"/>
                  </a:cubicBezTo>
                  <a:moveTo>
                    <a:pt x="49" y="49"/>
                  </a:moveTo>
                  <a:cubicBezTo>
                    <a:pt x="45" y="49"/>
                    <a:pt x="42" y="46"/>
                    <a:pt x="42" y="43"/>
                  </a:cubicBezTo>
                  <a:cubicBezTo>
                    <a:pt x="42" y="39"/>
                    <a:pt x="45" y="36"/>
                    <a:pt x="49" y="36"/>
                  </a:cubicBezTo>
                  <a:cubicBezTo>
                    <a:pt x="53" y="36"/>
                    <a:pt x="56" y="39"/>
                    <a:pt x="56" y="43"/>
                  </a:cubicBezTo>
                  <a:cubicBezTo>
                    <a:pt x="56" y="46"/>
                    <a:pt x="53" y="49"/>
                    <a:pt x="49" y="49"/>
                  </a:cubicBezTo>
                  <a:moveTo>
                    <a:pt x="28" y="49"/>
                  </a:moveTo>
                  <a:cubicBezTo>
                    <a:pt x="24" y="49"/>
                    <a:pt x="21" y="46"/>
                    <a:pt x="21" y="43"/>
                  </a:cubicBezTo>
                  <a:cubicBezTo>
                    <a:pt x="21" y="39"/>
                    <a:pt x="24" y="36"/>
                    <a:pt x="28" y="36"/>
                  </a:cubicBezTo>
                  <a:cubicBezTo>
                    <a:pt x="31" y="36"/>
                    <a:pt x="34" y="39"/>
                    <a:pt x="34" y="43"/>
                  </a:cubicBezTo>
                  <a:cubicBezTo>
                    <a:pt x="34" y="46"/>
                    <a:pt x="31" y="49"/>
                    <a:pt x="28" y="49"/>
                  </a:cubicBezTo>
                  <a:moveTo>
                    <a:pt x="49" y="0"/>
                  </a:moveTo>
                  <a:cubicBezTo>
                    <a:pt x="22" y="0"/>
                    <a:pt x="0" y="19"/>
                    <a:pt x="0" y="42"/>
                  </a:cubicBezTo>
                  <a:cubicBezTo>
                    <a:pt x="0" y="56"/>
                    <a:pt x="8" y="68"/>
                    <a:pt x="20" y="76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6" y="83"/>
                    <a:pt x="42" y="84"/>
                    <a:pt x="49" y="84"/>
                  </a:cubicBezTo>
                  <a:cubicBezTo>
                    <a:pt x="76" y="84"/>
                    <a:pt x="98" y="65"/>
                    <a:pt x="98" y="42"/>
                  </a:cubicBezTo>
                  <a:cubicBezTo>
                    <a:pt x="98" y="19"/>
                    <a:pt x="76" y="0"/>
                    <a:pt x="4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4" name="Freeform 128"/>
            <p:cNvSpPr/>
            <p:nvPr/>
          </p:nvSpPr>
          <p:spPr bwMode="auto">
            <a:xfrm>
              <a:off x="2662238" y="1806575"/>
              <a:ext cx="258763" cy="24606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18" y="50"/>
                </a:cxn>
                <a:cxn ang="0">
                  <a:pos x="93" y="91"/>
                </a:cxn>
                <a:cxn ang="0">
                  <a:pos x="102" y="113"/>
                </a:cxn>
                <a:cxn ang="0">
                  <a:pos x="81" y="97"/>
                </a:cxn>
                <a:cxn ang="0">
                  <a:pos x="59" y="101"/>
                </a:cxn>
                <a:cxn ang="0">
                  <a:pos x="0" y="50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59" y="0"/>
                  </a:moveTo>
                  <a:cubicBezTo>
                    <a:pt x="91" y="0"/>
                    <a:pt x="118" y="22"/>
                    <a:pt x="118" y="50"/>
                  </a:cubicBezTo>
                  <a:cubicBezTo>
                    <a:pt x="118" y="67"/>
                    <a:pt x="108" y="82"/>
                    <a:pt x="93" y="91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74" y="100"/>
                    <a:pt x="67" y="101"/>
                    <a:pt x="59" y="101"/>
                  </a:cubicBezTo>
                  <a:cubicBezTo>
                    <a:pt x="26" y="101"/>
                    <a:pt x="0" y="79"/>
                    <a:pt x="0" y="50"/>
                  </a:cubicBezTo>
                  <a:cubicBezTo>
                    <a:pt x="0" y="22"/>
                    <a:pt x="26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5" name="Freeform 129"/>
            <p:cNvSpPr>
              <a:spLocks noEditPoints="1"/>
            </p:cNvSpPr>
            <p:nvPr/>
          </p:nvSpPr>
          <p:spPr bwMode="auto">
            <a:xfrm>
              <a:off x="2552700" y="1716088"/>
              <a:ext cx="258763" cy="247650"/>
            </a:xfrm>
            <a:custGeom>
              <a:avLst/>
              <a:gdLst/>
              <a:ahLst/>
              <a:cxnLst>
                <a:cxn ang="0">
                  <a:pos x="85" y="60"/>
                </a:cxn>
                <a:cxn ang="0">
                  <a:pos x="77" y="52"/>
                </a:cxn>
                <a:cxn ang="0">
                  <a:pos x="85" y="44"/>
                </a:cxn>
                <a:cxn ang="0">
                  <a:pos x="93" y="52"/>
                </a:cxn>
                <a:cxn ang="0">
                  <a:pos x="85" y="60"/>
                </a:cxn>
                <a:cxn ang="0">
                  <a:pos x="59" y="60"/>
                </a:cxn>
                <a:cxn ang="0">
                  <a:pos x="51" y="52"/>
                </a:cxn>
                <a:cxn ang="0">
                  <a:pos x="59" y="44"/>
                </a:cxn>
                <a:cxn ang="0">
                  <a:pos x="67" y="52"/>
                </a:cxn>
                <a:cxn ang="0">
                  <a:pos x="59" y="60"/>
                </a:cxn>
                <a:cxn ang="0">
                  <a:pos x="33" y="60"/>
                </a:cxn>
                <a:cxn ang="0">
                  <a:pos x="25" y="52"/>
                </a:cxn>
                <a:cxn ang="0">
                  <a:pos x="33" y="44"/>
                </a:cxn>
                <a:cxn ang="0">
                  <a:pos x="41" y="52"/>
                </a:cxn>
                <a:cxn ang="0">
                  <a:pos x="33" y="60"/>
                </a:cxn>
                <a:cxn ang="0">
                  <a:pos x="59" y="0"/>
                </a:cxn>
                <a:cxn ang="0">
                  <a:pos x="0" y="51"/>
                </a:cxn>
                <a:cxn ang="0">
                  <a:pos x="24" y="92"/>
                </a:cxn>
                <a:cxn ang="0">
                  <a:pos x="16" y="113"/>
                </a:cxn>
                <a:cxn ang="0">
                  <a:pos x="36" y="98"/>
                </a:cxn>
                <a:cxn ang="0">
                  <a:pos x="59" y="102"/>
                </a:cxn>
                <a:cxn ang="0">
                  <a:pos x="118" y="51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85" y="60"/>
                  </a:moveTo>
                  <a:cubicBezTo>
                    <a:pt x="81" y="60"/>
                    <a:pt x="77" y="57"/>
                    <a:pt x="77" y="52"/>
                  </a:cubicBezTo>
                  <a:cubicBezTo>
                    <a:pt x="77" y="48"/>
                    <a:pt x="81" y="44"/>
                    <a:pt x="85" y="44"/>
                  </a:cubicBezTo>
                  <a:cubicBezTo>
                    <a:pt x="89" y="44"/>
                    <a:pt x="93" y="48"/>
                    <a:pt x="93" y="52"/>
                  </a:cubicBezTo>
                  <a:cubicBezTo>
                    <a:pt x="93" y="57"/>
                    <a:pt x="89" y="60"/>
                    <a:pt x="85" y="60"/>
                  </a:cubicBezTo>
                  <a:moveTo>
                    <a:pt x="59" y="60"/>
                  </a:moveTo>
                  <a:cubicBezTo>
                    <a:pt x="55" y="60"/>
                    <a:pt x="51" y="57"/>
                    <a:pt x="51" y="52"/>
                  </a:cubicBezTo>
                  <a:cubicBezTo>
                    <a:pt x="51" y="48"/>
                    <a:pt x="55" y="44"/>
                    <a:pt x="59" y="44"/>
                  </a:cubicBezTo>
                  <a:cubicBezTo>
                    <a:pt x="64" y="44"/>
                    <a:pt x="67" y="48"/>
                    <a:pt x="67" y="52"/>
                  </a:cubicBezTo>
                  <a:cubicBezTo>
                    <a:pt x="67" y="57"/>
                    <a:pt x="64" y="60"/>
                    <a:pt x="59" y="60"/>
                  </a:cubicBezTo>
                  <a:moveTo>
                    <a:pt x="33" y="60"/>
                  </a:moveTo>
                  <a:cubicBezTo>
                    <a:pt x="29" y="60"/>
                    <a:pt x="25" y="57"/>
                    <a:pt x="25" y="52"/>
                  </a:cubicBezTo>
                  <a:cubicBezTo>
                    <a:pt x="25" y="48"/>
                    <a:pt x="29" y="44"/>
                    <a:pt x="33" y="44"/>
                  </a:cubicBezTo>
                  <a:cubicBezTo>
                    <a:pt x="38" y="44"/>
                    <a:pt x="41" y="48"/>
                    <a:pt x="41" y="52"/>
                  </a:cubicBezTo>
                  <a:cubicBezTo>
                    <a:pt x="41" y="57"/>
                    <a:pt x="38" y="60"/>
                    <a:pt x="33" y="60"/>
                  </a:cubicBezTo>
                  <a:moveTo>
                    <a:pt x="59" y="0"/>
                  </a:moveTo>
                  <a:cubicBezTo>
                    <a:pt x="27" y="0"/>
                    <a:pt x="0" y="23"/>
                    <a:pt x="0" y="51"/>
                  </a:cubicBezTo>
                  <a:cubicBezTo>
                    <a:pt x="0" y="68"/>
                    <a:pt x="10" y="83"/>
                    <a:pt x="24" y="92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43" y="101"/>
                    <a:pt x="51" y="102"/>
                    <a:pt x="59" y="102"/>
                  </a:cubicBezTo>
                  <a:cubicBezTo>
                    <a:pt x="92" y="102"/>
                    <a:pt x="118" y="79"/>
                    <a:pt x="118" y="51"/>
                  </a:cubicBezTo>
                  <a:cubicBezTo>
                    <a:pt x="118" y="23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6" name="Freeform 130"/>
            <p:cNvSpPr>
              <a:spLocks noEditPoints="1"/>
            </p:cNvSpPr>
            <p:nvPr/>
          </p:nvSpPr>
          <p:spPr bwMode="auto">
            <a:xfrm>
              <a:off x="2933700" y="2668588"/>
              <a:ext cx="290513" cy="293688"/>
            </a:xfrm>
            <a:custGeom>
              <a:avLst/>
              <a:gdLst/>
              <a:ahLst/>
              <a:cxnLst>
                <a:cxn ang="0">
                  <a:pos x="31" y="22"/>
                </a:cxn>
                <a:cxn ang="0">
                  <a:pos x="26" y="13"/>
                </a:cxn>
                <a:cxn ang="0">
                  <a:pos x="45" y="3"/>
                </a:cxn>
                <a:cxn ang="0">
                  <a:pos x="49" y="12"/>
                </a:cxn>
                <a:cxn ang="0">
                  <a:pos x="67" y="10"/>
                </a:cxn>
                <a:cxn ang="0">
                  <a:pos x="67" y="25"/>
                </a:cxn>
                <a:cxn ang="0">
                  <a:pos x="26" y="55"/>
                </a:cxn>
                <a:cxn ang="0">
                  <a:pos x="54" y="108"/>
                </a:cxn>
                <a:cxn ang="0">
                  <a:pos x="67" y="110"/>
                </a:cxn>
                <a:cxn ang="0">
                  <a:pos x="67" y="125"/>
                </a:cxn>
                <a:cxn ang="0">
                  <a:pos x="60" y="124"/>
                </a:cxn>
                <a:cxn ang="0">
                  <a:pos x="57" y="134"/>
                </a:cxn>
                <a:cxn ang="0">
                  <a:pos x="37" y="128"/>
                </a:cxn>
                <a:cxn ang="0">
                  <a:pos x="40" y="118"/>
                </a:cxn>
                <a:cxn ang="0">
                  <a:pos x="22" y="103"/>
                </a:cxn>
                <a:cxn ang="0">
                  <a:pos x="13" y="108"/>
                </a:cxn>
                <a:cxn ang="0">
                  <a:pos x="3" y="89"/>
                </a:cxn>
                <a:cxn ang="0">
                  <a:pos x="12" y="84"/>
                </a:cxn>
                <a:cxn ang="0">
                  <a:pos x="10" y="61"/>
                </a:cxn>
                <a:cxn ang="0">
                  <a:pos x="0" y="58"/>
                </a:cxn>
                <a:cxn ang="0">
                  <a:pos x="6" y="38"/>
                </a:cxn>
                <a:cxn ang="0">
                  <a:pos x="16" y="41"/>
                </a:cxn>
                <a:cxn ang="0">
                  <a:pos x="31" y="22"/>
                </a:cxn>
                <a:cxn ang="0">
                  <a:pos x="67" y="10"/>
                </a:cxn>
                <a:cxn ang="0">
                  <a:pos x="73" y="10"/>
                </a:cxn>
                <a:cxn ang="0">
                  <a:pos x="76" y="0"/>
                </a:cxn>
                <a:cxn ang="0">
                  <a:pos x="96" y="7"/>
                </a:cxn>
                <a:cxn ang="0">
                  <a:pos x="93" y="16"/>
                </a:cxn>
                <a:cxn ang="0">
                  <a:pos x="112" y="31"/>
                </a:cxn>
                <a:cxn ang="0">
                  <a:pos x="120" y="27"/>
                </a:cxn>
                <a:cxn ang="0">
                  <a:pos x="130" y="45"/>
                </a:cxn>
                <a:cxn ang="0">
                  <a:pos x="122" y="50"/>
                </a:cxn>
                <a:cxn ang="0">
                  <a:pos x="124" y="74"/>
                </a:cxn>
                <a:cxn ang="0">
                  <a:pos x="133" y="76"/>
                </a:cxn>
                <a:cxn ang="0">
                  <a:pos x="127" y="96"/>
                </a:cxn>
                <a:cxn ang="0">
                  <a:pos x="118" y="94"/>
                </a:cxn>
                <a:cxn ang="0">
                  <a:pos x="103" y="112"/>
                </a:cxn>
                <a:cxn ang="0">
                  <a:pos x="107" y="121"/>
                </a:cxn>
                <a:cxn ang="0">
                  <a:pos x="89" y="131"/>
                </a:cxn>
                <a:cxn ang="0">
                  <a:pos x="84" y="122"/>
                </a:cxn>
                <a:cxn ang="0">
                  <a:pos x="67" y="125"/>
                </a:cxn>
                <a:cxn ang="0">
                  <a:pos x="67" y="110"/>
                </a:cxn>
                <a:cxn ang="0">
                  <a:pos x="107" y="79"/>
                </a:cxn>
                <a:cxn ang="0">
                  <a:pos x="79" y="26"/>
                </a:cxn>
                <a:cxn ang="0">
                  <a:pos x="67" y="25"/>
                </a:cxn>
                <a:cxn ang="0">
                  <a:pos x="67" y="10"/>
                </a:cxn>
              </a:cxnLst>
              <a:rect l="0" t="0" r="r" b="b"/>
              <a:pathLst>
                <a:path w="133" h="134">
                  <a:moveTo>
                    <a:pt x="31" y="22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55" y="11"/>
                    <a:pt x="61" y="10"/>
                    <a:pt x="67" y="10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49" y="25"/>
                    <a:pt x="32" y="36"/>
                    <a:pt x="26" y="55"/>
                  </a:cubicBezTo>
                  <a:cubicBezTo>
                    <a:pt x="19" y="77"/>
                    <a:pt x="32" y="101"/>
                    <a:pt x="54" y="108"/>
                  </a:cubicBezTo>
                  <a:cubicBezTo>
                    <a:pt x="59" y="109"/>
                    <a:pt x="63" y="110"/>
                    <a:pt x="67" y="110"/>
                  </a:cubicBezTo>
                  <a:cubicBezTo>
                    <a:pt x="67" y="125"/>
                    <a:pt x="67" y="125"/>
                    <a:pt x="67" y="125"/>
                  </a:cubicBezTo>
                  <a:cubicBezTo>
                    <a:pt x="65" y="125"/>
                    <a:pt x="63" y="125"/>
                    <a:pt x="60" y="124"/>
                  </a:cubicBezTo>
                  <a:cubicBezTo>
                    <a:pt x="57" y="134"/>
                    <a:pt x="57" y="134"/>
                    <a:pt x="57" y="134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40" y="118"/>
                    <a:pt x="40" y="118"/>
                    <a:pt x="40" y="118"/>
                  </a:cubicBezTo>
                  <a:cubicBezTo>
                    <a:pt x="33" y="114"/>
                    <a:pt x="27" y="109"/>
                    <a:pt x="22" y="103"/>
                  </a:cubicBezTo>
                  <a:cubicBezTo>
                    <a:pt x="13" y="108"/>
                    <a:pt x="13" y="108"/>
                    <a:pt x="13" y="10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10" y="77"/>
                    <a:pt x="9" y="69"/>
                    <a:pt x="10" y="61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9" y="33"/>
                    <a:pt x="25" y="27"/>
                    <a:pt x="31" y="22"/>
                  </a:cubicBezTo>
                  <a:moveTo>
                    <a:pt x="67" y="10"/>
                  </a:moveTo>
                  <a:cubicBezTo>
                    <a:pt x="69" y="10"/>
                    <a:pt x="71" y="10"/>
                    <a:pt x="73" y="1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101" y="20"/>
                    <a:pt x="107" y="25"/>
                    <a:pt x="112" y="31"/>
                  </a:cubicBezTo>
                  <a:cubicBezTo>
                    <a:pt x="120" y="27"/>
                    <a:pt x="120" y="27"/>
                    <a:pt x="120" y="27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4" y="57"/>
                    <a:pt x="125" y="65"/>
                    <a:pt x="124" y="74"/>
                  </a:cubicBezTo>
                  <a:cubicBezTo>
                    <a:pt x="133" y="76"/>
                    <a:pt x="133" y="76"/>
                    <a:pt x="133" y="7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4" y="101"/>
                    <a:pt x="109" y="107"/>
                    <a:pt x="103" y="112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89" y="131"/>
                    <a:pt x="89" y="131"/>
                    <a:pt x="89" y="131"/>
                  </a:cubicBezTo>
                  <a:cubicBezTo>
                    <a:pt x="84" y="122"/>
                    <a:pt x="84" y="122"/>
                    <a:pt x="84" y="122"/>
                  </a:cubicBezTo>
                  <a:cubicBezTo>
                    <a:pt x="79" y="124"/>
                    <a:pt x="73" y="125"/>
                    <a:pt x="67" y="125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85" y="110"/>
                    <a:pt x="102" y="98"/>
                    <a:pt x="107" y="79"/>
                  </a:cubicBezTo>
                  <a:cubicBezTo>
                    <a:pt x="114" y="57"/>
                    <a:pt x="102" y="33"/>
                    <a:pt x="79" y="26"/>
                  </a:cubicBezTo>
                  <a:cubicBezTo>
                    <a:pt x="75" y="25"/>
                    <a:pt x="71" y="25"/>
                    <a:pt x="67" y="25"/>
                  </a:cubicBezTo>
                  <a:lnTo>
                    <a:pt x="67" y="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7" name="Freeform 131"/>
            <p:cNvSpPr>
              <a:spLocks noEditPoints="1"/>
            </p:cNvSpPr>
            <p:nvPr/>
          </p:nvSpPr>
          <p:spPr bwMode="auto">
            <a:xfrm>
              <a:off x="3090863" y="2490788"/>
              <a:ext cx="203200" cy="204788"/>
            </a:xfrm>
            <a:custGeom>
              <a:avLst/>
              <a:gdLst/>
              <a:ahLst/>
              <a:cxnLst>
                <a:cxn ang="0">
                  <a:pos x="22" y="15"/>
                </a:cxn>
                <a:cxn ang="0">
                  <a:pos x="18" y="9"/>
                </a:cxn>
                <a:cxn ang="0">
                  <a:pos x="31" y="2"/>
                </a:cxn>
                <a:cxn ang="0">
                  <a:pos x="35" y="8"/>
                </a:cxn>
                <a:cxn ang="0">
                  <a:pos x="47" y="6"/>
                </a:cxn>
                <a:cxn ang="0">
                  <a:pos x="47" y="17"/>
                </a:cxn>
                <a:cxn ang="0">
                  <a:pos x="18" y="38"/>
                </a:cxn>
                <a:cxn ang="0">
                  <a:pos x="38" y="75"/>
                </a:cxn>
                <a:cxn ang="0">
                  <a:pos x="47" y="76"/>
                </a:cxn>
                <a:cxn ang="0">
                  <a:pos x="47" y="87"/>
                </a:cxn>
                <a:cxn ang="0">
                  <a:pos x="42" y="86"/>
                </a:cxn>
                <a:cxn ang="0">
                  <a:pos x="40" y="93"/>
                </a:cxn>
                <a:cxn ang="0">
                  <a:pos x="26" y="89"/>
                </a:cxn>
                <a:cxn ang="0">
                  <a:pos x="28" y="82"/>
                </a:cxn>
                <a:cxn ang="0">
                  <a:pos x="15" y="71"/>
                </a:cxn>
                <a:cxn ang="0">
                  <a:pos x="9" y="75"/>
                </a:cxn>
                <a:cxn ang="0">
                  <a:pos x="2" y="62"/>
                </a:cxn>
                <a:cxn ang="0">
                  <a:pos x="8" y="58"/>
                </a:cxn>
                <a:cxn ang="0">
                  <a:pos x="7" y="42"/>
                </a:cxn>
                <a:cxn ang="0">
                  <a:pos x="0" y="40"/>
                </a:cxn>
                <a:cxn ang="0">
                  <a:pos x="4" y="26"/>
                </a:cxn>
                <a:cxn ang="0">
                  <a:pos x="11" y="28"/>
                </a:cxn>
                <a:cxn ang="0">
                  <a:pos x="22" y="15"/>
                </a:cxn>
                <a:cxn ang="0">
                  <a:pos x="47" y="6"/>
                </a:cxn>
                <a:cxn ang="0">
                  <a:pos x="51" y="6"/>
                </a:cxn>
                <a:cxn ang="0">
                  <a:pos x="53" y="0"/>
                </a:cxn>
                <a:cxn ang="0">
                  <a:pos x="67" y="4"/>
                </a:cxn>
                <a:cxn ang="0">
                  <a:pos x="65" y="11"/>
                </a:cxn>
                <a:cxn ang="0">
                  <a:pos x="78" y="21"/>
                </a:cxn>
                <a:cxn ang="0">
                  <a:pos x="84" y="18"/>
                </a:cxn>
                <a:cxn ang="0">
                  <a:pos x="91" y="31"/>
                </a:cxn>
                <a:cxn ang="0">
                  <a:pos x="85" y="34"/>
                </a:cxn>
                <a:cxn ang="0">
                  <a:pos x="87" y="51"/>
                </a:cxn>
                <a:cxn ang="0">
                  <a:pos x="93" y="53"/>
                </a:cxn>
                <a:cxn ang="0">
                  <a:pos x="89" y="67"/>
                </a:cxn>
                <a:cxn ang="0">
                  <a:pos x="82" y="65"/>
                </a:cxn>
                <a:cxn ang="0">
                  <a:pos x="72" y="78"/>
                </a:cxn>
                <a:cxn ang="0">
                  <a:pos x="75" y="84"/>
                </a:cxn>
                <a:cxn ang="0">
                  <a:pos x="62" y="91"/>
                </a:cxn>
                <a:cxn ang="0">
                  <a:pos x="59" y="85"/>
                </a:cxn>
                <a:cxn ang="0">
                  <a:pos x="47" y="87"/>
                </a:cxn>
                <a:cxn ang="0">
                  <a:pos x="47" y="76"/>
                </a:cxn>
                <a:cxn ang="0">
                  <a:pos x="75" y="55"/>
                </a:cxn>
                <a:cxn ang="0">
                  <a:pos x="55" y="18"/>
                </a:cxn>
                <a:cxn ang="0">
                  <a:pos x="47" y="17"/>
                </a:cxn>
                <a:cxn ang="0">
                  <a:pos x="47" y="6"/>
                </a:cxn>
              </a:cxnLst>
              <a:rect l="0" t="0" r="r" b="b"/>
              <a:pathLst>
                <a:path w="93" h="93">
                  <a:moveTo>
                    <a:pt x="22" y="15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9" y="7"/>
                    <a:pt x="43" y="6"/>
                    <a:pt x="47" y="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34" y="17"/>
                    <a:pt x="22" y="25"/>
                    <a:pt x="18" y="38"/>
                  </a:cubicBezTo>
                  <a:cubicBezTo>
                    <a:pt x="14" y="53"/>
                    <a:pt x="22" y="70"/>
                    <a:pt x="38" y="75"/>
                  </a:cubicBezTo>
                  <a:cubicBezTo>
                    <a:pt x="41" y="76"/>
                    <a:pt x="44" y="76"/>
                    <a:pt x="47" y="76"/>
                  </a:cubicBezTo>
                  <a:cubicBezTo>
                    <a:pt x="47" y="87"/>
                    <a:pt x="47" y="87"/>
                    <a:pt x="47" y="87"/>
                  </a:cubicBezTo>
                  <a:cubicBezTo>
                    <a:pt x="45" y="87"/>
                    <a:pt x="44" y="86"/>
                    <a:pt x="42" y="86"/>
                  </a:cubicBezTo>
                  <a:cubicBezTo>
                    <a:pt x="40" y="93"/>
                    <a:pt x="40" y="93"/>
                    <a:pt x="40" y="93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3" y="79"/>
                    <a:pt x="19" y="76"/>
                    <a:pt x="15" y="71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3"/>
                    <a:pt x="6" y="48"/>
                    <a:pt x="7" y="42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4" y="23"/>
                    <a:pt x="17" y="18"/>
                    <a:pt x="22" y="15"/>
                  </a:cubicBezTo>
                  <a:moveTo>
                    <a:pt x="47" y="6"/>
                  </a:moveTo>
                  <a:cubicBezTo>
                    <a:pt x="48" y="6"/>
                    <a:pt x="50" y="6"/>
                    <a:pt x="51" y="6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70" y="13"/>
                    <a:pt x="75" y="17"/>
                    <a:pt x="78" y="21"/>
                  </a:cubicBezTo>
                  <a:cubicBezTo>
                    <a:pt x="84" y="18"/>
                    <a:pt x="84" y="18"/>
                    <a:pt x="84" y="18"/>
                  </a:cubicBezTo>
                  <a:cubicBezTo>
                    <a:pt x="91" y="31"/>
                    <a:pt x="91" y="31"/>
                    <a:pt x="91" y="31"/>
                  </a:cubicBezTo>
                  <a:cubicBezTo>
                    <a:pt x="85" y="34"/>
                    <a:pt x="85" y="34"/>
                    <a:pt x="85" y="34"/>
                  </a:cubicBezTo>
                  <a:cubicBezTo>
                    <a:pt x="87" y="39"/>
                    <a:pt x="87" y="45"/>
                    <a:pt x="87" y="51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89" y="67"/>
                    <a:pt x="89" y="67"/>
                    <a:pt x="89" y="67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80" y="70"/>
                    <a:pt x="76" y="74"/>
                    <a:pt x="72" y="78"/>
                  </a:cubicBezTo>
                  <a:cubicBezTo>
                    <a:pt x="75" y="84"/>
                    <a:pt x="75" y="84"/>
                    <a:pt x="75" y="84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59" y="85"/>
                    <a:pt x="59" y="85"/>
                    <a:pt x="59" y="85"/>
                  </a:cubicBezTo>
                  <a:cubicBezTo>
                    <a:pt x="55" y="86"/>
                    <a:pt x="51" y="87"/>
                    <a:pt x="47" y="87"/>
                  </a:cubicBezTo>
                  <a:cubicBezTo>
                    <a:pt x="47" y="76"/>
                    <a:pt x="47" y="76"/>
                    <a:pt x="47" y="76"/>
                  </a:cubicBezTo>
                  <a:cubicBezTo>
                    <a:pt x="60" y="76"/>
                    <a:pt x="71" y="68"/>
                    <a:pt x="75" y="55"/>
                  </a:cubicBezTo>
                  <a:cubicBezTo>
                    <a:pt x="80" y="39"/>
                    <a:pt x="71" y="23"/>
                    <a:pt x="55" y="18"/>
                  </a:cubicBezTo>
                  <a:cubicBezTo>
                    <a:pt x="53" y="17"/>
                    <a:pt x="50" y="17"/>
                    <a:pt x="47" y="17"/>
                  </a:cubicBezTo>
                  <a:lnTo>
                    <a:pt x="47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8" name="Freeform 132"/>
            <p:cNvSpPr/>
            <p:nvPr/>
          </p:nvSpPr>
          <p:spPr bwMode="auto">
            <a:xfrm>
              <a:off x="1782763" y="2992438"/>
              <a:ext cx="33338" cy="2222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" y="6"/>
                </a:cxn>
                <a:cxn ang="0">
                  <a:pos x="6" y="8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5" y="5"/>
                </a:cxn>
                <a:cxn ang="0">
                  <a:pos x="13" y="4"/>
                </a:cxn>
                <a:cxn ang="0">
                  <a:pos x="9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5"/>
                </a:cxn>
              </a:cxnLst>
              <a:rect l="0" t="0" r="r" b="b"/>
              <a:pathLst>
                <a:path w="15" h="10">
                  <a:moveTo>
                    <a:pt x="0" y="5"/>
                  </a:moveTo>
                  <a:cubicBezTo>
                    <a:pt x="1" y="5"/>
                    <a:pt x="1" y="6"/>
                    <a:pt x="2" y="6"/>
                  </a:cubicBezTo>
                  <a:cubicBezTo>
                    <a:pt x="3" y="7"/>
                    <a:pt x="4" y="7"/>
                    <a:pt x="6" y="8"/>
                  </a:cubicBezTo>
                  <a:cubicBezTo>
                    <a:pt x="9" y="9"/>
                    <a:pt x="11" y="10"/>
                    <a:pt x="13" y="10"/>
                  </a:cubicBezTo>
                  <a:cubicBezTo>
                    <a:pt x="14" y="10"/>
                    <a:pt x="15" y="9"/>
                    <a:pt x="15" y="8"/>
                  </a:cubicBezTo>
                  <a:cubicBezTo>
                    <a:pt x="15" y="7"/>
                    <a:pt x="15" y="6"/>
                    <a:pt x="15" y="5"/>
                  </a:cubicBezTo>
                  <a:cubicBezTo>
                    <a:pt x="14" y="5"/>
                    <a:pt x="14" y="4"/>
                    <a:pt x="13" y="4"/>
                  </a:cubicBezTo>
                  <a:cubicBezTo>
                    <a:pt x="12" y="3"/>
                    <a:pt x="11" y="2"/>
                    <a:pt x="9" y="2"/>
                  </a:cubicBezTo>
                  <a:cubicBezTo>
                    <a:pt x="6" y="0"/>
                    <a:pt x="4" y="0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  <a:cubicBezTo>
                    <a:pt x="0" y="3"/>
                    <a:pt x="0" y="4"/>
                    <a:pt x="0" y="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49" name="Freeform 133"/>
            <p:cNvSpPr>
              <a:spLocks noEditPoints="1"/>
            </p:cNvSpPr>
            <p:nvPr/>
          </p:nvSpPr>
          <p:spPr bwMode="auto">
            <a:xfrm>
              <a:off x="1597025" y="2843213"/>
              <a:ext cx="282575" cy="374650"/>
            </a:xfrm>
            <a:custGeom>
              <a:avLst/>
              <a:gdLst/>
              <a:ahLst/>
              <a:cxnLst>
                <a:cxn ang="0">
                  <a:pos x="72" y="77"/>
                </a:cxn>
                <a:cxn ang="0">
                  <a:pos x="82" y="89"/>
                </a:cxn>
                <a:cxn ang="0">
                  <a:pos x="95" y="103"/>
                </a:cxn>
                <a:cxn ang="0">
                  <a:pos x="92" y="110"/>
                </a:cxn>
                <a:cxn ang="0">
                  <a:pos x="75" y="90"/>
                </a:cxn>
                <a:cxn ang="0">
                  <a:pos x="65" y="79"/>
                </a:cxn>
                <a:cxn ang="0">
                  <a:pos x="53" y="64"/>
                </a:cxn>
                <a:cxn ang="0">
                  <a:pos x="55" y="57"/>
                </a:cxn>
                <a:cxn ang="0">
                  <a:pos x="72" y="77"/>
                </a:cxn>
                <a:cxn ang="0">
                  <a:pos x="97" y="62"/>
                </a:cxn>
                <a:cxn ang="0">
                  <a:pos x="105" y="69"/>
                </a:cxn>
                <a:cxn ang="0">
                  <a:pos x="106" y="70"/>
                </a:cxn>
                <a:cxn ang="0">
                  <a:pos x="105" y="78"/>
                </a:cxn>
                <a:cxn ang="0">
                  <a:pos x="99" y="84"/>
                </a:cxn>
                <a:cxn ang="0">
                  <a:pos x="88" y="83"/>
                </a:cxn>
                <a:cxn ang="0">
                  <a:pos x="80" y="77"/>
                </a:cxn>
                <a:cxn ang="0">
                  <a:pos x="80" y="76"/>
                </a:cxn>
                <a:cxn ang="0">
                  <a:pos x="80" y="68"/>
                </a:cxn>
                <a:cxn ang="0">
                  <a:pos x="86" y="61"/>
                </a:cxn>
                <a:cxn ang="0">
                  <a:pos x="97" y="62"/>
                </a:cxn>
                <a:cxn ang="0">
                  <a:pos x="54" y="124"/>
                </a:cxn>
                <a:cxn ang="0">
                  <a:pos x="60" y="131"/>
                </a:cxn>
                <a:cxn ang="0">
                  <a:pos x="60" y="137"/>
                </a:cxn>
                <a:cxn ang="0">
                  <a:pos x="47" y="142"/>
                </a:cxn>
                <a:cxn ang="0">
                  <a:pos x="41" y="135"/>
                </a:cxn>
                <a:cxn ang="0">
                  <a:pos x="41" y="129"/>
                </a:cxn>
                <a:cxn ang="0">
                  <a:pos x="54" y="124"/>
                </a:cxn>
                <a:cxn ang="0">
                  <a:pos x="50" y="105"/>
                </a:cxn>
                <a:cxn ang="0">
                  <a:pos x="42" y="98"/>
                </a:cxn>
                <a:cxn ang="0">
                  <a:pos x="42" y="97"/>
                </a:cxn>
                <a:cxn ang="0">
                  <a:pos x="42" y="89"/>
                </a:cxn>
                <a:cxn ang="0">
                  <a:pos x="48" y="83"/>
                </a:cxn>
                <a:cxn ang="0">
                  <a:pos x="59" y="84"/>
                </a:cxn>
                <a:cxn ang="0">
                  <a:pos x="67" y="91"/>
                </a:cxn>
                <a:cxn ang="0">
                  <a:pos x="67" y="92"/>
                </a:cxn>
                <a:cxn ang="0">
                  <a:pos x="67" y="99"/>
                </a:cxn>
                <a:cxn ang="0">
                  <a:pos x="61" y="106"/>
                </a:cxn>
                <a:cxn ang="0">
                  <a:pos x="50" y="105"/>
                </a:cxn>
                <a:cxn ang="0">
                  <a:pos x="45" y="27"/>
                </a:cxn>
                <a:cxn ang="0">
                  <a:pos x="0" y="136"/>
                </a:cxn>
                <a:cxn ang="0">
                  <a:pos x="12" y="141"/>
                </a:cxn>
                <a:cxn ang="0">
                  <a:pos x="84" y="171"/>
                </a:cxn>
                <a:cxn ang="0">
                  <a:pos x="105" y="121"/>
                </a:cxn>
                <a:cxn ang="0">
                  <a:pos x="129" y="63"/>
                </a:cxn>
                <a:cxn ang="0">
                  <a:pos x="106" y="0"/>
                </a:cxn>
                <a:cxn ang="0">
                  <a:pos x="45" y="27"/>
                </a:cxn>
              </a:cxnLst>
              <a:rect l="0" t="0" r="r" b="b"/>
              <a:pathLst>
                <a:path w="129" h="171">
                  <a:moveTo>
                    <a:pt x="72" y="77"/>
                  </a:moveTo>
                  <a:cubicBezTo>
                    <a:pt x="82" y="89"/>
                    <a:pt x="82" y="89"/>
                    <a:pt x="82" y="89"/>
                  </a:cubicBezTo>
                  <a:cubicBezTo>
                    <a:pt x="95" y="103"/>
                    <a:pt x="95" y="103"/>
                    <a:pt x="95" y="103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75" y="90"/>
                    <a:pt x="75" y="90"/>
                    <a:pt x="75" y="90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3" y="64"/>
                    <a:pt x="53" y="64"/>
                    <a:pt x="53" y="64"/>
                  </a:cubicBezTo>
                  <a:cubicBezTo>
                    <a:pt x="55" y="57"/>
                    <a:pt x="55" y="57"/>
                    <a:pt x="55" y="57"/>
                  </a:cubicBezTo>
                  <a:lnTo>
                    <a:pt x="72" y="77"/>
                  </a:lnTo>
                  <a:close/>
                  <a:moveTo>
                    <a:pt x="97" y="62"/>
                  </a:moveTo>
                  <a:cubicBezTo>
                    <a:pt x="101" y="64"/>
                    <a:pt x="104" y="66"/>
                    <a:pt x="105" y="69"/>
                  </a:cubicBezTo>
                  <a:cubicBezTo>
                    <a:pt x="105" y="69"/>
                    <a:pt x="106" y="70"/>
                    <a:pt x="106" y="70"/>
                  </a:cubicBezTo>
                  <a:cubicBezTo>
                    <a:pt x="106" y="73"/>
                    <a:pt x="106" y="75"/>
                    <a:pt x="105" y="78"/>
                  </a:cubicBezTo>
                  <a:cubicBezTo>
                    <a:pt x="104" y="81"/>
                    <a:pt x="102" y="83"/>
                    <a:pt x="99" y="84"/>
                  </a:cubicBezTo>
                  <a:cubicBezTo>
                    <a:pt x="96" y="85"/>
                    <a:pt x="93" y="85"/>
                    <a:pt x="88" y="83"/>
                  </a:cubicBezTo>
                  <a:cubicBezTo>
                    <a:pt x="84" y="82"/>
                    <a:pt x="81" y="79"/>
                    <a:pt x="80" y="77"/>
                  </a:cubicBezTo>
                  <a:cubicBezTo>
                    <a:pt x="80" y="76"/>
                    <a:pt x="80" y="76"/>
                    <a:pt x="80" y="76"/>
                  </a:cubicBezTo>
                  <a:cubicBezTo>
                    <a:pt x="79" y="73"/>
                    <a:pt x="79" y="71"/>
                    <a:pt x="80" y="68"/>
                  </a:cubicBezTo>
                  <a:cubicBezTo>
                    <a:pt x="82" y="65"/>
                    <a:pt x="84" y="62"/>
                    <a:pt x="86" y="61"/>
                  </a:cubicBezTo>
                  <a:cubicBezTo>
                    <a:pt x="89" y="60"/>
                    <a:pt x="93" y="61"/>
                    <a:pt x="97" y="62"/>
                  </a:cubicBezTo>
                  <a:moveTo>
                    <a:pt x="54" y="124"/>
                  </a:moveTo>
                  <a:cubicBezTo>
                    <a:pt x="57" y="125"/>
                    <a:pt x="60" y="128"/>
                    <a:pt x="60" y="131"/>
                  </a:cubicBezTo>
                  <a:cubicBezTo>
                    <a:pt x="61" y="133"/>
                    <a:pt x="60" y="135"/>
                    <a:pt x="60" y="137"/>
                  </a:cubicBezTo>
                  <a:cubicBezTo>
                    <a:pt x="58" y="142"/>
                    <a:pt x="52" y="144"/>
                    <a:pt x="47" y="142"/>
                  </a:cubicBezTo>
                  <a:cubicBezTo>
                    <a:pt x="44" y="141"/>
                    <a:pt x="42" y="138"/>
                    <a:pt x="41" y="135"/>
                  </a:cubicBezTo>
                  <a:cubicBezTo>
                    <a:pt x="41" y="133"/>
                    <a:pt x="41" y="131"/>
                    <a:pt x="41" y="129"/>
                  </a:cubicBezTo>
                  <a:cubicBezTo>
                    <a:pt x="44" y="124"/>
                    <a:pt x="49" y="122"/>
                    <a:pt x="54" y="124"/>
                  </a:cubicBezTo>
                  <a:moveTo>
                    <a:pt x="50" y="105"/>
                  </a:moveTo>
                  <a:cubicBezTo>
                    <a:pt x="46" y="103"/>
                    <a:pt x="43" y="101"/>
                    <a:pt x="42" y="98"/>
                  </a:cubicBezTo>
                  <a:cubicBezTo>
                    <a:pt x="42" y="98"/>
                    <a:pt x="42" y="97"/>
                    <a:pt x="42" y="97"/>
                  </a:cubicBezTo>
                  <a:cubicBezTo>
                    <a:pt x="41" y="95"/>
                    <a:pt x="41" y="92"/>
                    <a:pt x="42" y="89"/>
                  </a:cubicBezTo>
                  <a:cubicBezTo>
                    <a:pt x="43" y="86"/>
                    <a:pt x="45" y="84"/>
                    <a:pt x="48" y="83"/>
                  </a:cubicBezTo>
                  <a:cubicBezTo>
                    <a:pt x="51" y="82"/>
                    <a:pt x="55" y="82"/>
                    <a:pt x="59" y="84"/>
                  </a:cubicBezTo>
                  <a:cubicBezTo>
                    <a:pt x="63" y="86"/>
                    <a:pt x="66" y="88"/>
                    <a:pt x="67" y="91"/>
                  </a:cubicBezTo>
                  <a:cubicBezTo>
                    <a:pt x="67" y="91"/>
                    <a:pt x="67" y="91"/>
                    <a:pt x="67" y="92"/>
                  </a:cubicBezTo>
                  <a:cubicBezTo>
                    <a:pt x="68" y="94"/>
                    <a:pt x="68" y="97"/>
                    <a:pt x="67" y="99"/>
                  </a:cubicBezTo>
                  <a:cubicBezTo>
                    <a:pt x="66" y="103"/>
                    <a:pt x="64" y="105"/>
                    <a:pt x="61" y="106"/>
                  </a:cubicBezTo>
                  <a:cubicBezTo>
                    <a:pt x="58" y="107"/>
                    <a:pt x="54" y="107"/>
                    <a:pt x="50" y="105"/>
                  </a:cubicBezTo>
                  <a:moveTo>
                    <a:pt x="45" y="27"/>
                  </a:moveTo>
                  <a:cubicBezTo>
                    <a:pt x="0" y="136"/>
                    <a:pt x="0" y="136"/>
                    <a:pt x="0" y="136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84" y="171"/>
                    <a:pt x="84" y="171"/>
                    <a:pt x="84" y="171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06" y="0"/>
                    <a:pt x="106" y="0"/>
                    <a:pt x="106" y="0"/>
                  </a:cubicBezTo>
                  <a:lnTo>
                    <a:pt x="45" y="2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0" name="Freeform 134"/>
            <p:cNvSpPr/>
            <p:nvPr/>
          </p:nvSpPr>
          <p:spPr bwMode="auto">
            <a:xfrm>
              <a:off x="1700213" y="3038475"/>
              <a:ext cx="33338" cy="22225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13" y="4"/>
                </a:cxn>
                <a:cxn ang="0">
                  <a:pos x="9" y="2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6" y="9"/>
                </a:cxn>
                <a:cxn ang="0">
                  <a:pos x="13" y="10"/>
                </a:cxn>
                <a:cxn ang="0">
                  <a:pos x="15" y="8"/>
                </a:cxn>
                <a:cxn ang="0">
                  <a:pos x="15" y="6"/>
                </a:cxn>
              </a:cxnLst>
              <a:rect l="0" t="0" r="r" b="b"/>
              <a:pathLst>
                <a:path w="15" h="10">
                  <a:moveTo>
                    <a:pt x="15" y="6"/>
                  </a:moveTo>
                  <a:cubicBezTo>
                    <a:pt x="14" y="5"/>
                    <a:pt x="14" y="5"/>
                    <a:pt x="13" y="4"/>
                  </a:cubicBezTo>
                  <a:cubicBezTo>
                    <a:pt x="12" y="4"/>
                    <a:pt x="11" y="3"/>
                    <a:pt x="9" y="2"/>
                  </a:cubicBezTo>
                  <a:cubicBezTo>
                    <a:pt x="6" y="1"/>
                    <a:pt x="4" y="0"/>
                    <a:pt x="2" y="1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1" y="6"/>
                    <a:pt x="1" y="6"/>
                    <a:pt x="2" y="7"/>
                  </a:cubicBezTo>
                  <a:cubicBezTo>
                    <a:pt x="3" y="7"/>
                    <a:pt x="4" y="8"/>
                    <a:pt x="6" y="9"/>
                  </a:cubicBezTo>
                  <a:cubicBezTo>
                    <a:pt x="9" y="10"/>
                    <a:pt x="11" y="10"/>
                    <a:pt x="13" y="10"/>
                  </a:cubicBezTo>
                  <a:cubicBezTo>
                    <a:pt x="14" y="10"/>
                    <a:pt x="14" y="9"/>
                    <a:pt x="15" y="8"/>
                  </a:cubicBezTo>
                  <a:cubicBezTo>
                    <a:pt x="15" y="7"/>
                    <a:pt x="15" y="7"/>
                    <a:pt x="15" y="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1" name="Freeform 135"/>
            <p:cNvSpPr>
              <a:spLocks noEditPoints="1"/>
            </p:cNvSpPr>
            <p:nvPr/>
          </p:nvSpPr>
          <p:spPr bwMode="auto">
            <a:xfrm>
              <a:off x="2892425" y="606425"/>
              <a:ext cx="307975" cy="30163"/>
            </a:xfrm>
            <a:custGeom>
              <a:avLst/>
              <a:gdLst/>
              <a:ahLst/>
              <a:cxnLst>
                <a:cxn ang="0">
                  <a:pos x="14" y="14"/>
                </a:cxn>
                <a:cxn ang="0">
                  <a:pos x="18" y="14"/>
                </a:cxn>
                <a:cxn ang="0">
                  <a:pos x="18" y="13"/>
                </a:cxn>
                <a:cxn ang="0">
                  <a:pos x="12" y="7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14" y="14"/>
                </a:cxn>
                <a:cxn ang="0">
                  <a:pos x="18" y="14"/>
                </a:cxn>
                <a:cxn ang="0">
                  <a:pos x="123" y="14"/>
                </a:cxn>
                <a:cxn ang="0">
                  <a:pos x="123" y="13"/>
                </a:cxn>
                <a:cxn ang="0">
                  <a:pos x="117" y="7"/>
                </a:cxn>
                <a:cxn ang="0">
                  <a:pos x="123" y="1"/>
                </a:cxn>
                <a:cxn ang="0">
                  <a:pos x="123" y="0"/>
                </a:cxn>
                <a:cxn ang="0">
                  <a:pos x="18" y="0"/>
                </a:cxn>
                <a:cxn ang="0">
                  <a:pos x="18" y="1"/>
                </a:cxn>
                <a:cxn ang="0">
                  <a:pos x="24" y="7"/>
                </a:cxn>
                <a:cxn ang="0">
                  <a:pos x="18" y="13"/>
                </a:cxn>
                <a:cxn ang="0">
                  <a:pos x="18" y="14"/>
                </a:cxn>
                <a:cxn ang="0">
                  <a:pos x="123" y="14"/>
                </a:cxn>
                <a:cxn ang="0">
                  <a:pos x="128" y="14"/>
                </a:cxn>
                <a:cxn ang="0">
                  <a:pos x="128" y="0"/>
                </a:cxn>
                <a:cxn ang="0">
                  <a:pos x="123" y="0"/>
                </a:cxn>
                <a:cxn ang="0">
                  <a:pos x="123" y="1"/>
                </a:cxn>
                <a:cxn ang="0">
                  <a:pos x="129" y="7"/>
                </a:cxn>
                <a:cxn ang="0">
                  <a:pos x="123" y="13"/>
                </a:cxn>
                <a:cxn ang="0">
                  <a:pos x="123" y="14"/>
                </a:cxn>
              </a:cxnLst>
              <a:rect l="0" t="0" r="r" b="b"/>
              <a:pathLst>
                <a:path w="141" h="14">
                  <a:moveTo>
                    <a:pt x="14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5" y="13"/>
                    <a:pt x="12" y="11"/>
                    <a:pt x="12" y="7"/>
                  </a:cubicBezTo>
                  <a:cubicBezTo>
                    <a:pt x="12" y="4"/>
                    <a:pt x="15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1" y="14"/>
                    <a:pt x="14" y="14"/>
                  </a:cubicBezTo>
                  <a:moveTo>
                    <a:pt x="18" y="14"/>
                  </a:moveTo>
                  <a:cubicBezTo>
                    <a:pt x="123" y="14"/>
                    <a:pt x="123" y="14"/>
                    <a:pt x="123" y="14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0" y="13"/>
                    <a:pt x="117" y="11"/>
                    <a:pt x="117" y="7"/>
                  </a:cubicBezTo>
                  <a:cubicBezTo>
                    <a:pt x="117" y="4"/>
                    <a:pt x="120" y="1"/>
                    <a:pt x="123" y="1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88" y="0"/>
                    <a:pt x="53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2" y="1"/>
                    <a:pt x="24" y="4"/>
                    <a:pt x="24" y="7"/>
                  </a:cubicBezTo>
                  <a:cubicBezTo>
                    <a:pt x="24" y="11"/>
                    <a:pt x="22" y="13"/>
                    <a:pt x="18" y="13"/>
                  </a:cubicBezTo>
                  <a:lnTo>
                    <a:pt x="18" y="14"/>
                  </a:lnTo>
                  <a:close/>
                  <a:moveTo>
                    <a:pt x="123" y="14"/>
                  </a:moveTo>
                  <a:cubicBezTo>
                    <a:pt x="128" y="14"/>
                    <a:pt x="128" y="14"/>
                    <a:pt x="128" y="14"/>
                  </a:cubicBezTo>
                  <a:cubicBezTo>
                    <a:pt x="140" y="14"/>
                    <a:pt x="141" y="0"/>
                    <a:pt x="128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7" y="1"/>
                    <a:pt x="129" y="4"/>
                    <a:pt x="129" y="7"/>
                  </a:cubicBezTo>
                  <a:cubicBezTo>
                    <a:pt x="129" y="11"/>
                    <a:pt x="127" y="13"/>
                    <a:pt x="123" y="13"/>
                  </a:cubicBezTo>
                  <a:lnTo>
                    <a:pt x="123" y="1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2" name="Oval 136"/>
            <p:cNvSpPr>
              <a:spLocks noChangeArrowheads="1"/>
            </p:cNvSpPr>
            <p:nvPr/>
          </p:nvSpPr>
          <p:spPr bwMode="auto">
            <a:xfrm>
              <a:off x="3052763" y="498475"/>
              <a:ext cx="25400" cy="26988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3" name="Freeform 137"/>
            <p:cNvSpPr/>
            <p:nvPr/>
          </p:nvSpPr>
          <p:spPr bwMode="auto">
            <a:xfrm>
              <a:off x="3065463" y="514350"/>
              <a:ext cx="104775" cy="114300"/>
            </a:xfrm>
            <a:custGeom>
              <a:avLst/>
              <a:gdLst/>
              <a:ahLst/>
              <a:cxnLst>
                <a:cxn ang="0">
                  <a:pos x="47" y="48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1" y="5"/>
                </a:cxn>
                <a:cxn ang="0">
                  <a:pos x="43" y="51"/>
                </a:cxn>
                <a:cxn ang="0">
                  <a:pos x="46" y="51"/>
                </a:cxn>
                <a:cxn ang="0">
                  <a:pos x="47" y="48"/>
                </a:cxn>
              </a:cxnLst>
              <a:rect l="0" t="0" r="r" b="b"/>
              <a:pathLst>
                <a:path w="48" h="52">
                  <a:moveTo>
                    <a:pt x="47" y="48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4" y="52"/>
                    <a:pt x="45" y="52"/>
                    <a:pt x="46" y="51"/>
                  </a:cubicBezTo>
                  <a:cubicBezTo>
                    <a:pt x="47" y="50"/>
                    <a:pt x="48" y="49"/>
                    <a:pt x="47" y="4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4" name="Oval 138"/>
            <p:cNvSpPr>
              <a:spLocks noChangeArrowheads="1"/>
            </p:cNvSpPr>
            <p:nvPr/>
          </p:nvSpPr>
          <p:spPr bwMode="auto">
            <a:xfrm>
              <a:off x="3017838" y="498475"/>
              <a:ext cx="25400" cy="26988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5" name="Freeform 139"/>
            <p:cNvSpPr/>
            <p:nvPr/>
          </p:nvSpPr>
          <p:spPr bwMode="auto">
            <a:xfrm>
              <a:off x="2925763" y="504825"/>
              <a:ext cx="111125" cy="123825"/>
            </a:xfrm>
            <a:custGeom>
              <a:avLst/>
              <a:gdLst/>
              <a:ahLst/>
              <a:cxnLst>
                <a:cxn ang="0">
                  <a:pos x="1" y="52"/>
                </a:cxn>
                <a:cxn ang="0">
                  <a:pos x="46" y="1"/>
                </a:cxn>
                <a:cxn ang="0">
                  <a:pos x="50" y="1"/>
                </a:cxn>
                <a:cxn ang="0">
                  <a:pos x="50" y="5"/>
                </a:cxn>
                <a:cxn ang="0">
                  <a:pos x="5" y="55"/>
                </a:cxn>
                <a:cxn ang="0">
                  <a:pos x="1" y="55"/>
                </a:cxn>
                <a:cxn ang="0">
                  <a:pos x="1" y="52"/>
                </a:cxn>
              </a:cxnLst>
              <a:rect l="0" t="0" r="r" b="b"/>
              <a:pathLst>
                <a:path w="51" h="56">
                  <a:moveTo>
                    <a:pt x="1" y="52"/>
                  </a:moveTo>
                  <a:cubicBezTo>
                    <a:pt x="46" y="1"/>
                    <a:pt x="46" y="1"/>
                    <a:pt x="46" y="1"/>
                  </a:cubicBezTo>
                  <a:cubicBezTo>
                    <a:pt x="47" y="0"/>
                    <a:pt x="49" y="0"/>
                    <a:pt x="50" y="1"/>
                  </a:cubicBezTo>
                  <a:cubicBezTo>
                    <a:pt x="51" y="2"/>
                    <a:pt x="51" y="4"/>
                    <a:pt x="50" y="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4" y="56"/>
                    <a:pt x="2" y="56"/>
                    <a:pt x="1" y="55"/>
                  </a:cubicBezTo>
                  <a:cubicBezTo>
                    <a:pt x="0" y="54"/>
                    <a:pt x="0" y="53"/>
                    <a:pt x="1" y="5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6" name="Freeform 140"/>
            <p:cNvSpPr>
              <a:spLocks noEditPoints="1"/>
            </p:cNvSpPr>
            <p:nvPr/>
          </p:nvSpPr>
          <p:spPr bwMode="auto">
            <a:xfrm>
              <a:off x="2922588" y="647700"/>
              <a:ext cx="247650" cy="96838"/>
            </a:xfrm>
            <a:custGeom>
              <a:avLst/>
              <a:gdLst/>
              <a:ahLst/>
              <a:cxnLst>
                <a:cxn ang="0">
                  <a:pos x="6" y="32"/>
                </a:cxn>
                <a:cxn ang="0">
                  <a:pos x="22" y="0"/>
                </a:cxn>
                <a:cxn ang="0">
                  <a:pos x="20" y="4"/>
                </a:cxn>
                <a:cxn ang="0">
                  <a:pos x="17" y="19"/>
                </a:cxn>
                <a:cxn ang="0">
                  <a:pos x="22" y="34"/>
                </a:cxn>
                <a:cxn ang="0">
                  <a:pos x="21" y="44"/>
                </a:cxn>
                <a:cxn ang="0">
                  <a:pos x="39" y="0"/>
                </a:cxn>
                <a:cxn ang="0">
                  <a:pos x="38" y="4"/>
                </a:cxn>
                <a:cxn ang="0">
                  <a:pos x="35" y="19"/>
                </a:cxn>
                <a:cxn ang="0">
                  <a:pos x="39" y="34"/>
                </a:cxn>
                <a:cxn ang="0">
                  <a:pos x="22" y="44"/>
                </a:cxn>
                <a:cxn ang="0">
                  <a:pos x="24" y="35"/>
                </a:cxn>
                <a:cxn ang="0">
                  <a:pos x="26" y="19"/>
                </a:cxn>
                <a:cxn ang="0">
                  <a:pos x="22" y="4"/>
                </a:cxn>
                <a:cxn ang="0">
                  <a:pos x="39" y="0"/>
                </a:cxn>
                <a:cxn ang="0">
                  <a:pos x="57" y="4"/>
                </a:cxn>
                <a:cxn ang="0">
                  <a:pos x="52" y="19"/>
                </a:cxn>
                <a:cxn ang="0">
                  <a:pos x="57" y="35"/>
                </a:cxn>
                <a:cxn ang="0">
                  <a:pos x="57" y="44"/>
                </a:cxn>
                <a:cxn ang="0">
                  <a:pos x="39" y="34"/>
                </a:cxn>
                <a:cxn ang="0">
                  <a:pos x="44" y="30"/>
                </a:cxn>
                <a:cxn ang="0">
                  <a:pos x="43" y="8"/>
                </a:cxn>
                <a:cxn ang="0">
                  <a:pos x="39" y="0"/>
                </a:cxn>
                <a:cxn ang="0">
                  <a:pos x="74" y="0"/>
                </a:cxn>
                <a:cxn ang="0">
                  <a:pos x="70" y="8"/>
                </a:cxn>
                <a:cxn ang="0">
                  <a:pos x="69" y="30"/>
                </a:cxn>
                <a:cxn ang="0">
                  <a:pos x="74" y="34"/>
                </a:cxn>
                <a:cxn ang="0">
                  <a:pos x="57" y="44"/>
                </a:cxn>
                <a:cxn ang="0">
                  <a:pos x="61" y="30"/>
                </a:cxn>
                <a:cxn ang="0">
                  <a:pos x="61" y="8"/>
                </a:cxn>
                <a:cxn ang="0">
                  <a:pos x="57" y="4"/>
                </a:cxn>
                <a:cxn ang="0">
                  <a:pos x="74" y="0"/>
                </a:cxn>
                <a:cxn ang="0">
                  <a:pos x="92" y="4"/>
                </a:cxn>
                <a:cxn ang="0">
                  <a:pos x="87" y="19"/>
                </a:cxn>
                <a:cxn ang="0">
                  <a:pos x="90" y="35"/>
                </a:cxn>
                <a:cxn ang="0">
                  <a:pos x="92" y="44"/>
                </a:cxn>
                <a:cxn ang="0">
                  <a:pos x="74" y="34"/>
                </a:cxn>
                <a:cxn ang="0">
                  <a:pos x="79" y="19"/>
                </a:cxn>
                <a:cxn ang="0">
                  <a:pos x="75" y="4"/>
                </a:cxn>
                <a:cxn ang="0">
                  <a:pos x="74" y="0"/>
                </a:cxn>
                <a:cxn ang="0">
                  <a:pos x="113" y="0"/>
                </a:cxn>
                <a:cxn ang="0">
                  <a:pos x="92" y="44"/>
                </a:cxn>
                <a:cxn ang="0">
                  <a:pos x="92" y="34"/>
                </a:cxn>
                <a:cxn ang="0">
                  <a:pos x="96" y="19"/>
                </a:cxn>
                <a:cxn ang="0">
                  <a:pos x="93" y="4"/>
                </a:cxn>
                <a:cxn ang="0">
                  <a:pos x="92" y="0"/>
                </a:cxn>
              </a:cxnLst>
              <a:rect l="0" t="0" r="r" b="b"/>
              <a:pathLst>
                <a:path w="113" h="44">
                  <a:moveTo>
                    <a:pt x="21" y="44"/>
                  </a:moveTo>
                  <a:cubicBezTo>
                    <a:pt x="11" y="44"/>
                    <a:pt x="7" y="39"/>
                    <a:pt x="6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1" y="4"/>
                    <a:pt x="21" y="4"/>
                    <a:pt x="20" y="4"/>
                  </a:cubicBezTo>
                  <a:cubicBezTo>
                    <a:pt x="17" y="4"/>
                    <a:pt x="15" y="6"/>
                    <a:pt x="16" y="8"/>
                  </a:cubicBezTo>
                  <a:cubicBezTo>
                    <a:pt x="16" y="12"/>
                    <a:pt x="17" y="16"/>
                    <a:pt x="17" y="19"/>
                  </a:cubicBezTo>
                  <a:cubicBezTo>
                    <a:pt x="18" y="23"/>
                    <a:pt x="18" y="27"/>
                    <a:pt x="19" y="30"/>
                  </a:cubicBezTo>
                  <a:cubicBezTo>
                    <a:pt x="19" y="32"/>
                    <a:pt x="20" y="33"/>
                    <a:pt x="22" y="34"/>
                  </a:cubicBezTo>
                  <a:cubicBezTo>
                    <a:pt x="22" y="44"/>
                    <a:pt x="22" y="44"/>
                    <a:pt x="22" y="44"/>
                  </a:cubicBezTo>
                  <a:lnTo>
                    <a:pt x="21" y="44"/>
                  </a:lnTo>
                  <a:close/>
                  <a:moveTo>
                    <a:pt x="22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8" y="4"/>
                  </a:cubicBezTo>
                  <a:cubicBezTo>
                    <a:pt x="36" y="4"/>
                    <a:pt x="34" y="6"/>
                    <a:pt x="34" y="8"/>
                  </a:cubicBezTo>
                  <a:cubicBezTo>
                    <a:pt x="34" y="12"/>
                    <a:pt x="34" y="16"/>
                    <a:pt x="35" y="19"/>
                  </a:cubicBezTo>
                  <a:cubicBezTo>
                    <a:pt x="35" y="23"/>
                    <a:pt x="35" y="27"/>
                    <a:pt x="35" y="30"/>
                  </a:cubicBezTo>
                  <a:cubicBezTo>
                    <a:pt x="36" y="32"/>
                    <a:pt x="37" y="34"/>
                    <a:pt x="39" y="3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4"/>
                    <a:pt x="23" y="35"/>
                    <a:pt x="24" y="35"/>
                  </a:cubicBezTo>
                  <a:cubicBezTo>
                    <a:pt x="26" y="35"/>
                    <a:pt x="28" y="33"/>
                    <a:pt x="28" y="30"/>
                  </a:cubicBezTo>
                  <a:cubicBezTo>
                    <a:pt x="27" y="27"/>
                    <a:pt x="27" y="23"/>
                    <a:pt x="26" y="19"/>
                  </a:cubicBezTo>
                  <a:cubicBezTo>
                    <a:pt x="26" y="16"/>
                    <a:pt x="26" y="12"/>
                    <a:pt x="25" y="8"/>
                  </a:cubicBezTo>
                  <a:cubicBezTo>
                    <a:pt x="25" y="6"/>
                    <a:pt x="24" y="5"/>
                    <a:pt x="22" y="4"/>
                  </a:cubicBezTo>
                  <a:lnTo>
                    <a:pt x="22" y="0"/>
                  </a:lnTo>
                  <a:close/>
                  <a:moveTo>
                    <a:pt x="39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4" y="4"/>
                    <a:pt x="52" y="6"/>
                    <a:pt x="52" y="8"/>
                  </a:cubicBezTo>
                  <a:cubicBezTo>
                    <a:pt x="52" y="12"/>
                    <a:pt x="52" y="16"/>
                    <a:pt x="52" y="19"/>
                  </a:cubicBezTo>
                  <a:cubicBezTo>
                    <a:pt x="52" y="23"/>
                    <a:pt x="52" y="27"/>
                    <a:pt x="52" y="30"/>
                  </a:cubicBezTo>
                  <a:cubicBezTo>
                    <a:pt x="52" y="33"/>
                    <a:pt x="54" y="35"/>
                    <a:pt x="57" y="35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35"/>
                    <a:pt x="40" y="35"/>
                    <a:pt x="40" y="35"/>
                  </a:cubicBezTo>
                  <a:cubicBezTo>
                    <a:pt x="43" y="35"/>
                    <a:pt x="44" y="33"/>
                    <a:pt x="44" y="30"/>
                  </a:cubicBezTo>
                  <a:cubicBezTo>
                    <a:pt x="44" y="27"/>
                    <a:pt x="44" y="23"/>
                    <a:pt x="44" y="19"/>
                  </a:cubicBezTo>
                  <a:cubicBezTo>
                    <a:pt x="44" y="16"/>
                    <a:pt x="43" y="12"/>
                    <a:pt x="43" y="8"/>
                  </a:cubicBezTo>
                  <a:cubicBezTo>
                    <a:pt x="43" y="6"/>
                    <a:pt x="41" y="4"/>
                    <a:pt x="39" y="4"/>
                  </a:cubicBezTo>
                  <a:lnTo>
                    <a:pt x="39" y="0"/>
                  </a:lnTo>
                  <a:close/>
                  <a:moveTo>
                    <a:pt x="57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2" y="4"/>
                    <a:pt x="70" y="6"/>
                    <a:pt x="70" y="8"/>
                  </a:cubicBezTo>
                  <a:cubicBezTo>
                    <a:pt x="70" y="12"/>
                    <a:pt x="70" y="16"/>
                    <a:pt x="70" y="19"/>
                  </a:cubicBezTo>
                  <a:cubicBezTo>
                    <a:pt x="69" y="23"/>
                    <a:pt x="69" y="27"/>
                    <a:pt x="69" y="30"/>
                  </a:cubicBezTo>
                  <a:cubicBezTo>
                    <a:pt x="69" y="33"/>
                    <a:pt x="71" y="35"/>
                    <a:pt x="73" y="35"/>
                  </a:cubicBezTo>
                  <a:cubicBezTo>
                    <a:pt x="74" y="35"/>
                    <a:pt x="74" y="35"/>
                    <a:pt x="74" y="3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57" y="44"/>
                    <a:pt x="57" y="44"/>
                    <a:pt x="57" y="44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9" y="35"/>
                    <a:pt x="61" y="33"/>
                    <a:pt x="61" y="30"/>
                  </a:cubicBezTo>
                  <a:cubicBezTo>
                    <a:pt x="61" y="27"/>
                    <a:pt x="61" y="23"/>
                    <a:pt x="61" y="19"/>
                  </a:cubicBezTo>
                  <a:cubicBezTo>
                    <a:pt x="61" y="16"/>
                    <a:pt x="61" y="12"/>
                    <a:pt x="61" y="8"/>
                  </a:cubicBezTo>
                  <a:cubicBezTo>
                    <a:pt x="61" y="6"/>
                    <a:pt x="59" y="4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lnTo>
                    <a:pt x="57" y="0"/>
                  </a:lnTo>
                  <a:close/>
                  <a:moveTo>
                    <a:pt x="74" y="0"/>
                  </a:moveTo>
                  <a:cubicBezTo>
                    <a:pt x="92" y="0"/>
                    <a:pt x="92" y="0"/>
                    <a:pt x="92" y="0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0" y="5"/>
                    <a:pt x="88" y="6"/>
                    <a:pt x="88" y="8"/>
                  </a:cubicBezTo>
                  <a:cubicBezTo>
                    <a:pt x="88" y="12"/>
                    <a:pt x="87" y="16"/>
                    <a:pt x="87" y="19"/>
                  </a:cubicBezTo>
                  <a:cubicBezTo>
                    <a:pt x="87" y="23"/>
                    <a:pt x="86" y="27"/>
                    <a:pt x="86" y="30"/>
                  </a:cubicBezTo>
                  <a:cubicBezTo>
                    <a:pt x="86" y="33"/>
                    <a:pt x="87" y="35"/>
                    <a:pt x="90" y="35"/>
                  </a:cubicBezTo>
                  <a:cubicBezTo>
                    <a:pt x="90" y="35"/>
                    <a:pt x="91" y="34"/>
                    <a:pt x="92" y="3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76" y="34"/>
                    <a:pt x="78" y="32"/>
                    <a:pt x="78" y="30"/>
                  </a:cubicBezTo>
                  <a:cubicBezTo>
                    <a:pt x="78" y="27"/>
                    <a:pt x="78" y="23"/>
                    <a:pt x="79" y="19"/>
                  </a:cubicBezTo>
                  <a:cubicBezTo>
                    <a:pt x="79" y="16"/>
                    <a:pt x="79" y="12"/>
                    <a:pt x="80" y="8"/>
                  </a:cubicBezTo>
                  <a:cubicBezTo>
                    <a:pt x="80" y="6"/>
                    <a:pt x="78" y="4"/>
                    <a:pt x="75" y="4"/>
                  </a:cubicBezTo>
                  <a:cubicBezTo>
                    <a:pt x="75" y="4"/>
                    <a:pt x="75" y="4"/>
                    <a:pt x="74" y="4"/>
                  </a:cubicBezTo>
                  <a:lnTo>
                    <a:pt x="74" y="0"/>
                  </a:lnTo>
                  <a:close/>
                  <a:moveTo>
                    <a:pt x="92" y="0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9"/>
                    <a:pt x="103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3" y="33"/>
                    <a:pt x="94" y="32"/>
                    <a:pt x="95" y="30"/>
                  </a:cubicBezTo>
                  <a:cubicBezTo>
                    <a:pt x="95" y="27"/>
                    <a:pt x="96" y="23"/>
                    <a:pt x="96" y="19"/>
                  </a:cubicBezTo>
                  <a:cubicBezTo>
                    <a:pt x="97" y="16"/>
                    <a:pt x="97" y="12"/>
                    <a:pt x="98" y="8"/>
                  </a:cubicBezTo>
                  <a:cubicBezTo>
                    <a:pt x="98" y="6"/>
                    <a:pt x="96" y="4"/>
                    <a:pt x="93" y="4"/>
                  </a:cubicBezTo>
                  <a:cubicBezTo>
                    <a:pt x="93" y="4"/>
                    <a:pt x="92" y="4"/>
                    <a:pt x="92" y="4"/>
                  </a:cubicBezTo>
                  <a:lnTo>
                    <a:pt x="92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7" name="Freeform 141"/>
            <p:cNvSpPr>
              <a:spLocks noEditPoints="1"/>
            </p:cNvSpPr>
            <p:nvPr/>
          </p:nvSpPr>
          <p:spPr bwMode="auto">
            <a:xfrm>
              <a:off x="1209675" y="1171575"/>
              <a:ext cx="306388" cy="30163"/>
            </a:xfrm>
            <a:custGeom>
              <a:avLst/>
              <a:gdLst/>
              <a:ahLst/>
              <a:cxnLst>
                <a:cxn ang="0">
                  <a:pos x="13" y="14"/>
                </a:cxn>
                <a:cxn ang="0">
                  <a:pos x="17" y="14"/>
                </a:cxn>
                <a:cxn ang="0">
                  <a:pos x="17" y="13"/>
                </a:cxn>
                <a:cxn ang="0">
                  <a:pos x="11" y="7"/>
                </a:cxn>
                <a:cxn ang="0">
                  <a:pos x="17" y="1"/>
                </a:cxn>
                <a:cxn ang="0">
                  <a:pos x="17" y="0"/>
                </a:cxn>
                <a:cxn ang="0">
                  <a:pos x="13" y="0"/>
                </a:cxn>
                <a:cxn ang="0">
                  <a:pos x="13" y="14"/>
                </a:cxn>
                <a:cxn ang="0">
                  <a:pos x="17" y="14"/>
                </a:cxn>
                <a:cxn ang="0">
                  <a:pos x="122" y="14"/>
                </a:cxn>
                <a:cxn ang="0">
                  <a:pos x="122" y="13"/>
                </a:cxn>
                <a:cxn ang="0">
                  <a:pos x="116" y="7"/>
                </a:cxn>
                <a:cxn ang="0">
                  <a:pos x="122" y="1"/>
                </a:cxn>
                <a:cxn ang="0">
                  <a:pos x="122" y="0"/>
                </a:cxn>
                <a:cxn ang="0">
                  <a:pos x="17" y="0"/>
                </a:cxn>
                <a:cxn ang="0">
                  <a:pos x="17" y="1"/>
                </a:cxn>
                <a:cxn ang="0">
                  <a:pos x="23" y="7"/>
                </a:cxn>
                <a:cxn ang="0">
                  <a:pos x="17" y="13"/>
                </a:cxn>
                <a:cxn ang="0">
                  <a:pos x="17" y="14"/>
                </a:cxn>
                <a:cxn ang="0">
                  <a:pos x="122" y="14"/>
                </a:cxn>
                <a:cxn ang="0">
                  <a:pos x="127" y="14"/>
                </a:cxn>
                <a:cxn ang="0">
                  <a:pos x="127" y="0"/>
                </a:cxn>
                <a:cxn ang="0">
                  <a:pos x="122" y="0"/>
                </a:cxn>
                <a:cxn ang="0">
                  <a:pos x="122" y="1"/>
                </a:cxn>
                <a:cxn ang="0">
                  <a:pos x="128" y="7"/>
                </a:cxn>
                <a:cxn ang="0">
                  <a:pos x="122" y="13"/>
                </a:cxn>
                <a:cxn ang="0">
                  <a:pos x="122" y="14"/>
                </a:cxn>
              </a:cxnLst>
              <a:rect l="0" t="0" r="r" b="b"/>
              <a:pathLst>
                <a:path w="140" h="14">
                  <a:moveTo>
                    <a:pt x="13" y="14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4" y="13"/>
                    <a:pt x="11" y="10"/>
                    <a:pt x="11" y="7"/>
                  </a:cubicBezTo>
                  <a:cubicBezTo>
                    <a:pt x="11" y="4"/>
                    <a:pt x="14" y="1"/>
                    <a:pt x="17" y="1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14"/>
                    <a:pt x="13" y="14"/>
                  </a:cubicBezTo>
                  <a:moveTo>
                    <a:pt x="17" y="14"/>
                  </a:moveTo>
                  <a:cubicBezTo>
                    <a:pt x="122" y="14"/>
                    <a:pt x="122" y="14"/>
                    <a:pt x="122" y="14"/>
                  </a:cubicBezTo>
                  <a:cubicBezTo>
                    <a:pt x="122" y="13"/>
                    <a:pt x="122" y="13"/>
                    <a:pt x="122" y="13"/>
                  </a:cubicBezTo>
                  <a:cubicBezTo>
                    <a:pt x="119" y="13"/>
                    <a:pt x="116" y="10"/>
                    <a:pt x="116" y="7"/>
                  </a:cubicBezTo>
                  <a:cubicBezTo>
                    <a:pt x="116" y="4"/>
                    <a:pt x="119" y="1"/>
                    <a:pt x="122" y="1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87" y="0"/>
                    <a:pt x="52" y="0"/>
                    <a:pt x="17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1" y="1"/>
                    <a:pt x="23" y="4"/>
                    <a:pt x="23" y="7"/>
                  </a:cubicBezTo>
                  <a:cubicBezTo>
                    <a:pt x="23" y="10"/>
                    <a:pt x="21" y="13"/>
                    <a:pt x="17" y="13"/>
                  </a:cubicBezTo>
                  <a:lnTo>
                    <a:pt x="17" y="14"/>
                  </a:lnTo>
                  <a:close/>
                  <a:moveTo>
                    <a:pt x="122" y="14"/>
                  </a:moveTo>
                  <a:cubicBezTo>
                    <a:pt x="127" y="14"/>
                    <a:pt x="127" y="14"/>
                    <a:pt x="127" y="14"/>
                  </a:cubicBezTo>
                  <a:cubicBezTo>
                    <a:pt x="140" y="14"/>
                    <a:pt x="140" y="0"/>
                    <a:pt x="127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6" y="1"/>
                    <a:pt x="128" y="4"/>
                    <a:pt x="128" y="7"/>
                  </a:cubicBezTo>
                  <a:cubicBezTo>
                    <a:pt x="128" y="10"/>
                    <a:pt x="126" y="13"/>
                    <a:pt x="122" y="13"/>
                  </a:cubicBezTo>
                  <a:lnTo>
                    <a:pt x="122" y="1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8" name="Freeform 142"/>
            <p:cNvSpPr/>
            <p:nvPr/>
          </p:nvSpPr>
          <p:spPr bwMode="auto">
            <a:xfrm>
              <a:off x="1382713" y="1079500"/>
              <a:ext cx="103188" cy="112713"/>
            </a:xfrm>
            <a:custGeom>
              <a:avLst/>
              <a:gdLst/>
              <a:ahLst/>
              <a:cxnLst>
                <a:cxn ang="0">
                  <a:pos x="46" y="47"/>
                </a:cxn>
                <a:cxn ang="0">
                  <a:pos x="4" y="1"/>
                </a:cxn>
                <a:cxn ang="0">
                  <a:pos x="1" y="1"/>
                </a:cxn>
                <a:cxn ang="0">
                  <a:pos x="1" y="5"/>
                </a:cxn>
                <a:cxn ang="0">
                  <a:pos x="42" y="51"/>
                </a:cxn>
                <a:cxn ang="0">
                  <a:pos x="46" y="51"/>
                </a:cxn>
                <a:cxn ang="0">
                  <a:pos x="46" y="47"/>
                </a:cxn>
              </a:cxnLst>
              <a:rect l="0" t="0" r="r" b="b"/>
              <a:pathLst>
                <a:path w="47" h="52">
                  <a:moveTo>
                    <a:pt x="46" y="47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3" y="52"/>
                    <a:pt x="44" y="52"/>
                    <a:pt x="46" y="51"/>
                  </a:cubicBezTo>
                  <a:cubicBezTo>
                    <a:pt x="47" y="50"/>
                    <a:pt x="47" y="49"/>
                    <a:pt x="46" y="4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59" name="Freeform 143"/>
            <p:cNvSpPr>
              <a:spLocks noEditPoints="1"/>
            </p:cNvSpPr>
            <p:nvPr/>
          </p:nvSpPr>
          <p:spPr bwMode="auto">
            <a:xfrm>
              <a:off x="1241425" y="1212850"/>
              <a:ext cx="244475" cy="95250"/>
            </a:xfrm>
            <a:custGeom>
              <a:avLst/>
              <a:gdLst/>
              <a:ahLst/>
              <a:cxnLst>
                <a:cxn ang="0">
                  <a:pos x="5" y="32"/>
                </a:cxn>
                <a:cxn ang="0">
                  <a:pos x="21" y="0"/>
                </a:cxn>
                <a:cxn ang="0">
                  <a:pos x="19" y="4"/>
                </a:cxn>
                <a:cxn ang="0">
                  <a:pos x="16" y="19"/>
                </a:cxn>
                <a:cxn ang="0">
                  <a:pos x="21" y="34"/>
                </a:cxn>
                <a:cxn ang="0">
                  <a:pos x="20" y="44"/>
                </a:cxn>
                <a:cxn ang="0">
                  <a:pos x="38" y="0"/>
                </a:cxn>
                <a:cxn ang="0">
                  <a:pos x="38" y="4"/>
                </a:cxn>
                <a:cxn ang="0">
                  <a:pos x="34" y="19"/>
                </a:cxn>
                <a:cxn ang="0">
                  <a:pos x="38" y="34"/>
                </a:cxn>
                <a:cxn ang="0">
                  <a:pos x="21" y="44"/>
                </a:cxn>
                <a:cxn ang="0">
                  <a:pos x="23" y="34"/>
                </a:cxn>
                <a:cxn ang="0">
                  <a:pos x="26" y="19"/>
                </a:cxn>
                <a:cxn ang="0">
                  <a:pos x="21" y="4"/>
                </a:cxn>
                <a:cxn ang="0">
                  <a:pos x="38" y="0"/>
                </a:cxn>
                <a:cxn ang="0">
                  <a:pos x="56" y="4"/>
                </a:cxn>
                <a:cxn ang="0">
                  <a:pos x="51" y="19"/>
                </a:cxn>
                <a:cxn ang="0">
                  <a:pos x="56" y="34"/>
                </a:cxn>
                <a:cxn ang="0">
                  <a:pos x="56" y="44"/>
                </a:cxn>
                <a:cxn ang="0">
                  <a:pos x="38" y="34"/>
                </a:cxn>
                <a:cxn ang="0">
                  <a:pos x="44" y="30"/>
                </a:cxn>
                <a:cxn ang="0">
                  <a:pos x="43" y="8"/>
                </a:cxn>
                <a:cxn ang="0">
                  <a:pos x="38" y="0"/>
                </a:cxn>
                <a:cxn ang="0">
                  <a:pos x="73" y="0"/>
                </a:cxn>
                <a:cxn ang="0">
                  <a:pos x="69" y="8"/>
                </a:cxn>
                <a:cxn ang="0">
                  <a:pos x="68" y="30"/>
                </a:cxn>
                <a:cxn ang="0">
                  <a:pos x="73" y="34"/>
                </a:cxn>
                <a:cxn ang="0">
                  <a:pos x="56" y="44"/>
                </a:cxn>
                <a:cxn ang="0">
                  <a:pos x="60" y="30"/>
                </a:cxn>
                <a:cxn ang="0">
                  <a:pos x="61" y="8"/>
                </a:cxn>
                <a:cxn ang="0">
                  <a:pos x="56" y="4"/>
                </a:cxn>
                <a:cxn ang="0">
                  <a:pos x="73" y="0"/>
                </a:cxn>
                <a:cxn ang="0">
                  <a:pos x="91" y="4"/>
                </a:cxn>
                <a:cxn ang="0">
                  <a:pos x="86" y="19"/>
                </a:cxn>
                <a:cxn ang="0">
                  <a:pos x="89" y="34"/>
                </a:cxn>
                <a:cxn ang="0">
                  <a:pos x="91" y="44"/>
                </a:cxn>
                <a:cxn ang="0">
                  <a:pos x="73" y="34"/>
                </a:cxn>
                <a:cxn ang="0">
                  <a:pos x="78" y="19"/>
                </a:cxn>
                <a:cxn ang="0">
                  <a:pos x="74" y="4"/>
                </a:cxn>
                <a:cxn ang="0">
                  <a:pos x="73" y="0"/>
                </a:cxn>
                <a:cxn ang="0">
                  <a:pos x="112" y="0"/>
                </a:cxn>
                <a:cxn ang="0">
                  <a:pos x="91" y="44"/>
                </a:cxn>
                <a:cxn ang="0">
                  <a:pos x="91" y="34"/>
                </a:cxn>
                <a:cxn ang="0">
                  <a:pos x="95" y="19"/>
                </a:cxn>
                <a:cxn ang="0">
                  <a:pos x="93" y="4"/>
                </a:cxn>
                <a:cxn ang="0">
                  <a:pos x="91" y="0"/>
                </a:cxn>
              </a:cxnLst>
              <a:rect l="0" t="0" r="r" b="b"/>
              <a:pathLst>
                <a:path w="112" h="44">
                  <a:moveTo>
                    <a:pt x="20" y="44"/>
                  </a:moveTo>
                  <a:cubicBezTo>
                    <a:pt x="10" y="44"/>
                    <a:pt x="6" y="38"/>
                    <a:pt x="5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20" y="4"/>
                    <a:pt x="19" y="4"/>
                  </a:cubicBezTo>
                  <a:cubicBezTo>
                    <a:pt x="16" y="4"/>
                    <a:pt x="15" y="6"/>
                    <a:pt x="15" y="8"/>
                  </a:cubicBezTo>
                  <a:cubicBezTo>
                    <a:pt x="15" y="12"/>
                    <a:pt x="16" y="15"/>
                    <a:pt x="16" y="19"/>
                  </a:cubicBezTo>
                  <a:cubicBezTo>
                    <a:pt x="17" y="23"/>
                    <a:pt x="17" y="26"/>
                    <a:pt x="18" y="30"/>
                  </a:cubicBezTo>
                  <a:cubicBezTo>
                    <a:pt x="18" y="32"/>
                    <a:pt x="19" y="33"/>
                    <a:pt x="21" y="3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0" y="44"/>
                  </a:lnTo>
                  <a:close/>
                  <a:moveTo>
                    <a:pt x="21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5" y="4"/>
                    <a:pt x="33" y="6"/>
                    <a:pt x="33" y="8"/>
                  </a:cubicBezTo>
                  <a:cubicBezTo>
                    <a:pt x="33" y="12"/>
                    <a:pt x="34" y="15"/>
                    <a:pt x="34" y="19"/>
                  </a:cubicBezTo>
                  <a:cubicBezTo>
                    <a:pt x="34" y="23"/>
                    <a:pt x="34" y="26"/>
                    <a:pt x="35" y="30"/>
                  </a:cubicBezTo>
                  <a:cubicBezTo>
                    <a:pt x="35" y="32"/>
                    <a:pt x="36" y="34"/>
                    <a:pt x="38" y="3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2" y="34"/>
                    <a:pt x="23" y="34"/>
                  </a:cubicBezTo>
                  <a:cubicBezTo>
                    <a:pt x="25" y="34"/>
                    <a:pt x="27" y="32"/>
                    <a:pt x="27" y="30"/>
                  </a:cubicBezTo>
                  <a:cubicBezTo>
                    <a:pt x="26" y="26"/>
                    <a:pt x="26" y="23"/>
                    <a:pt x="26" y="19"/>
                  </a:cubicBezTo>
                  <a:cubicBezTo>
                    <a:pt x="25" y="15"/>
                    <a:pt x="25" y="12"/>
                    <a:pt x="24" y="8"/>
                  </a:cubicBezTo>
                  <a:cubicBezTo>
                    <a:pt x="24" y="6"/>
                    <a:pt x="23" y="5"/>
                    <a:pt x="21" y="4"/>
                  </a:cubicBezTo>
                  <a:lnTo>
                    <a:pt x="21" y="0"/>
                  </a:lnTo>
                  <a:close/>
                  <a:moveTo>
                    <a:pt x="38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3" y="4"/>
                    <a:pt x="51" y="6"/>
                    <a:pt x="51" y="8"/>
                  </a:cubicBezTo>
                  <a:cubicBezTo>
                    <a:pt x="51" y="12"/>
                    <a:pt x="51" y="15"/>
                    <a:pt x="51" y="19"/>
                  </a:cubicBezTo>
                  <a:cubicBezTo>
                    <a:pt x="51" y="23"/>
                    <a:pt x="51" y="26"/>
                    <a:pt x="51" y="30"/>
                  </a:cubicBezTo>
                  <a:cubicBezTo>
                    <a:pt x="51" y="32"/>
                    <a:pt x="53" y="34"/>
                    <a:pt x="56" y="3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2" y="34"/>
                    <a:pt x="44" y="32"/>
                    <a:pt x="44" y="30"/>
                  </a:cubicBezTo>
                  <a:cubicBezTo>
                    <a:pt x="43" y="26"/>
                    <a:pt x="43" y="23"/>
                    <a:pt x="43" y="19"/>
                  </a:cubicBezTo>
                  <a:cubicBezTo>
                    <a:pt x="43" y="15"/>
                    <a:pt x="43" y="12"/>
                    <a:pt x="43" y="8"/>
                  </a:cubicBezTo>
                  <a:cubicBezTo>
                    <a:pt x="42" y="6"/>
                    <a:pt x="41" y="4"/>
                    <a:pt x="38" y="4"/>
                  </a:cubicBezTo>
                  <a:lnTo>
                    <a:pt x="38" y="0"/>
                  </a:lnTo>
                  <a:close/>
                  <a:moveTo>
                    <a:pt x="56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1" y="4"/>
                    <a:pt x="69" y="6"/>
                    <a:pt x="69" y="8"/>
                  </a:cubicBezTo>
                  <a:cubicBezTo>
                    <a:pt x="69" y="12"/>
                    <a:pt x="69" y="15"/>
                    <a:pt x="69" y="19"/>
                  </a:cubicBezTo>
                  <a:cubicBezTo>
                    <a:pt x="69" y="23"/>
                    <a:pt x="68" y="26"/>
                    <a:pt x="68" y="30"/>
                  </a:cubicBezTo>
                  <a:cubicBezTo>
                    <a:pt x="68" y="32"/>
                    <a:pt x="70" y="34"/>
                    <a:pt x="72" y="3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8" y="34"/>
                    <a:pt x="60" y="32"/>
                    <a:pt x="60" y="30"/>
                  </a:cubicBezTo>
                  <a:cubicBezTo>
                    <a:pt x="60" y="26"/>
                    <a:pt x="60" y="23"/>
                    <a:pt x="60" y="19"/>
                  </a:cubicBezTo>
                  <a:cubicBezTo>
                    <a:pt x="61" y="15"/>
                    <a:pt x="61" y="12"/>
                    <a:pt x="61" y="8"/>
                  </a:cubicBezTo>
                  <a:cubicBezTo>
                    <a:pt x="61" y="6"/>
                    <a:pt x="59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lnTo>
                    <a:pt x="56" y="0"/>
                  </a:lnTo>
                  <a:close/>
                  <a:moveTo>
                    <a:pt x="73" y="0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9" y="5"/>
                    <a:pt x="87" y="6"/>
                    <a:pt x="87" y="8"/>
                  </a:cubicBezTo>
                  <a:cubicBezTo>
                    <a:pt x="87" y="12"/>
                    <a:pt x="87" y="15"/>
                    <a:pt x="86" y="19"/>
                  </a:cubicBezTo>
                  <a:cubicBezTo>
                    <a:pt x="86" y="23"/>
                    <a:pt x="85" y="26"/>
                    <a:pt x="85" y="30"/>
                  </a:cubicBezTo>
                  <a:cubicBezTo>
                    <a:pt x="85" y="32"/>
                    <a:pt x="86" y="34"/>
                    <a:pt x="89" y="34"/>
                  </a:cubicBezTo>
                  <a:cubicBezTo>
                    <a:pt x="90" y="34"/>
                    <a:pt x="90" y="34"/>
                    <a:pt x="91" y="3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5" y="34"/>
                    <a:pt x="77" y="32"/>
                    <a:pt x="77" y="30"/>
                  </a:cubicBezTo>
                  <a:cubicBezTo>
                    <a:pt x="77" y="26"/>
                    <a:pt x="78" y="23"/>
                    <a:pt x="78" y="19"/>
                  </a:cubicBezTo>
                  <a:cubicBezTo>
                    <a:pt x="78" y="15"/>
                    <a:pt x="78" y="12"/>
                    <a:pt x="79" y="8"/>
                  </a:cubicBezTo>
                  <a:cubicBezTo>
                    <a:pt x="79" y="6"/>
                    <a:pt x="77" y="4"/>
                    <a:pt x="74" y="4"/>
                  </a:cubicBezTo>
                  <a:cubicBezTo>
                    <a:pt x="74" y="4"/>
                    <a:pt x="74" y="4"/>
                    <a:pt x="73" y="4"/>
                  </a:cubicBezTo>
                  <a:lnTo>
                    <a:pt x="73" y="0"/>
                  </a:lnTo>
                  <a:close/>
                  <a:moveTo>
                    <a:pt x="91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5" y="38"/>
                    <a:pt x="102" y="44"/>
                    <a:pt x="91" y="4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91" y="34"/>
                    <a:pt x="91" y="34"/>
                    <a:pt x="91" y="34"/>
                  </a:cubicBezTo>
                  <a:cubicBezTo>
                    <a:pt x="92" y="33"/>
                    <a:pt x="94" y="32"/>
                    <a:pt x="94" y="30"/>
                  </a:cubicBezTo>
                  <a:cubicBezTo>
                    <a:pt x="94" y="26"/>
                    <a:pt x="95" y="23"/>
                    <a:pt x="95" y="19"/>
                  </a:cubicBezTo>
                  <a:cubicBezTo>
                    <a:pt x="96" y="15"/>
                    <a:pt x="96" y="12"/>
                    <a:pt x="97" y="8"/>
                  </a:cubicBezTo>
                  <a:cubicBezTo>
                    <a:pt x="97" y="6"/>
                    <a:pt x="95" y="4"/>
                    <a:pt x="93" y="4"/>
                  </a:cubicBezTo>
                  <a:cubicBezTo>
                    <a:pt x="92" y="4"/>
                    <a:pt x="91" y="4"/>
                    <a:pt x="91" y="4"/>
                  </a:cubicBezTo>
                  <a:lnTo>
                    <a:pt x="91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0" name="Rectangle 144"/>
            <p:cNvSpPr>
              <a:spLocks noChangeArrowheads="1"/>
            </p:cNvSpPr>
            <p:nvPr/>
          </p:nvSpPr>
          <p:spPr bwMode="auto">
            <a:xfrm>
              <a:off x="2341563" y="1485900"/>
              <a:ext cx="288925" cy="3492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1" name="Freeform 145"/>
            <p:cNvSpPr>
              <a:spLocks noEditPoints="1"/>
            </p:cNvSpPr>
            <p:nvPr/>
          </p:nvSpPr>
          <p:spPr bwMode="auto">
            <a:xfrm>
              <a:off x="2341563" y="1555750"/>
              <a:ext cx="288925" cy="115888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154" y="73"/>
                </a:cxn>
                <a:cxn ang="0">
                  <a:pos x="154" y="62"/>
                </a:cxn>
                <a:cxn ang="0">
                  <a:pos x="154" y="62"/>
                </a:cxn>
                <a:cxn ang="0">
                  <a:pos x="140" y="50"/>
                </a:cxn>
                <a:cxn ang="0">
                  <a:pos x="154" y="36"/>
                </a:cxn>
                <a:cxn ang="0">
                  <a:pos x="154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54" y="73"/>
                </a:cxn>
                <a:cxn ang="0">
                  <a:pos x="182" y="73"/>
                </a:cxn>
                <a:cxn ang="0">
                  <a:pos x="182" y="0"/>
                </a:cxn>
                <a:cxn ang="0">
                  <a:pos x="154" y="0"/>
                </a:cxn>
                <a:cxn ang="0">
                  <a:pos x="154" y="36"/>
                </a:cxn>
                <a:cxn ang="0">
                  <a:pos x="168" y="50"/>
                </a:cxn>
                <a:cxn ang="0">
                  <a:pos x="154" y="62"/>
                </a:cxn>
                <a:cxn ang="0">
                  <a:pos x="154" y="73"/>
                </a:cxn>
              </a:cxnLst>
              <a:rect l="0" t="0" r="r" b="b"/>
              <a:pathLst>
                <a:path w="182" h="73">
                  <a:moveTo>
                    <a:pt x="0" y="73"/>
                  </a:moveTo>
                  <a:lnTo>
                    <a:pt x="154" y="73"/>
                  </a:lnTo>
                  <a:lnTo>
                    <a:pt x="154" y="62"/>
                  </a:lnTo>
                  <a:lnTo>
                    <a:pt x="154" y="62"/>
                  </a:lnTo>
                  <a:lnTo>
                    <a:pt x="140" y="50"/>
                  </a:lnTo>
                  <a:lnTo>
                    <a:pt x="154" y="36"/>
                  </a:lnTo>
                  <a:lnTo>
                    <a:pt x="154" y="0"/>
                  </a:lnTo>
                  <a:lnTo>
                    <a:pt x="0" y="0"/>
                  </a:lnTo>
                  <a:lnTo>
                    <a:pt x="0" y="73"/>
                  </a:lnTo>
                  <a:close/>
                  <a:moveTo>
                    <a:pt x="154" y="73"/>
                  </a:moveTo>
                  <a:lnTo>
                    <a:pt x="182" y="73"/>
                  </a:lnTo>
                  <a:lnTo>
                    <a:pt x="182" y="0"/>
                  </a:lnTo>
                  <a:lnTo>
                    <a:pt x="154" y="0"/>
                  </a:lnTo>
                  <a:lnTo>
                    <a:pt x="154" y="36"/>
                  </a:lnTo>
                  <a:lnTo>
                    <a:pt x="168" y="50"/>
                  </a:lnTo>
                  <a:lnTo>
                    <a:pt x="154" y="62"/>
                  </a:lnTo>
                  <a:lnTo>
                    <a:pt x="154" y="7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2" name="Freeform 146"/>
            <p:cNvSpPr/>
            <p:nvPr/>
          </p:nvSpPr>
          <p:spPr bwMode="auto">
            <a:xfrm>
              <a:off x="1417639" y="1600199"/>
              <a:ext cx="223548" cy="212576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18" y="51"/>
                </a:cxn>
                <a:cxn ang="0">
                  <a:pos x="93" y="92"/>
                </a:cxn>
                <a:cxn ang="0">
                  <a:pos x="102" y="113"/>
                </a:cxn>
                <a:cxn ang="0">
                  <a:pos x="81" y="98"/>
                </a:cxn>
                <a:cxn ang="0">
                  <a:pos x="59" y="10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59" y="0"/>
                  </a:moveTo>
                  <a:cubicBezTo>
                    <a:pt x="91" y="0"/>
                    <a:pt x="118" y="23"/>
                    <a:pt x="118" y="51"/>
                  </a:cubicBezTo>
                  <a:cubicBezTo>
                    <a:pt x="118" y="68"/>
                    <a:pt x="108" y="83"/>
                    <a:pt x="93" y="92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74" y="101"/>
                    <a:pt x="67" y="102"/>
                    <a:pt x="59" y="102"/>
                  </a:cubicBezTo>
                  <a:cubicBezTo>
                    <a:pt x="26" y="102"/>
                    <a:pt x="0" y="79"/>
                    <a:pt x="0" y="51"/>
                  </a:cubicBezTo>
                  <a:cubicBezTo>
                    <a:pt x="0" y="23"/>
                    <a:pt x="26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3" name="Freeform 147"/>
            <p:cNvSpPr>
              <a:spLocks noEditPoints="1"/>
            </p:cNvSpPr>
            <p:nvPr/>
          </p:nvSpPr>
          <p:spPr bwMode="auto">
            <a:xfrm>
              <a:off x="1308100" y="1365250"/>
              <a:ext cx="258763" cy="247650"/>
            </a:xfrm>
            <a:custGeom>
              <a:avLst/>
              <a:gdLst/>
              <a:ahLst/>
              <a:cxnLst>
                <a:cxn ang="0">
                  <a:pos x="85" y="60"/>
                </a:cxn>
                <a:cxn ang="0">
                  <a:pos x="77" y="52"/>
                </a:cxn>
                <a:cxn ang="0">
                  <a:pos x="85" y="44"/>
                </a:cxn>
                <a:cxn ang="0">
                  <a:pos x="93" y="52"/>
                </a:cxn>
                <a:cxn ang="0">
                  <a:pos x="85" y="60"/>
                </a:cxn>
                <a:cxn ang="0">
                  <a:pos x="59" y="60"/>
                </a:cxn>
                <a:cxn ang="0">
                  <a:pos x="51" y="52"/>
                </a:cxn>
                <a:cxn ang="0">
                  <a:pos x="59" y="44"/>
                </a:cxn>
                <a:cxn ang="0">
                  <a:pos x="67" y="52"/>
                </a:cxn>
                <a:cxn ang="0">
                  <a:pos x="59" y="60"/>
                </a:cxn>
                <a:cxn ang="0">
                  <a:pos x="33" y="60"/>
                </a:cxn>
                <a:cxn ang="0">
                  <a:pos x="25" y="52"/>
                </a:cxn>
                <a:cxn ang="0">
                  <a:pos x="33" y="44"/>
                </a:cxn>
                <a:cxn ang="0">
                  <a:pos x="41" y="52"/>
                </a:cxn>
                <a:cxn ang="0">
                  <a:pos x="33" y="60"/>
                </a:cxn>
                <a:cxn ang="0">
                  <a:pos x="59" y="0"/>
                </a:cxn>
                <a:cxn ang="0">
                  <a:pos x="0" y="51"/>
                </a:cxn>
                <a:cxn ang="0">
                  <a:pos x="24" y="92"/>
                </a:cxn>
                <a:cxn ang="0">
                  <a:pos x="16" y="113"/>
                </a:cxn>
                <a:cxn ang="0">
                  <a:pos x="36" y="98"/>
                </a:cxn>
                <a:cxn ang="0">
                  <a:pos x="59" y="102"/>
                </a:cxn>
                <a:cxn ang="0">
                  <a:pos x="118" y="51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85" y="60"/>
                  </a:moveTo>
                  <a:cubicBezTo>
                    <a:pt x="81" y="60"/>
                    <a:pt x="77" y="56"/>
                    <a:pt x="77" y="52"/>
                  </a:cubicBezTo>
                  <a:cubicBezTo>
                    <a:pt x="77" y="48"/>
                    <a:pt x="81" y="44"/>
                    <a:pt x="85" y="44"/>
                  </a:cubicBezTo>
                  <a:cubicBezTo>
                    <a:pt x="89" y="44"/>
                    <a:pt x="93" y="48"/>
                    <a:pt x="93" y="52"/>
                  </a:cubicBezTo>
                  <a:cubicBezTo>
                    <a:pt x="93" y="56"/>
                    <a:pt x="89" y="60"/>
                    <a:pt x="85" y="60"/>
                  </a:cubicBezTo>
                  <a:moveTo>
                    <a:pt x="59" y="60"/>
                  </a:moveTo>
                  <a:cubicBezTo>
                    <a:pt x="55" y="60"/>
                    <a:pt x="51" y="56"/>
                    <a:pt x="51" y="52"/>
                  </a:cubicBezTo>
                  <a:cubicBezTo>
                    <a:pt x="51" y="48"/>
                    <a:pt x="55" y="44"/>
                    <a:pt x="59" y="44"/>
                  </a:cubicBezTo>
                  <a:cubicBezTo>
                    <a:pt x="64" y="44"/>
                    <a:pt x="67" y="48"/>
                    <a:pt x="67" y="52"/>
                  </a:cubicBezTo>
                  <a:cubicBezTo>
                    <a:pt x="67" y="56"/>
                    <a:pt x="64" y="60"/>
                    <a:pt x="59" y="60"/>
                  </a:cubicBezTo>
                  <a:moveTo>
                    <a:pt x="33" y="60"/>
                  </a:moveTo>
                  <a:cubicBezTo>
                    <a:pt x="29" y="60"/>
                    <a:pt x="25" y="56"/>
                    <a:pt x="25" y="52"/>
                  </a:cubicBezTo>
                  <a:cubicBezTo>
                    <a:pt x="25" y="48"/>
                    <a:pt x="29" y="44"/>
                    <a:pt x="33" y="44"/>
                  </a:cubicBezTo>
                  <a:cubicBezTo>
                    <a:pt x="38" y="44"/>
                    <a:pt x="41" y="48"/>
                    <a:pt x="41" y="52"/>
                  </a:cubicBezTo>
                  <a:cubicBezTo>
                    <a:pt x="41" y="56"/>
                    <a:pt x="38" y="60"/>
                    <a:pt x="33" y="60"/>
                  </a:cubicBezTo>
                  <a:moveTo>
                    <a:pt x="59" y="0"/>
                  </a:moveTo>
                  <a:cubicBezTo>
                    <a:pt x="27" y="0"/>
                    <a:pt x="0" y="23"/>
                    <a:pt x="0" y="51"/>
                  </a:cubicBezTo>
                  <a:cubicBezTo>
                    <a:pt x="0" y="68"/>
                    <a:pt x="10" y="83"/>
                    <a:pt x="24" y="92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43" y="101"/>
                    <a:pt x="51" y="102"/>
                    <a:pt x="59" y="102"/>
                  </a:cubicBezTo>
                  <a:cubicBezTo>
                    <a:pt x="92" y="102"/>
                    <a:pt x="118" y="79"/>
                    <a:pt x="118" y="51"/>
                  </a:cubicBezTo>
                  <a:cubicBezTo>
                    <a:pt x="118" y="23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4" name="Freeform 148"/>
            <p:cNvSpPr/>
            <p:nvPr/>
          </p:nvSpPr>
          <p:spPr bwMode="auto">
            <a:xfrm>
              <a:off x="3396431" y="889865"/>
              <a:ext cx="215756" cy="207765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18" y="51"/>
                </a:cxn>
                <a:cxn ang="0">
                  <a:pos x="93" y="92"/>
                </a:cxn>
                <a:cxn ang="0">
                  <a:pos x="102" y="113"/>
                </a:cxn>
                <a:cxn ang="0">
                  <a:pos x="81" y="98"/>
                </a:cxn>
                <a:cxn ang="0">
                  <a:pos x="59" y="10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59" y="0"/>
                  </a:moveTo>
                  <a:cubicBezTo>
                    <a:pt x="91" y="0"/>
                    <a:pt x="118" y="23"/>
                    <a:pt x="118" y="51"/>
                  </a:cubicBezTo>
                  <a:cubicBezTo>
                    <a:pt x="118" y="68"/>
                    <a:pt x="108" y="83"/>
                    <a:pt x="93" y="92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74" y="101"/>
                    <a:pt x="67" y="102"/>
                    <a:pt x="59" y="102"/>
                  </a:cubicBezTo>
                  <a:cubicBezTo>
                    <a:pt x="26" y="102"/>
                    <a:pt x="0" y="79"/>
                    <a:pt x="0" y="51"/>
                  </a:cubicBezTo>
                  <a:cubicBezTo>
                    <a:pt x="0" y="23"/>
                    <a:pt x="26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5" name="Freeform 149"/>
            <p:cNvSpPr>
              <a:spLocks noEditPoints="1"/>
            </p:cNvSpPr>
            <p:nvPr/>
          </p:nvSpPr>
          <p:spPr bwMode="auto">
            <a:xfrm>
              <a:off x="3216275" y="698500"/>
              <a:ext cx="257175" cy="247650"/>
            </a:xfrm>
            <a:custGeom>
              <a:avLst/>
              <a:gdLst/>
              <a:ahLst/>
              <a:cxnLst>
                <a:cxn ang="0">
                  <a:pos x="85" y="60"/>
                </a:cxn>
                <a:cxn ang="0">
                  <a:pos x="77" y="52"/>
                </a:cxn>
                <a:cxn ang="0">
                  <a:pos x="85" y="44"/>
                </a:cxn>
                <a:cxn ang="0">
                  <a:pos x="93" y="52"/>
                </a:cxn>
                <a:cxn ang="0">
                  <a:pos x="85" y="60"/>
                </a:cxn>
                <a:cxn ang="0">
                  <a:pos x="59" y="60"/>
                </a:cxn>
                <a:cxn ang="0">
                  <a:pos x="51" y="52"/>
                </a:cxn>
                <a:cxn ang="0">
                  <a:pos x="59" y="44"/>
                </a:cxn>
                <a:cxn ang="0">
                  <a:pos x="67" y="52"/>
                </a:cxn>
                <a:cxn ang="0">
                  <a:pos x="59" y="60"/>
                </a:cxn>
                <a:cxn ang="0">
                  <a:pos x="33" y="60"/>
                </a:cxn>
                <a:cxn ang="0">
                  <a:pos x="25" y="52"/>
                </a:cxn>
                <a:cxn ang="0">
                  <a:pos x="33" y="44"/>
                </a:cxn>
                <a:cxn ang="0">
                  <a:pos x="41" y="52"/>
                </a:cxn>
                <a:cxn ang="0">
                  <a:pos x="33" y="60"/>
                </a:cxn>
                <a:cxn ang="0">
                  <a:pos x="59" y="0"/>
                </a:cxn>
                <a:cxn ang="0">
                  <a:pos x="0" y="51"/>
                </a:cxn>
                <a:cxn ang="0">
                  <a:pos x="24" y="92"/>
                </a:cxn>
                <a:cxn ang="0">
                  <a:pos x="16" y="113"/>
                </a:cxn>
                <a:cxn ang="0">
                  <a:pos x="36" y="98"/>
                </a:cxn>
                <a:cxn ang="0">
                  <a:pos x="59" y="102"/>
                </a:cxn>
                <a:cxn ang="0">
                  <a:pos x="118" y="51"/>
                </a:cxn>
                <a:cxn ang="0">
                  <a:pos x="59" y="0"/>
                </a:cxn>
              </a:cxnLst>
              <a:rect l="0" t="0" r="r" b="b"/>
              <a:pathLst>
                <a:path w="118" h="113">
                  <a:moveTo>
                    <a:pt x="85" y="60"/>
                  </a:moveTo>
                  <a:cubicBezTo>
                    <a:pt x="80" y="60"/>
                    <a:pt x="77" y="56"/>
                    <a:pt x="77" y="52"/>
                  </a:cubicBezTo>
                  <a:cubicBezTo>
                    <a:pt x="77" y="48"/>
                    <a:pt x="80" y="44"/>
                    <a:pt x="85" y="44"/>
                  </a:cubicBezTo>
                  <a:cubicBezTo>
                    <a:pt x="89" y="44"/>
                    <a:pt x="93" y="48"/>
                    <a:pt x="93" y="52"/>
                  </a:cubicBezTo>
                  <a:cubicBezTo>
                    <a:pt x="93" y="56"/>
                    <a:pt x="89" y="60"/>
                    <a:pt x="85" y="60"/>
                  </a:cubicBezTo>
                  <a:moveTo>
                    <a:pt x="59" y="60"/>
                  </a:moveTo>
                  <a:cubicBezTo>
                    <a:pt x="55" y="60"/>
                    <a:pt x="51" y="56"/>
                    <a:pt x="51" y="52"/>
                  </a:cubicBezTo>
                  <a:cubicBezTo>
                    <a:pt x="51" y="48"/>
                    <a:pt x="55" y="44"/>
                    <a:pt x="59" y="44"/>
                  </a:cubicBezTo>
                  <a:cubicBezTo>
                    <a:pt x="63" y="44"/>
                    <a:pt x="67" y="48"/>
                    <a:pt x="67" y="52"/>
                  </a:cubicBezTo>
                  <a:cubicBezTo>
                    <a:pt x="67" y="56"/>
                    <a:pt x="63" y="60"/>
                    <a:pt x="59" y="60"/>
                  </a:cubicBezTo>
                  <a:moveTo>
                    <a:pt x="33" y="60"/>
                  </a:moveTo>
                  <a:cubicBezTo>
                    <a:pt x="29" y="60"/>
                    <a:pt x="25" y="56"/>
                    <a:pt x="25" y="52"/>
                  </a:cubicBezTo>
                  <a:cubicBezTo>
                    <a:pt x="25" y="48"/>
                    <a:pt x="29" y="44"/>
                    <a:pt x="33" y="44"/>
                  </a:cubicBezTo>
                  <a:cubicBezTo>
                    <a:pt x="38" y="44"/>
                    <a:pt x="41" y="48"/>
                    <a:pt x="41" y="52"/>
                  </a:cubicBezTo>
                  <a:cubicBezTo>
                    <a:pt x="41" y="56"/>
                    <a:pt x="38" y="60"/>
                    <a:pt x="33" y="60"/>
                  </a:cubicBezTo>
                  <a:moveTo>
                    <a:pt x="59" y="0"/>
                  </a:moveTo>
                  <a:cubicBezTo>
                    <a:pt x="27" y="0"/>
                    <a:pt x="0" y="23"/>
                    <a:pt x="0" y="51"/>
                  </a:cubicBezTo>
                  <a:cubicBezTo>
                    <a:pt x="0" y="68"/>
                    <a:pt x="10" y="83"/>
                    <a:pt x="24" y="92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43" y="100"/>
                    <a:pt x="51" y="102"/>
                    <a:pt x="59" y="102"/>
                  </a:cubicBezTo>
                  <a:cubicBezTo>
                    <a:pt x="92" y="102"/>
                    <a:pt x="118" y="79"/>
                    <a:pt x="118" y="51"/>
                  </a:cubicBezTo>
                  <a:cubicBezTo>
                    <a:pt x="118" y="23"/>
                    <a:pt x="92" y="0"/>
                    <a:pt x="59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6" name="Freeform 150"/>
            <p:cNvSpPr>
              <a:spLocks noEditPoints="1"/>
            </p:cNvSpPr>
            <p:nvPr/>
          </p:nvSpPr>
          <p:spPr bwMode="auto">
            <a:xfrm>
              <a:off x="1958975" y="776288"/>
              <a:ext cx="231775" cy="31750"/>
            </a:xfrm>
            <a:custGeom>
              <a:avLst/>
              <a:gdLst/>
              <a:ahLst/>
              <a:cxnLst>
                <a:cxn ang="0">
                  <a:pos x="11" y="14"/>
                </a:cxn>
                <a:cxn ang="0">
                  <a:pos x="14" y="14"/>
                </a:cxn>
                <a:cxn ang="0">
                  <a:pos x="14" y="13"/>
                </a:cxn>
                <a:cxn ang="0">
                  <a:pos x="9" y="8"/>
                </a:cxn>
                <a:cxn ang="0">
                  <a:pos x="13" y="4"/>
                </a:cxn>
                <a:cxn ang="0">
                  <a:pos x="13" y="3"/>
                </a:cxn>
                <a:cxn ang="0">
                  <a:pos x="10" y="3"/>
                </a:cxn>
                <a:cxn ang="0">
                  <a:pos x="11" y="14"/>
                </a:cxn>
                <a:cxn ang="0">
                  <a:pos x="14" y="14"/>
                </a:cxn>
                <a:cxn ang="0">
                  <a:pos x="93" y="11"/>
                </a:cxn>
                <a:cxn ang="0">
                  <a:pos x="93" y="10"/>
                </a:cxn>
                <a:cxn ang="0">
                  <a:pos x="88" y="6"/>
                </a:cxn>
                <a:cxn ang="0">
                  <a:pos x="92" y="1"/>
                </a:cxn>
                <a:cxn ang="0">
                  <a:pos x="92" y="0"/>
                </a:cxn>
                <a:cxn ang="0">
                  <a:pos x="13" y="3"/>
                </a:cxn>
                <a:cxn ang="0">
                  <a:pos x="13" y="4"/>
                </a:cxn>
                <a:cxn ang="0">
                  <a:pos x="18" y="8"/>
                </a:cxn>
                <a:cxn ang="0">
                  <a:pos x="14" y="13"/>
                </a:cxn>
                <a:cxn ang="0">
                  <a:pos x="14" y="14"/>
                </a:cxn>
                <a:cxn ang="0">
                  <a:pos x="93" y="11"/>
                </a:cxn>
                <a:cxn ang="0">
                  <a:pos x="96" y="11"/>
                </a:cxn>
                <a:cxn ang="0">
                  <a:pos x="96" y="0"/>
                </a:cxn>
                <a:cxn ang="0">
                  <a:pos x="92" y="0"/>
                </a:cxn>
                <a:cxn ang="0">
                  <a:pos x="92" y="1"/>
                </a:cxn>
                <a:cxn ang="0">
                  <a:pos x="97" y="5"/>
                </a:cxn>
                <a:cxn ang="0">
                  <a:pos x="93" y="10"/>
                </a:cxn>
                <a:cxn ang="0">
                  <a:pos x="93" y="11"/>
                </a:cxn>
              </a:cxnLst>
              <a:rect l="0" t="0" r="r" b="b"/>
              <a:pathLst>
                <a:path w="106" h="14"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1" y="13"/>
                    <a:pt x="9" y="11"/>
                    <a:pt x="9" y="8"/>
                  </a:cubicBezTo>
                  <a:cubicBezTo>
                    <a:pt x="9" y="6"/>
                    <a:pt x="11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0" y="3"/>
                    <a:pt x="1" y="14"/>
                    <a:pt x="11" y="14"/>
                  </a:cubicBezTo>
                  <a:moveTo>
                    <a:pt x="14" y="14"/>
                  </a:moveTo>
                  <a:cubicBezTo>
                    <a:pt x="93" y="11"/>
                    <a:pt x="93" y="11"/>
                    <a:pt x="93" y="11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0" y="10"/>
                    <a:pt x="88" y="8"/>
                    <a:pt x="88" y="6"/>
                  </a:cubicBezTo>
                  <a:cubicBezTo>
                    <a:pt x="88" y="3"/>
                    <a:pt x="90" y="1"/>
                    <a:pt x="92" y="1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66" y="1"/>
                    <a:pt x="40" y="2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6" y="3"/>
                    <a:pt x="18" y="5"/>
                    <a:pt x="18" y="8"/>
                  </a:cubicBezTo>
                  <a:cubicBezTo>
                    <a:pt x="18" y="10"/>
                    <a:pt x="16" y="13"/>
                    <a:pt x="14" y="13"/>
                  </a:cubicBezTo>
                  <a:lnTo>
                    <a:pt x="14" y="14"/>
                  </a:lnTo>
                  <a:close/>
                  <a:moveTo>
                    <a:pt x="93" y="11"/>
                  </a:moveTo>
                  <a:cubicBezTo>
                    <a:pt x="96" y="11"/>
                    <a:pt x="96" y="11"/>
                    <a:pt x="96" y="11"/>
                  </a:cubicBezTo>
                  <a:cubicBezTo>
                    <a:pt x="106" y="10"/>
                    <a:pt x="106" y="0"/>
                    <a:pt x="96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1"/>
                    <a:pt x="92" y="1"/>
                    <a:pt x="92" y="1"/>
                  </a:cubicBezTo>
                  <a:cubicBezTo>
                    <a:pt x="95" y="1"/>
                    <a:pt x="97" y="3"/>
                    <a:pt x="97" y="5"/>
                  </a:cubicBezTo>
                  <a:cubicBezTo>
                    <a:pt x="97" y="8"/>
                    <a:pt x="95" y="10"/>
                    <a:pt x="93" y="10"/>
                  </a:cubicBezTo>
                  <a:lnTo>
                    <a:pt x="93" y="1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7" name="Freeform 151"/>
            <p:cNvSpPr/>
            <p:nvPr/>
          </p:nvSpPr>
          <p:spPr bwMode="auto">
            <a:xfrm>
              <a:off x="2074863" y="698500"/>
              <a:ext cx="19050" cy="1905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9"/>
                </a:cxn>
                <a:cxn ang="0">
                  <a:pos x="9" y="4"/>
                </a:cxn>
                <a:cxn ang="0">
                  <a:pos x="5" y="0"/>
                </a:cxn>
              </a:cxnLst>
              <a:rect l="0" t="0" r="r" b="b"/>
              <a:pathLst>
                <a:path w="9" h="9">
                  <a:moveTo>
                    <a:pt x="5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8" y="9"/>
                    <a:pt x="9" y="7"/>
                    <a:pt x="9" y="4"/>
                  </a:cubicBezTo>
                  <a:cubicBezTo>
                    <a:pt x="9" y="2"/>
                    <a:pt x="7" y="0"/>
                    <a:pt x="5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8" name="Freeform 152"/>
            <p:cNvSpPr/>
            <p:nvPr/>
          </p:nvSpPr>
          <p:spPr bwMode="auto">
            <a:xfrm>
              <a:off x="2085975" y="711200"/>
              <a:ext cx="80963" cy="82550"/>
            </a:xfrm>
            <a:custGeom>
              <a:avLst/>
              <a:gdLst/>
              <a:ahLst/>
              <a:cxnLst>
                <a:cxn ang="0">
                  <a:pos x="36" y="34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33" y="37"/>
                </a:cxn>
                <a:cxn ang="0">
                  <a:pos x="36" y="37"/>
                </a:cxn>
                <a:cxn ang="0">
                  <a:pos x="36" y="34"/>
                </a:cxn>
              </a:cxnLst>
              <a:rect l="0" t="0" r="r" b="b"/>
              <a:pathLst>
                <a:path w="37" h="38">
                  <a:moveTo>
                    <a:pt x="36" y="34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8"/>
                    <a:pt x="35" y="38"/>
                    <a:pt x="36" y="37"/>
                  </a:cubicBezTo>
                  <a:cubicBezTo>
                    <a:pt x="37" y="36"/>
                    <a:pt x="37" y="35"/>
                    <a:pt x="36" y="3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69" name="Freeform 153"/>
            <p:cNvSpPr/>
            <p:nvPr/>
          </p:nvSpPr>
          <p:spPr bwMode="auto">
            <a:xfrm>
              <a:off x="2047875" y="698500"/>
              <a:ext cx="20638" cy="206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9" y="5"/>
                </a:cxn>
                <a:cxn ang="0">
                  <a:pos x="5" y="10"/>
                </a:cxn>
                <a:cxn ang="0">
                  <a:pos x="0" y="5"/>
                </a:cxn>
                <a:cxn ang="0">
                  <a:pos x="5" y="0"/>
                </a:cxn>
              </a:cxnLst>
              <a:rect l="0" t="0" r="r" b="b"/>
              <a:pathLst>
                <a:path w="9" h="10">
                  <a:moveTo>
                    <a:pt x="5" y="0"/>
                  </a:moveTo>
                  <a:cubicBezTo>
                    <a:pt x="7" y="0"/>
                    <a:pt x="9" y="2"/>
                    <a:pt x="9" y="5"/>
                  </a:cubicBezTo>
                  <a:cubicBezTo>
                    <a:pt x="9" y="7"/>
                    <a:pt x="7" y="10"/>
                    <a:pt x="5" y="10"/>
                  </a:cubicBezTo>
                  <a:cubicBezTo>
                    <a:pt x="2" y="10"/>
                    <a:pt x="0" y="8"/>
                    <a:pt x="0" y="5"/>
                  </a:cubicBezTo>
                  <a:cubicBezTo>
                    <a:pt x="0" y="3"/>
                    <a:pt x="2" y="1"/>
                    <a:pt x="5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0" name="Freeform 154"/>
            <p:cNvSpPr/>
            <p:nvPr/>
          </p:nvSpPr>
          <p:spPr bwMode="auto">
            <a:xfrm>
              <a:off x="1982788" y="704850"/>
              <a:ext cx="80963" cy="93663"/>
            </a:xfrm>
            <a:custGeom>
              <a:avLst/>
              <a:gdLst/>
              <a:ahLst/>
              <a:cxnLst>
                <a:cxn ang="0">
                  <a:pos x="1" y="40"/>
                </a:cxn>
                <a:cxn ang="0">
                  <a:pos x="33" y="1"/>
                </a:cxn>
                <a:cxn ang="0">
                  <a:pos x="36" y="1"/>
                </a:cxn>
                <a:cxn ang="0">
                  <a:pos x="36" y="3"/>
                </a:cxn>
                <a:cxn ang="0">
                  <a:pos x="4" y="43"/>
                </a:cxn>
                <a:cxn ang="0">
                  <a:pos x="1" y="43"/>
                </a:cxn>
                <a:cxn ang="0">
                  <a:pos x="1" y="40"/>
                </a:cxn>
              </a:cxnLst>
              <a:rect l="0" t="0" r="r" b="b"/>
              <a:pathLst>
                <a:path w="37" h="43">
                  <a:moveTo>
                    <a:pt x="1" y="40"/>
                  </a:moveTo>
                  <a:cubicBezTo>
                    <a:pt x="33" y="1"/>
                    <a:pt x="33" y="1"/>
                    <a:pt x="33" y="1"/>
                  </a:cubicBezTo>
                  <a:cubicBezTo>
                    <a:pt x="34" y="0"/>
                    <a:pt x="35" y="0"/>
                    <a:pt x="36" y="1"/>
                  </a:cubicBezTo>
                  <a:cubicBezTo>
                    <a:pt x="37" y="1"/>
                    <a:pt x="37" y="3"/>
                    <a:pt x="36" y="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3" y="43"/>
                    <a:pt x="2" y="43"/>
                    <a:pt x="1" y="43"/>
                  </a:cubicBezTo>
                  <a:cubicBezTo>
                    <a:pt x="0" y="42"/>
                    <a:pt x="0" y="41"/>
                    <a:pt x="1" y="4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1" name="Freeform 155"/>
            <p:cNvSpPr>
              <a:spLocks noEditPoints="1"/>
            </p:cNvSpPr>
            <p:nvPr/>
          </p:nvSpPr>
          <p:spPr bwMode="auto">
            <a:xfrm>
              <a:off x="1982788" y="808038"/>
              <a:ext cx="185738" cy="77788"/>
            </a:xfrm>
            <a:custGeom>
              <a:avLst/>
              <a:gdLst/>
              <a:ahLst/>
              <a:cxnLst>
                <a:cxn ang="0">
                  <a:pos x="5" y="27"/>
                </a:cxn>
                <a:cxn ang="0">
                  <a:pos x="16" y="2"/>
                </a:cxn>
                <a:cxn ang="0">
                  <a:pos x="15" y="5"/>
                </a:cxn>
                <a:cxn ang="0">
                  <a:pos x="13" y="17"/>
                </a:cxn>
                <a:cxn ang="0">
                  <a:pos x="17" y="28"/>
                </a:cxn>
                <a:cxn ang="0">
                  <a:pos x="16" y="2"/>
                </a:cxn>
                <a:cxn ang="0">
                  <a:pos x="29" y="5"/>
                </a:cxn>
                <a:cxn ang="0">
                  <a:pos x="25" y="8"/>
                </a:cxn>
                <a:cxn ang="0">
                  <a:pos x="27" y="25"/>
                </a:cxn>
                <a:cxn ang="0">
                  <a:pos x="30" y="35"/>
                </a:cxn>
                <a:cxn ang="0">
                  <a:pos x="17" y="28"/>
                </a:cxn>
                <a:cxn ang="0">
                  <a:pos x="21" y="25"/>
                </a:cxn>
                <a:cxn ang="0">
                  <a:pos x="19" y="9"/>
                </a:cxn>
                <a:cxn ang="0">
                  <a:pos x="16" y="2"/>
                </a:cxn>
                <a:cxn ang="0">
                  <a:pos x="42" y="1"/>
                </a:cxn>
                <a:cxn ang="0">
                  <a:pos x="39" y="8"/>
                </a:cxn>
                <a:cxn ang="0">
                  <a:pos x="40" y="24"/>
                </a:cxn>
                <a:cxn ang="0">
                  <a:pos x="43" y="28"/>
                </a:cxn>
                <a:cxn ang="0">
                  <a:pos x="30" y="35"/>
                </a:cxn>
                <a:cxn ang="0">
                  <a:pos x="31" y="28"/>
                </a:cxn>
                <a:cxn ang="0">
                  <a:pos x="33" y="16"/>
                </a:cxn>
                <a:cxn ang="0">
                  <a:pos x="29" y="5"/>
                </a:cxn>
                <a:cxn ang="0">
                  <a:pos x="42" y="1"/>
                </a:cxn>
                <a:cxn ang="0">
                  <a:pos x="56" y="4"/>
                </a:cxn>
                <a:cxn ang="0">
                  <a:pos x="53" y="16"/>
                </a:cxn>
                <a:cxn ang="0">
                  <a:pos x="56" y="27"/>
                </a:cxn>
                <a:cxn ang="0">
                  <a:pos x="57" y="34"/>
                </a:cxn>
                <a:cxn ang="0">
                  <a:pos x="43" y="28"/>
                </a:cxn>
                <a:cxn ang="0">
                  <a:pos x="46" y="16"/>
                </a:cxn>
                <a:cxn ang="0">
                  <a:pos x="43" y="5"/>
                </a:cxn>
                <a:cxn ang="0">
                  <a:pos x="42" y="1"/>
                </a:cxn>
                <a:cxn ang="0">
                  <a:pos x="69" y="1"/>
                </a:cxn>
                <a:cxn ang="0">
                  <a:pos x="66" y="7"/>
                </a:cxn>
                <a:cxn ang="0">
                  <a:pos x="65" y="24"/>
                </a:cxn>
                <a:cxn ang="0">
                  <a:pos x="70" y="26"/>
                </a:cxn>
                <a:cxn ang="0">
                  <a:pos x="57" y="34"/>
                </a:cxn>
                <a:cxn ang="0">
                  <a:pos x="59" y="24"/>
                </a:cxn>
                <a:cxn ang="0">
                  <a:pos x="60" y="7"/>
                </a:cxn>
                <a:cxn ang="0">
                  <a:pos x="56" y="4"/>
                </a:cxn>
                <a:cxn ang="0">
                  <a:pos x="69" y="1"/>
                </a:cxn>
                <a:cxn ang="0">
                  <a:pos x="81" y="24"/>
                </a:cxn>
                <a:cxn ang="0">
                  <a:pos x="70" y="34"/>
                </a:cxn>
                <a:cxn ang="0">
                  <a:pos x="72" y="23"/>
                </a:cxn>
                <a:cxn ang="0">
                  <a:pos x="73" y="7"/>
                </a:cxn>
                <a:cxn ang="0">
                  <a:pos x="69" y="4"/>
                </a:cxn>
              </a:cxnLst>
              <a:rect l="0" t="0" r="r" b="b"/>
              <a:pathLst>
                <a:path w="85" h="36">
                  <a:moveTo>
                    <a:pt x="17" y="35"/>
                  </a:moveTo>
                  <a:cubicBezTo>
                    <a:pt x="9" y="36"/>
                    <a:pt x="6" y="32"/>
                    <a:pt x="5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5" y="5"/>
                    <a:pt x="15" y="5"/>
                  </a:cubicBezTo>
                  <a:cubicBezTo>
                    <a:pt x="13" y="6"/>
                    <a:pt x="12" y="7"/>
                    <a:pt x="12" y="9"/>
                  </a:cubicBezTo>
                  <a:cubicBezTo>
                    <a:pt x="12" y="12"/>
                    <a:pt x="13" y="14"/>
                    <a:pt x="13" y="17"/>
                  </a:cubicBezTo>
                  <a:cubicBezTo>
                    <a:pt x="14" y="20"/>
                    <a:pt x="14" y="23"/>
                    <a:pt x="15" y="25"/>
                  </a:cubicBezTo>
                  <a:cubicBezTo>
                    <a:pt x="15" y="27"/>
                    <a:pt x="16" y="28"/>
                    <a:pt x="17" y="28"/>
                  </a:cubicBezTo>
                  <a:cubicBezTo>
                    <a:pt x="17" y="35"/>
                    <a:pt x="17" y="35"/>
                    <a:pt x="17" y="35"/>
                  </a:cubicBezTo>
                  <a:close/>
                  <a:moveTo>
                    <a:pt x="16" y="2"/>
                  </a:moveTo>
                  <a:cubicBezTo>
                    <a:pt x="29" y="2"/>
                    <a:pt x="29" y="2"/>
                    <a:pt x="29" y="2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7" y="5"/>
                    <a:pt x="25" y="7"/>
                    <a:pt x="25" y="8"/>
                  </a:cubicBezTo>
                  <a:cubicBezTo>
                    <a:pt x="26" y="11"/>
                    <a:pt x="26" y="14"/>
                    <a:pt x="26" y="17"/>
                  </a:cubicBezTo>
                  <a:cubicBezTo>
                    <a:pt x="27" y="19"/>
                    <a:pt x="27" y="22"/>
                    <a:pt x="27" y="25"/>
                  </a:cubicBezTo>
                  <a:cubicBezTo>
                    <a:pt x="27" y="26"/>
                    <a:pt x="29" y="28"/>
                    <a:pt x="30" y="28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8" y="29"/>
                    <a:pt x="19" y="29"/>
                  </a:cubicBezTo>
                  <a:cubicBezTo>
                    <a:pt x="20" y="28"/>
                    <a:pt x="22" y="27"/>
                    <a:pt x="21" y="25"/>
                  </a:cubicBezTo>
                  <a:cubicBezTo>
                    <a:pt x="21" y="22"/>
                    <a:pt x="21" y="20"/>
                    <a:pt x="20" y="17"/>
                  </a:cubicBezTo>
                  <a:cubicBezTo>
                    <a:pt x="20" y="14"/>
                    <a:pt x="19" y="11"/>
                    <a:pt x="19" y="9"/>
                  </a:cubicBezTo>
                  <a:cubicBezTo>
                    <a:pt x="19" y="7"/>
                    <a:pt x="18" y="6"/>
                    <a:pt x="16" y="6"/>
                  </a:cubicBezTo>
                  <a:lnTo>
                    <a:pt x="16" y="2"/>
                  </a:lnTo>
                  <a:close/>
                  <a:moveTo>
                    <a:pt x="29" y="2"/>
                  </a:moveTo>
                  <a:cubicBezTo>
                    <a:pt x="42" y="1"/>
                    <a:pt x="42" y="1"/>
                    <a:pt x="42" y="1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5"/>
                    <a:pt x="39" y="6"/>
                    <a:pt x="39" y="8"/>
                  </a:cubicBezTo>
                  <a:cubicBezTo>
                    <a:pt x="39" y="11"/>
                    <a:pt x="39" y="13"/>
                    <a:pt x="39" y="16"/>
                  </a:cubicBezTo>
                  <a:cubicBezTo>
                    <a:pt x="40" y="19"/>
                    <a:pt x="40" y="22"/>
                    <a:pt x="40" y="24"/>
                  </a:cubicBezTo>
                  <a:cubicBezTo>
                    <a:pt x="40" y="26"/>
                    <a:pt x="42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8"/>
                    <a:pt x="31" y="28"/>
                    <a:pt x="31" y="28"/>
                  </a:cubicBezTo>
                  <a:cubicBezTo>
                    <a:pt x="33" y="28"/>
                    <a:pt x="34" y="26"/>
                    <a:pt x="34" y="25"/>
                  </a:cubicBezTo>
                  <a:cubicBezTo>
                    <a:pt x="34" y="22"/>
                    <a:pt x="33" y="19"/>
                    <a:pt x="33" y="16"/>
                  </a:cubicBezTo>
                  <a:cubicBezTo>
                    <a:pt x="33" y="14"/>
                    <a:pt x="33" y="11"/>
                    <a:pt x="33" y="8"/>
                  </a:cubicBezTo>
                  <a:cubicBezTo>
                    <a:pt x="32" y="7"/>
                    <a:pt x="31" y="5"/>
                    <a:pt x="29" y="5"/>
                  </a:cubicBezTo>
                  <a:lnTo>
                    <a:pt x="29" y="2"/>
                  </a:lnTo>
                  <a:close/>
                  <a:moveTo>
                    <a:pt x="42" y="1"/>
                  </a:moveTo>
                  <a:cubicBezTo>
                    <a:pt x="56" y="1"/>
                    <a:pt x="56" y="1"/>
                    <a:pt x="56" y="1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4" y="4"/>
                    <a:pt x="53" y="6"/>
                    <a:pt x="53" y="8"/>
                  </a:cubicBezTo>
                  <a:cubicBezTo>
                    <a:pt x="53" y="10"/>
                    <a:pt x="53" y="13"/>
                    <a:pt x="53" y="16"/>
                  </a:cubicBezTo>
                  <a:cubicBezTo>
                    <a:pt x="53" y="18"/>
                    <a:pt x="53" y="21"/>
                    <a:pt x="52" y="24"/>
                  </a:cubicBezTo>
                  <a:cubicBezTo>
                    <a:pt x="52" y="26"/>
                    <a:pt x="54" y="27"/>
                    <a:pt x="56" y="27"/>
                  </a:cubicBezTo>
                  <a:cubicBezTo>
                    <a:pt x="56" y="27"/>
                    <a:pt x="56" y="27"/>
                    <a:pt x="57" y="27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5" y="28"/>
                    <a:pt x="47" y="26"/>
                    <a:pt x="47" y="24"/>
                  </a:cubicBezTo>
                  <a:cubicBezTo>
                    <a:pt x="46" y="21"/>
                    <a:pt x="46" y="19"/>
                    <a:pt x="46" y="16"/>
                  </a:cubicBezTo>
                  <a:cubicBezTo>
                    <a:pt x="46" y="13"/>
                    <a:pt x="46" y="10"/>
                    <a:pt x="46" y="8"/>
                  </a:cubicBezTo>
                  <a:cubicBezTo>
                    <a:pt x="46" y="6"/>
                    <a:pt x="45" y="4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lnTo>
                    <a:pt x="42" y="1"/>
                  </a:lnTo>
                  <a:close/>
                  <a:moveTo>
                    <a:pt x="56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7" y="4"/>
                    <a:pt x="66" y="6"/>
                    <a:pt x="66" y="7"/>
                  </a:cubicBezTo>
                  <a:cubicBezTo>
                    <a:pt x="66" y="10"/>
                    <a:pt x="66" y="13"/>
                    <a:pt x="66" y="15"/>
                  </a:cubicBezTo>
                  <a:cubicBezTo>
                    <a:pt x="65" y="18"/>
                    <a:pt x="65" y="21"/>
                    <a:pt x="65" y="24"/>
                  </a:cubicBezTo>
                  <a:cubicBezTo>
                    <a:pt x="65" y="25"/>
                    <a:pt x="66" y="27"/>
                    <a:pt x="68" y="27"/>
                  </a:cubicBezTo>
                  <a:cubicBezTo>
                    <a:pt x="69" y="27"/>
                    <a:pt x="69" y="27"/>
                    <a:pt x="70" y="26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57" y="34"/>
                    <a:pt x="57" y="34"/>
                    <a:pt x="57" y="34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8" y="27"/>
                    <a:pt x="59" y="25"/>
                    <a:pt x="59" y="24"/>
                  </a:cubicBezTo>
                  <a:cubicBezTo>
                    <a:pt x="59" y="21"/>
                    <a:pt x="59" y="18"/>
                    <a:pt x="59" y="16"/>
                  </a:cubicBezTo>
                  <a:cubicBezTo>
                    <a:pt x="60" y="13"/>
                    <a:pt x="60" y="10"/>
                    <a:pt x="60" y="7"/>
                  </a:cubicBezTo>
                  <a:cubicBezTo>
                    <a:pt x="60" y="5"/>
                    <a:pt x="58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lnTo>
                    <a:pt x="56" y="1"/>
                  </a:lnTo>
                  <a:close/>
                  <a:moveTo>
                    <a:pt x="69" y="1"/>
                  </a:moveTo>
                  <a:cubicBezTo>
                    <a:pt x="85" y="0"/>
                    <a:pt x="85" y="0"/>
                    <a:pt x="85" y="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9"/>
                    <a:pt x="78" y="33"/>
                    <a:pt x="70" y="3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1" y="26"/>
                    <a:pt x="72" y="25"/>
                    <a:pt x="72" y="23"/>
                  </a:cubicBezTo>
                  <a:cubicBezTo>
                    <a:pt x="72" y="21"/>
                    <a:pt x="72" y="18"/>
                    <a:pt x="73" y="15"/>
                  </a:cubicBezTo>
                  <a:cubicBezTo>
                    <a:pt x="73" y="12"/>
                    <a:pt x="73" y="10"/>
                    <a:pt x="73" y="7"/>
                  </a:cubicBezTo>
                  <a:cubicBezTo>
                    <a:pt x="74" y="5"/>
                    <a:pt x="72" y="3"/>
                    <a:pt x="70" y="4"/>
                  </a:cubicBezTo>
                  <a:cubicBezTo>
                    <a:pt x="70" y="4"/>
                    <a:pt x="69" y="4"/>
                    <a:pt x="69" y="4"/>
                  </a:cubicBezTo>
                  <a:lnTo>
                    <a:pt x="69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2" name="Rectangle 156"/>
            <p:cNvSpPr>
              <a:spLocks noChangeArrowheads="1"/>
            </p:cNvSpPr>
            <p:nvPr/>
          </p:nvSpPr>
          <p:spPr bwMode="auto">
            <a:xfrm>
              <a:off x="3294063" y="2695575"/>
              <a:ext cx="250825" cy="2698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3" name="Freeform 157"/>
            <p:cNvSpPr>
              <a:spLocks noEditPoints="1"/>
            </p:cNvSpPr>
            <p:nvPr/>
          </p:nvSpPr>
          <p:spPr bwMode="auto">
            <a:xfrm>
              <a:off x="3294063" y="2754313"/>
              <a:ext cx="250825" cy="100013"/>
            </a:xfrm>
            <a:custGeom>
              <a:avLst/>
              <a:gdLst/>
              <a:ahLst/>
              <a:cxnLst>
                <a:cxn ang="0">
                  <a:pos x="0" y="63"/>
                </a:cxn>
                <a:cxn ang="0">
                  <a:pos x="134" y="63"/>
                </a:cxn>
                <a:cxn ang="0">
                  <a:pos x="134" y="54"/>
                </a:cxn>
                <a:cxn ang="0">
                  <a:pos x="134" y="54"/>
                </a:cxn>
                <a:cxn ang="0">
                  <a:pos x="123" y="43"/>
                </a:cxn>
                <a:cxn ang="0">
                  <a:pos x="134" y="31"/>
                </a:cxn>
                <a:cxn ang="0">
                  <a:pos x="134" y="31"/>
                </a:cxn>
                <a:cxn ang="0">
                  <a:pos x="134" y="0"/>
                </a:cxn>
                <a:cxn ang="0">
                  <a:pos x="0" y="0"/>
                </a:cxn>
                <a:cxn ang="0">
                  <a:pos x="0" y="63"/>
                </a:cxn>
                <a:cxn ang="0">
                  <a:pos x="134" y="63"/>
                </a:cxn>
                <a:cxn ang="0">
                  <a:pos x="158" y="63"/>
                </a:cxn>
                <a:cxn ang="0">
                  <a:pos x="158" y="0"/>
                </a:cxn>
                <a:cxn ang="0">
                  <a:pos x="134" y="0"/>
                </a:cxn>
                <a:cxn ang="0">
                  <a:pos x="134" y="31"/>
                </a:cxn>
                <a:cxn ang="0">
                  <a:pos x="145" y="43"/>
                </a:cxn>
                <a:cxn ang="0">
                  <a:pos x="134" y="54"/>
                </a:cxn>
                <a:cxn ang="0">
                  <a:pos x="134" y="63"/>
                </a:cxn>
              </a:cxnLst>
              <a:rect l="0" t="0" r="r" b="b"/>
              <a:pathLst>
                <a:path w="158" h="63">
                  <a:moveTo>
                    <a:pt x="0" y="63"/>
                  </a:moveTo>
                  <a:lnTo>
                    <a:pt x="134" y="63"/>
                  </a:lnTo>
                  <a:lnTo>
                    <a:pt x="134" y="54"/>
                  </a:lnTo>
                  <a:lnTo>
                    <a:pt x="134" y="54"/>
                  </a:lnTo>
                  <a:lnTo>
                    <a:pt x="123" y="43"/>
                  </a:lnTo>
                  <a:lnTo>
                    <a:pt x="134" y="31"/>
                  </a:lnTo>
                  <a:lnTo>
                    <a:pt x="134" y="31"/>
                  </a:lnTo>
                  <a:lnTo>
                    <a:pt x="134" y="0"/>
                  </a:lnTo>
                  <a:lnTo>
                    <a:pt x="0" y="0"/>
                  </a:lnTo>
                  <a:lnTo>
                    <a:pt x="0" y="63"/>
                  </a:lnTo>
                  <a:close/>
                  <a:moveTo>
                    <a:pt x="134" y="63"/>
                  </a:moveTo>
                  <a:lnTo>
                    <a:pt x="158" y="63"/>
                  </a:lnTo>
                  <a:lnTo>
                    <a:pt x="158" y="0"/>
                  </a:lnTo>
                  <a:lnTo>
                    <a:pt x="134" y="0"/>
                  </a:lnTo>
                  <a:lnTo>
                    <a:pt x="134" y="31"/>
                  </a:lnTo>
                  <a:lnTo>
                    <a:pt x="145" y="43"/>
                  </a:lnTo>
                  <a:lnTo>
                    <a:pt x="134" y="54"/>
                  </a:lnTo>
                  <a:lnTo>
                    <a:pt x="134" y="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4" name="Freeform 158"/>
            <p:cNvSpPr/>
            <p:nvPr/>
          </p:nvSpPr>
          <p:spPr bwMode="auto">
            <a:xfrm>
              <a:off x="2052638" y="508000"/>
              <a:ext cx="195263" cy="52388"/>
            </a:xfrm>
            <a:custGeom>
              <a:avLst/>
              <a:gdLst/>
              <a:ahLst/>
              <a:cxnLst>
                <a:cxn ang="0">
                  <a:pos x="16" y="33"/>
                </a:cxn>
                <a:cxn ang="0">
                  <a:pos x="19" y="33"/>
                </a:cxn>
                <a:cxn ang="0">
                  <a:pos x="103" y="33"/>
                </a:cxn>
                <a:cxn ang="0">
                  <a:pos x="106" y="33"/>
                </a:cxn>
                <a:cxn ang="0">
                  <a:pos x="123" y="0"/>
                </a:cxn>
                <a:cxn ang="0">
                  <a:pos x="123" y="0"/>
                </a:cxn>
                <a:cxn ang="0">
                  <a:pos x="105" y="0"/>
                </a:cxn>
                <a:cxn ang="0">
                  <a:pos x="89" y="0"/>
                </a:cxn>
                <a:cxn ang="0">
                  <a:pos x="33" y="0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16" y="33"/>
                </a:cxn>
              </a:cxnLst>
              <a:rect l="0" t="0" r="r" b="b"/>
              <a:pathLst>
                <a:path w="123" h="33">
                  <a:moveTo>
                    <a:pt x="16" y="33"/>
                  </a:moveTo>
                  <a:lnTo>
                    <a:pt x="19" y="33"/>
                  </a:lnTo>
                  <a:lnTo>
                    <a:pt x="103" y="33"/>
                  </a:lnTo>
                  <a:lnTo>
                    <a:pt x="106" y="33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05" y="0"/>
                  </a:lnTo>
                  <a:lnTo>
                    <a:pt x="89" y="0"/>
                  </a:lnTo>
                  <a:lnTo>
                    <a:pt x="33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16" y="3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5" name="Freeform 159"/>
            <p:cNvSpPr/>
            <p:nvPr/>
          </p:nvSpPr>
          <p:spPr bwMode="auto">
            <a:xfrm>
              <a:off x="2052638" y="520700"/>
              <a:ext cx="195263" cy="92075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89" y="42"/>
                </a:cxn>
                <a:cxn ang="0">
                  <a:pos x="89" y="0"/>
                </a:cxn>
                <a:cxn ang="0">
                  <a:pos x="79" y="19"/>
                </a:cxn>
                <a:cxn ang="0">
                  <a:pos x="78" y="21"/>
                </a:cxn>
                <a:cxn ang="0">
                  <a:pos x="77" y="21"/>
                </a:cxn>
                <a:cxn ang="0">
                  <a:pos x="74" y="21"/>
                </a:cxn>
                <a:cxn ang="0">
                  <a:pos x="51" y="21"/>
                </a:cxn>
                <a:cxn ang="0">
                  <a:pos x="52" y="22"/>
                </a:cxn>
                <a:cxn ang="0">
                  <a:pos x="50" y="25"/>
                </a:cxn>
                <a:cxn ang="0">
                  <a:pos x="45" y="29"/>
                </a:cxn>
                <a:cxn ang="0">
                  <a:pos x="39" y="25"/>
                </a:cxn>
                <a:cxn ang="0">
                  <a:pos x="38" y="22"/>
                </a:cxn>
                <a:cxn ang="0">
                  <a:pos x="38" y="21"/>
                </a:cxn>
                <a:cxn ang="0">
                  <a:pos x="16" y="21"/>
                </a:cxn>
                <a:cxn ang="0">
                  <a:pos x="12" y="21"/>
                </a:cxn>
                <a:cxn ang="0">
                  <a:pos x="10" y="21"/>
                </a:cxn>
                <a:cxn ang="0">
                  <a:pos x="10" y="19"/>
                </a:cxn>
                <a:cxn ang="0">
                  <a:pos x="0" y="0"/>
                </a:cxn>
                <a:cxn ang="0">
                  <a:pos x="0" y="42"/>
                </a:cxn>
              </a:cxnLst>
              <a:rect l="0" t="0" r="r" b="b"/>
              <a:pathLst>
                <a:path w="89" h="42">
                  <a:moveTo>
                    <a:pt x="0" y="42"/>
                  </a:moveTo>
                  <a:cubicBezTo>
                    <a:pt x="89" y="42"/>
                    <a:pt x="89" y="42"/>
                    <a:pt x="89" y="42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79" y="19"/>
                    <a:pt x="79" y="19"/>
                    <a:pt x="79" y="19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51" y="21"/>
                    <a:pt x="52" y="21"/>
                    <a:pt x="52" y="22"/>
                  </a:cubicBezTo>
                  <a:cubicBezTo>
                    <a:pt x="52" y="23"/>
                    <a:pt x="51" y="24"/>
                    <a:pt x="50" y="25"/>
                  </a:cubicBezTo>
                  <a:cubicBezTo>
                    <a:pt x="49" y="28"/>
                    <a:pt x="47" y="29"/>
                    <a:pt x="45" y="29"/>
                  </a:cubicBezTo>
                  <a:cubicBezTo>
                    <a:pt x="42" y="29"/>
                    <a:pt x="40" y="28"/>
                    <a:pt x="39" y="25"/>
                  </a:cubicBezTo>
                  <a:cubicBezTo>
                    <a:pt x="38" y="24"/>
                    <a:pt x="38" y="23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6" name="Freeform 160"/>
            <p:cNvSpPr/>
            <p:nvPr/>
          </p:nvSpPr>
          <p:spPr bwMode="auto">
            <a:xfrm>
              <a:off x="2081213" y="438150"/>
              <a:ext cx="138113" cy="63500"/>
            </a:xfrm>
            <a:custGeom>
              <a:avLst/>
              <a:gdLst/>
              <a:ahLst/>
              <a:cxnLst>
                <a:cxn ang="0">
                  <a:pos x="63" y="29"/>
                </a:cxn>
                <a:cxn ang="0">
                  <a:pos x="63" y="13"/>
                </a:cxn>
                <a:cxn ang="0">
                  <a:pos x="51" y="0"/>
                </a:cxn>
                <a:cxn ang="0">
                  <a:pos x="12" y="0"/>
                </a:cxn>
                <a:cxn ang="0">
                  <a:pos x="0" y="13"/>
                </a:cxn>
                <a:cxn ang="0">
                  <a:pos x="0" y="29"/>
                </a:cxn>
                <a:cxn ang="0">
                  <a:pos x="11" y="29"/>
                </a:cxn>
                <a:cxn ang="0">
                  <a:pos x="11" y="13"/>
                </a:cxn>
                <a:cxn ang="0">
                  <a:pos x="12" y="11"/>
                </a:cxn>
                <a:cxn ang="0">
                  <a:pos x="51" y="11"/>
                </a:cxn>
                <a:cxn ang="0">
                  <a:pos x="52" y="13"/>
                </a:cxn>
                <a:cxn ang="0">
                  <a:pos x="52" y="29"/>
                </a:cxn>
                <a:cxn ang="0">
                  <a:pos x="63" y="29"/>
                </a:cxn>
              </a:cxnLst>
              <a:rect l="0" t="0" r="r" b="b"/>
              <a:pathLst>
                <a:path w="63" h="29">
                  <a:moveTo>
                    <a:pt x="63" y="29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3" y="6"/>
                    <a:pt x="57" y="0"/>
                    <a:pt x="5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2" y="11"/>
                    <a:pt x="52" y="12"/>
                    <a:pt x="52" y="13"/>
                  </a:cubicBezTo>
                  <a:cubicBezTo>
                    <a:pt x="52" y="29"/>
                    <a:pt x="52" y="29"/>
                    <a:pt x="52" y="29"/>
                  </a:cubicBezTo>
                  <a:lnTo>
                    <a:pt x="63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7" name="Freeform 161"/>
            <p:cNvSpPr>
              <a:spLocks noEditPoints="1"/>
            </p:cNvSpPr>
            <p:nvPr/>
          </p:nvSpPr>
          <p:spPr bwMode="auto">
            <a:xfrm>
              <a:off x="2266950" y="800100"/>
              <a:ext cx="133350" cy="136525"/>
            </a:xfrm>
            <a:custGeom>
              <a:avLst/>
              <a:gdLst/>
              <a:ahLst/>
              <a:cxnLst>
                <a:cxn ang="0">
                  <a:pos x="30" y="48"/>
                </a:cxn>
                <a:cxn ang="0">
                  <a:pos x="48" y="31"/>
                </a:cxn>
                <a:cxn ang="0">
                  <a:pos x="30" y="14"/>
                </a:cxn>
                <a:cxn ang="0">
                  <a:pos x="13" y="31"/>
                </a:cxn>
                <a:cxn ang="0">
                  <a:pos x="30" y="48"/>
                </a:cxn>
                <a:cxn ang="0">
                  <a:pos x="0" y="35"/>
                </a:cxn>
                <a:cxn ang="0">
                  <a:pos x="0" y="27"/>
                </a:cxn>
                <a:cxn ang="0">
                  <a:pos x="6" y="27"/>
                </a:cxn>
                <a:cxn ang="0">
                  <a:pos x="7" y="22"/>
                </a:cxn>
                <a:cxn ang="0">
                  <a:pos x="2" y="19"/>
                </a:cxn>
                <a:cxn ang="0">
                  <a:pos x="6" y="12"/>
                </a:cxn>
                <a:cxn ang="0">
                  <a:pos x="11" y="15"/>
                </a:cxn>
                <a:cxn ang="0">
                  <a:pos x="15" y="11"/>
                </a:cxn>
                <a:cxn ang="0">
                  <a:pos x="12" y="6"/>
                </a:cxn>
                <a:cxn ang="0">
                  <a:pos x="18" y="2"/>
                </a:cxn>
                <a:cxn ang="0">
                  <a:pos x="21" y="8"/>
                </a:cxn>
                <a:cxn ang="0">
                  <a:pos x="27" y="6"/>
                </a:cxn>
                <a:cxn ang="0">
                  <a:pos x="27" y="0"/>
                </a:cxn>
                <a:cxn ang="0">
                  <a:pos x="34" y="0"/>
                </a:cxn>
                <a:cxn ang="0">
                  <a:pos x="34" y="6"/>
                </a:cxn>
                <a:cxn ang="0">
                  <a:pos x="39" y="8"/>
                </a:cxn>
                <a:cxn ang="0">
                  <a:pos x="42" y="2"/>
                </a:cxn>
                <a:cxn ang="0">
                  <a:pos x="49" y="6"/>
                </a:cxn>
                <a:cxn ang="0">
                  <a:pos x="46" y="11"/>
                </a:cxn>
                <a:cxn ang="0">
                  <a:pos x="50" y="15"/>
                </a:cxn>
                <a:cxn ang="0">
                  <a:pos x="55" y="12"/>
                </a:cxn>
                <a:cxn ang="0">
                  <a:pos x="59" y="19"/>
                </a:cxn>
                <a:cxn ang="0">
                  <a:pos x="54" y="22"/>
                </a:cxn>
                <a:cxn ang="0">
                  <a:pos x="55" y="27"/>
                </a:cxn>
                <a:cxn ang="0">
                  <a:pos x="61" y="27"/>
                </a:cxn>
                <a:cxn ang="0">
                  <a:pos x="61" y="35"/>
                </a:cxn>
                <a:cxn ang="0">
                  <a:pos x="55" y="35"/>
                </a:cxn>
                <a:cxn ang="0">
                  <a:pos x="54" y="40"/>
                </a:cxn>
                <a:cxn ang="0">
                  <a:pos x="59" y="43"/>
                </a:cxn>
                <a:cxn ang="0">
                  <a:pos x="55" y="50"/>
                </a:cxn>
                <a:cxn ang="0">
                  <a:pos x="50" y="47"/>
                </a:cxn>
                <a:cxn ang="0">
                  <a:pos x="46" y="50"/>
                </a:cxn>
                <a:cxn ang="0">
                  <a:pos x="49" y="56"/>
                </a:cxn>
                <a:cxn ang="0">
                  <a:pos x="42" y="59"/>
                </a:cxn>
                <a:cxn ang="0">
                  <a:pos x="39" y="54"/>
                </a:cxn>
                <a:cxn ang="0">
                  <a:pos x="34" y="55"/>
                </a:cxn>
                <a:cxn ang="0">
                  <a:pos x="34" y="62"/>
                </a:cxn>
                <a:cxn ang="0">
                  <a:pos x="27" y="62"/>
                </a:cxn>
                <a:cxn ang="0">
                  <a:pos x="27" y="55"/>
                </a:cxn>
                <a:cxn ang="0">
                  <a:pos x="21" y="54"/>
                </a:cxn>
                <a:cxn ang="0">
                  <a:pos x="18" y="59"/>
                </a:cxn>
                <a:cxn ang="0">
                  <a:pos x="12" y="56"/>
                </a:cxn>
                <a:cxn ang="0">
                  <a:pos x="15" y="50"/>
                </a:cxn>
                <a:cxn ang="0">
                  <a:pos x="11" y="47"/>
                </a:cxn>
                <a:cxn ang="0">
                  <a:pos x="6" y="50"/>
                </a:cxn>
                <a:cxn ang="0">
                  <a:pos x="2" y="43"/>
                </a:cxn>
                <a:cxn ang="0">
                  <a:pos x="7" y="40"/>
                </a:cxn>
                <a:cxn ang="0">
                  <a:pos x="6" y="35"/>
                </a:cxn>
                <a:cxn ang="0">
                  <a:pos x="0" y="35"/>
                </a:cxn>
              </a:cxnLst>
              <a:rect l="0" t="0" r="r" b="b"/>
              <a:pathLst>
                <a:path w="61" h="62">
                  <a:moveTo>
                    <a:pt x="30" y="48"/>
                  </a:moveTo>
                  <a:cubicBezTo>
                    <a:pt x="40" y="48"/>
                    <a:pt x="48" y="40"/>
                    <a:pt x="48" y="31"/>
                  </a:cubicBezTo>
                  <a:cubicBezTo>
                    <a:pt x="48" y="21"/>
                    <a:pt x="40" y="14"/>
                    <a:pt x="30" y="14"/>
                  </a:cubicBezTo>
                  <a:cubicBezTo>
                    <a:pt x="21" y="14"/>
                    <a:pt x="13" y="21"/>
                    <a:pt x="13" y="31"/>
                  </a:cubicBezTo>
                  <a:cubicBezTo>
                    <a:pt x="13" y="40"/>
                    <a:pt x="21" y="48"/>
                    <a:pt x="30" y="48"/>
                  </a:cubicBezTo>
                  <a:moveTo>
                    <a:pt x="0" y="35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5"/>
                    <a:pt x="6" y="24"/>
                    <a:pt x="7" y="22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4"/>
                    <a:pt x="13" y="13"/>
                    <a:pt x="15" y="11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3" y="7"/>
                    <a:pt x="25" y="7"/>
                    <a:pt x="27" y="6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6" y="7"/>
                    <a:pt x="38" y="7"/>
                    <a:pt x="39" y="8"/>
                  </a:cubicBezTo>
                  <a:cubicBezTo>
                    <a:pt x="42" y="2"/>
                    <a:pt x="42" y="2"/>
                    <a:pt x="42" y="2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7" y="13"/>
                    <a:pt x="49" y="14"/>
                    <a:pt x="50" y="15"/>
                  </a:cubicBezTo>
                  <a:cubicBezTo>
                    <a:pt x="55" y="12"/>
                    <a:pt x="55" y="12"/>
                    <a:pt x="55" y="12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4"/>
                    <a:pt x="55" y="25"/>
                    <a:pt x="55" y="27"/>
                  </a:cubicBezTo>
                  <a:cubicBezTo>
                    <a:pt x="61" y="27"/>
                    <a:pt x="61" y="27"/>
                    <a:pt x="61" y="27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5" y="37"/>
                    <a:pt x="54" y="38"/>
                    <a:pt x="54" y="40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9" y="48"/>
                    <a:pt x="47" y="49"/>
                    <a:pt x="46" y="50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8" y="55"/>
                    <a:pt x="36" y="55"/>
                    <a:pt x="34" y="55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27" y="62"/>
                    <a:pt x="27" y="62"/>
                    <a:pt x="27" y="62"/>
                  </a:cubicBezTo>
                  <a:cubicBezTo>
                    <a:pt x="27" y="55"/>
                    <a:pt x="27" y="55"/>
                    <a:pt x="27" y="55"/>
                  </a:cubicBezTo>
                  <a:cubicBezTo>
                    <a:pt x="25" y="55"/>
                    <a:pt x="23" y="55"/>
                    <a:pt x="21" y="54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13" y="49"/>
                    <a:pt x="12" y="48"/>
                    <a:pt x="11" y="47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6" y="38"/>
                    <a:pt x="6" y="37"/>
                    <a:pt x="6" y="35"/>
                  </a:cubicBezTo>
                  <a:lnTo>
                    <a:pt x="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8" name="Freeform 162"/>
            <p:cNvSpPr/>
            <p:nvPr/>
          </p:nvSpPr>
          <p:spPr bwMode="auto">
            <a:xfrm>
              <a:off x="2279650" y="625475"/>
              <a:ext cx="139700" cy="119063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23" y="0"/>
                </a:cxn>
                <a:cxn ang="0">
                  <a:pos x="0" y="19"/>
                </a:cxn>
                <a:cxn ang="0">
                  <a:pos x="6" y="28"/>
                </a:cxn>
                <a:cxn ang="0">
                  <a:pos x="14" y="20"/>
                </a:cxn>
                <a:cxn ang="0">
                  <a:pos x="14" y="54"/>
                </a:cxn>
                <a:cxn ang="0">
                  <a:pos x="32" y="54"/>
                </a:cxn>
                <a:cxn ang="0">
                  <a:pos x="50" y="54"/>
                </a:cxn>
                <a:cxn ang="0">
                  <a:pos x="50" y="20"/>
                </a:cxn>
                <a:cxn ang="0">
                  <a:pos x="58" y="28"/>
                </a:cxn>
                <a:cxn ang="0">
                  <a:pos x="64" y="19"/>
                </a:cxn>
                <a:cxn ang="0">
                  <a:pos x="43" y="0"/>
                </a:cxn>
              </a:cxnLst>
              <a:rect l="0" t="0" r="r" b="b"/>
              <a:pathLst>
                <a:path w="64" h="54">
                  <a:moveTo>
                    <a:pt x="43" y="0"/>
                  </a:moveTo>
                  <a:cubicBezTo>
                    <a:pt x="39" y="6"/>
                    <a:pt x="26" y="6"/>
                    <a:pt x="23" y="0"/>
                  </a:cubicBezTo>
                  <a:cubicBezTo>
                    <a:pt x="23" y="0"/>
                    <a:pt x="3" y="11"/>
                    <a:pt x="0" y="1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12" y="22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50" y="54"/>
                    <a:pt x="50" y="54"/>
                    <a:pt x="50" y="54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2" y="22"/>
                    <a:pt x="58" y="28"/>
                    <a:pt x="58" y="28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1" y="11"/>
                    <a:pt x="43" y="0"/>
                    <a:pt x="4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79" name="Freeform 163"/>
            <p:cNvSpPr>
              <a:spLocks noEditPoints="1"/>
            </p:cNvSpPr>
            <p:nvPr/>
          </p:nvSpPr>
          <p:spPr bwMode="auto">
            <a:xfrm>
              <a:off x="2898775" y="2252663"/>
              <a:ext cx="307975" cy="30163"/>
            </a:xfrm>
            <a:custGeom>
              <a:avLst/>
              <a:gdLst/>
              <a:ahLst/>
              <a:cxnLst>
                <a:cxn ang="0">
                  <a:pos x="14" y="14"/>
                </a:cxn>
                <a:cxn ang="0">
                  <a:pos x="18" y="14"/>
                </a:cxn>
                <a:cxn ang="0">
                  <a:pos x="18" y="13"/>
                </a:cxn>
                <a:cxn ang="0">
                  <a:pos x="12" y="7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4" y="0"/>
                </a:cxn>
                <a:cxn ang="0">
                  <a:pos x="14" y="14"/>
                </a:cxn>
                <a:cxn ang="0">
                  <a:pos x="18" y="14"/>
                </a:cxn>
                <a:cxn ang="0">
                  <a:pos x="123" y="14"/>
                </a:cxn>
                <a:cxn ang="0">
                  <a:pos x="123" y="13"/>
                </a:cxn>
                <a:cxn ang="0">
                  <a:pos x="117" y="7"/>
                </a:cxn>
                <a:cxn ang="0">
                  <a:pos x="123" y="1"/>
                </a:cxn>
                <a:cxn ang="0">
                  <a:pos x="123" y="0"/>
                </a:cxn>
                <a:cxn ang="0">
                  <a:pos x="18" y="0"/>
                </a:cxn>
                <a:cxn ang="0">
                  <a:pos x="18" y="1"/>
                </a:cxn>
                <a:cxn ang="0">
                  <a:pos x="24" y="7"/>
                </a:cxn>
                <a:cxn ang="0">
                  <a:pos x="18" y="13"/>
                </a:cxn>
                <a:cxn ang="0">
                  <a:pos x="18" y="14"/>
                </a:cxn>
                <a:cxn ang="0">
                  <a:pos x="123" y="14"/>
                </a:cxn>
                <a:cxn ang="0">
                  <a:pos x="128" y="14"/>
                </a:cxn>
                <a:cxn ang="0">
                  <a:pos x="128" y="0"/>
                </a:cxn>
                <a:cxn ang="0">
                  <a:pos x="123" y="0"/>
                </a:cxn>
                <a:cxn ang="0">
                  <a:pos x="123" y="1"/>
                </a:cxn>
                <a:cxn ang="0">
                  <a:pos x="129" y="7"/>
                </a:cxn>
                <a:cxn ang="0">
                  <a:pos x="123" y="13"/>
                </a:cxn>
                <a:cxn ang="0">
                  <a:pos x="123" y="14"/>
                </a:cxn>
              </a:cxnLst>
              <a:rect l="0" t="0" r="r" b="b"/>
              <a:pathLst>
                <a:path w="141" h="14">
                  <a:moveTo>
                    <a:pt x="14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5" y="13"/>
                    <a:pt x="12" y="10"/>
                    <a:pt x="12" y="7"/>
                  </a:cubicBezTo>
                  <a:cubicBezTo>
                    <a:pt x="12" y="4"/>
                    <a:pt x="15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1" y="14"/>
                    <a:pt x="14" y="14"/>
                  </a:cubicBezTo>
                  <a:moveTo>
                    <a:pt x="18" y="14"/>
                  </a:moveTo>
                  <a:cubicBezTo>
                    <a:pt x="123" y="14"/>
                    <a:pt x="123" y="14"/>
                    <a:pt x="123" y="14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0" y="13"/>
                    <a:pt x="117" y="10"/>
                    <a:pt x="117" y="7"/>
                  </a:cubicBezTo>
                  <a:cubicBezTo>
                    <a:pt x="117" y="4"/>
                    <a:pt x="120" y="1"/>
                    <a:pt x="123" y="1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88" y="0"/>
                    <a:pt x="53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22" y="1"/>
                    <a:pt x="24" y="4"/>
                    <a:pt x="24" y="7"/>
                  </a:cubicBezTo>
                  <a:cubicBezTo>
                    <a:pt x="24" y="10"/>
                    <a:pt x="22" y="13"/>
                    <a:pt x="18" y="13"/>
                  </a:cubicBezTo>
                  <a:lnTo>
                    <a:pt x="18" y="14"/>
                  </a:lnTo>
                  <a:close/>
                  <a:moveTo>
                    <a:pt x="123" y="14"/>
                  </a:moveTo>
                  <a:cubicBezTo>
                    <a:pt x="128" y="14"/>
                    <a:pt x="128" y="14"/>
                    <a:pt x="128" y="14"/>
                  </a:cubicBezTo>
                  <a:cubicBezTo>
                    <a:pt x="140" y="14"/>
                    <a:pt x="141" y="0"/>
                    <a:pt x="128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7" y="1"/>
                    <a:pt x="129" y="4"/>
                    <a:pt x="129" y="7"/>
                  </a:cubicBezTo>
                  <a:cubicBezTo>
                    <a:pt x="129" y="10"/>
                    <a:pt x="127" y="13"/>
                    <a:pt x="123" y="13"/>
                  </a:cubicBezTo>
                  <a:lnTo>
                    <a:pt x="123" y="1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0" name="Oval 164"/>
            <p:cNvSpPr>
              <a:spLocks noChangeArrowheads="1"/>
            </p:cNvSpPr>
            <p:nvPr/>
          </p:nvSpPr>
          <p:spPr bwMode="auto">
            <a:xfrm>
              <a:off x="3059113" y="2143125"/>
              <a:ext cx="25400" cy="285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1" name="Freeform 165"/>
            <p:cNvSpPr/>
            <p:nvPr/>
          </p:nvSpPr>
          <p:spPr bwMode="auto">
            <a:xfrm>
              <a:off x="3071813" y="2160588"/>
              <a:ext cx="104775" cy="114300"/>
            </a:xfrm>
            <a:custGeom>
              <a:avLst/>
              <a:gdLst/>
              <a:ahLst/>
              <a:cxnLst>
                <a:cxn ang="0">
                  <a:pos x="47" y="47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1" y="5"/>
                </a:cxn>
                <a:cxn ang="0">
                  <a:pos x="43" y="51"/>
                </a:cxn>
                <a:cxn ang="0">
                  <a:pos x="46" y="51"/>
                </a:cxn>
                <a:cxn ang="0">
                  <a:pos x="47" y="47"/>
                </a:cxn>
              </a:cxnLst>
              <a:rect l="0" t="0" r="r" b="b"/>
              <a:pathLst>
                <a:path w="48" h="52">
                  <a:moveTo>
                    <a:pt x="47" y="47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0"/>
                    <a:pt x="2" y="1"/>
                  </a:cubicBezTo>
                  <a:cubicBezTo>
                    <a:pt x="0" y="2"/>
                    <a:pt x="0" y="3"/>
                    <a:pt x="1" y="5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4" y="52"/>
                    <a:pt x="45" y="52"/>
                    <a:pt x="46" y="51"/>
                  </a:cubicBezTo>
                  <a:cubicBezTo>
                    <a:pt x="47" y="50"/>
                    <a:pt x="48" y="48"/>
                    <a:pt x="47" y="47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2" name="Oval 166"/>
            <p:cNvSpPr>
              <a:spLocks noChangeArrowheads="1"/>
            </p:cNvSpPr>
            <p:nvPr/>
          </p:nvSpPr>
          <p:spPr bwMode="auto">
            <a:xfrm>
              <a:off x="3024188" y="2143125"/>
              <a:ext cx="25400" cy="28575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3" name="Freeform 167"/>
            <p:cNvSpPr/>
            <p:nvPr/>
          </p:nvSpPr>
          <p:spPr bwMode="auto">
            <a:xfrm>
              <a:off x="2932113" y="2151063"/>
              <a:ext cx="111125" cy="123825"/>
            </a:xfrm>
            <a:custGeom>
              <a:avLst/>
              <a:gdLst/>
              <a:ahLst/>
              <a:cxnLst>
                <a:cxn ang="0">
                  <a:pos x="1" y="51"/>
                </a:cxn>
                <a:cxn ang="0">
                  <a:pos x="46" y="1"/>
                </a:cxn>
                <a:cxn ang="0">
                  <a:pos x="50" y="1"/>
                </a:cxn>
                <a:cxn ang="0">
                  <a:pos x="50" y="4"/>
                </a:cxn>
                <a:cxn ang="0">
                  <a:pos x="5" y="55"/>
                </a:cxn>
                <a:cxn ang="0">
                  <a:pos x="1" y="55"/>
                </a:cxn>
                <a:cxn ang="0">
                  <a:pos x="1" y="51"/>
                </a:cxn>
              </a:cxnLst>
              <a:rect l="0" t="0" r="r" b="b"/>
              <a:pathLst>
                <a:path w="51" h="56">
                  <a:moveTo>
                    <a:pt x="1" y="51"/>
                  </a:moveTo>
                  <a:cubicBezTo>
                    <a:pt x="46" y="1"/>
                    <a:pt x="46" y="1"/>
                    <a:pt x="46" y="1"/>
                  </a:cubicBezTo>
                  <a:cubicBezTo>
                    <a:pt x="47" y="0"/>
                    <a:pt x="49" y="0"/>
                    <a:pt x="50" y="1"/>
                  </a:cubicBezTo>
                  <a:cubicBezTo>
                    <a:pt x="51" y="2"/>
                    <a:pt x="51" y="3"/>
                    <a:pt x="50" y="4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4" y="56"/>
                    <a:pt x="2" y="56"/>
                    <a:pt x="1" y="55"/>
                  </a:cubicBezTo>
                  <a:cubicBezTo>
                    <a:pt x="0" y="54"/>
                    <a:pt x="0" y="52"/>
                    <a:pt x="1" y="51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4" name="Freeform 168"/>
            <p:cNvSpPr>
              <a:spLocks noEditPoints="1"/>
            </p:cNvSpPr>
            <p:nvPr/>
          </p:nvSpPr>
          <p:spPr bwMode="auto">
            <a:xfrm>
              <a:off x="2932113" y="2293938"/>
              <a:ext cx="244475" cy="96838"/>
            </a:xfrm>
            <a:custGeom>
              <a:avLst/>
              <a:gdLst/>
              <a:ahLst/>
              <a:cxnLst>
                <a:cxn ang="0">
                  <a:pos x="5" y="31"/>
                </a:cxn>
                <a:cxn ang="0">
                  <a:pos x="21" y="0"/>
                </a:cxn>
                <a:cxn ang="0">
                  <a:pos x="19" y="4"/>
                </a:cxn>
                <a:cxn ang="0">
                  <a:pos x="16" y="19"/>
                </a:cxn>
                <a:cxn ang="0">
                  <a:pos x="21" y="34"/>
                </a:cxn>
                <a:cxn ang="0">
                  <a:pos x="20" y="44"/>
                </a:cxn>
                <a:cxn ang="0">
                  <a:pos x="38" y="0"/>
                </a:cxn>
                <a:cxn ang="0">
                  <a:pos x="37" y="4"/>
                </a:cxn>
                <a:cxn ang="0">
                  <a:pos x="34" y="19"/>
                </a:cxn>
                <a:cxn ang="0">
                  <a:pos x="38" y="34"/>
                </a:cxn>
                <a:cxn ang="0">
                  <a:pos x="21" y="44"/>
                </a:cxn>
                <a:cxn ang="0">
                  <a:pos x="23" y="34"/>
                </a:cxn>
                <a:cxn ang="0">
                  <a:pos x="25" y="19"/>
                </a:cxn>
                <a:cxn ang="0">
                  <a:pos x="21" y="4"/>
                </a:cxn>
                <a:cxn ang="0">
                  <a:pos x="38" y="0"/>
                </a:cxn>
                <a:cxn ang="0">
                  <a:pos x="56" y="4"/>
                </a:cxn>
                <a:cxn ang="0">
                  <a:pos x="51" y="19"/>
                </a:cxn>
                <a:cxn ang="0">
                  <a:pos x="56" y="34"/>
                </a:cxn>
                <a:cxn ang="0">
                  <a:pos x="56" y="44"/>
                </a:cxn>
                <a:cxn ang="0">
                  <a:pos x="38" y="34"/>
                </a:cxn>
                <a:cxn ang="0">
                  <a:pos x="43" y="30"/>
                </a:cxn>
                <a:cxn ang="0">
                  <a:pos x="42" y="8"/>
                </a:cxn>
                <a:cxn ang="0">
                  <a:pos x="38" y="0"/>
                </a:cxn>
                <a:cxn ang="0">
                  <a:pos x="73" y="0"/>
                </a:cxn>
                <a:cxn ang="0">
                  <a:pos x="69" y="8"/>
                </a:cxn>
                <a:cxn ang="0">
                  <a:pos x="68" y="30"/>
                </a:cxn>
                <a:cxn ang="0">
                  <a:pos x="73" y="34"/>
                </a:cxn>
                <a:cxn ang="0">
                  <a:pos x="56" y="44"/>
                </a:cxn>
                <a:cxn ang="0">
                  <a:pos x="60" y="30"/>
                </a:cxn>
                <a:cxn ang="0">
                  <a:pos x="60" y="8"/>
                </a:cxn>
                <a:cxn ang="0">
                  <a:pos x="56" y="4"/>
                </a:cxn>
                <a:cxn ang="0">
                  <a:pos x="73" y="0"/>
                </a:cxn>
                <a:cxn ang="0">
                  <a:pos x="91" y="4"/>
                </a:cxn>
                <a:cxn ang="0">
                  <a:pos x="86" y="19"/>
                </a:cxn>
                <a:cxn ang="0">
                  <a:pos x="89" y="34"/>
                </a:cxn>
                <a:cxn ang="0">
                  <a:pos x="91" y="44"/>
                </a:cxn>
                <a:cxn ang="0">
                  <a:pos x="73" y="34"/>
                </a:cxn>
                <a:cxn ang="0">
                  <a:pos x="78" y="19"/>
                </a:cxn>
                <a:cxn ang="0">
                  <a:pos x="74" y="4"/>
                </a:cxn>
                <a:cxn ang="0">
                  <a:pos x="73" y="0"/>
                </a:cxn>
                <a:cxn ang="0">
                  <a:pos x="112" y="0"/>
                </a:cxn>
                <a:cxn ang="0">
                  <a:pos x="91" y="44"/>
                </a:cxn>
                <a:cxn ang="0">
                  <a:pos x="91" y="34"/>
                </a:cxn>
                <a:cxn ang="0">
                  <a:pos x="95" y="19"/>
                </a:cxn>
                <a:cxn ang="0">
                  <a:pos x="92" y="4"/>
                </a:cxn>
                <a:cxn ang="0">
                  <a:pos x="91" y="0"/>
                </a:cxn>
              </a:cxnLst>
              <a:rect l="0" t="0" r="r" b="b"/>
              <a:pathLst>
                <a:path w="112" h="44">
                  <a:moveTo>
                    <a:pt x="20" y="44"/>
                  </a:moveTo>
                  <a:cubicBezTo>
                    <a:pt x="10" y="44"/>
                    <a:pt x="6" y="38"/>
                    <a:pt x="5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20" y="4"/>
                    <a:pt x="19" y="4"/>
                  </a:cubicBezTo>
                  <a:cubicBezTo>
                    <a:pt x="16" y="4"/>
                    <a:pt x="14" y="6"/>
                    <a:pt x="15" y="8"/>
                  </a:cubicBezTo>
                  <a:cubicBezTo>
                    <a:pt x="15" y="12"/>
                    <a:pt x="16" y="15"/>
                    <a:pt x="16" y="19"/>
                  </a:cubicBezTo>
                  <a:cubicBezTo>
                    <a:pt x="17" y="23"/>
                    <a:pt x="17" y="26"/>
                    <a:pt x="18" y="30"/>
                  </a:cubicBezTo>
                  <a:cubicBezTo>
                    <a:pt x="18" y="32"/>
                    <a:pt x="19" y="33"/>
                    <a:pt x="21" y="3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0" y="44"/>
                  </a:lnTo>
                  <a:close/>
                  <a:moveTo>
                    <a:pt x="21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5" y="4"/>
                    <a:pt x="33" y="6"/>
                    <a:pt x="33" y="8"/>
                  </a:cubicBezTo>
                  <a:cubicBezTo>
                    <a:pt x="33" y="12"/>
                    <a:pt x="33" y="15"/>
                    <a:pt x="34" y="19"/>
                  </a:cubicBezTo>
                  <a:cubicBezTo>
                    <a:pt x="34" y="23"/>
                    <a:pt x="34" y="26"/>
                    <a:pt x="35" y="30"/>
                  </a:cubicBezTo>
                  <a:cubicBezTo>
                    <a:pt x="35" y="32"/>
                    <a:pt x="36" y="34"/>
                    <a:pt x="38" y="3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2" y="34"/>
                    <a:pt x="23" y="34"/>
                  </a:cubicBezTo>
                  <a:cubicBezTo>
                    <a:pt x="25" y="34"/>
                    <a:pt x="27" y="32"/>
                    <a:pt x="27" y="30"/>
                  </a:cubicBezTo>
                  <a:cubicBezTo>
                    <a:pt x="26" y="26"/>
                    <a:pt x="26" y="23"/>
                    <a:pt x="25" y="19"/>
                  </a:cubicBezTo>
                  <a:cubicBezTo>
                    <a:pt x="25" y="15"/>
                    <a:pt x="25" y="12"/>
                    <a:pt x="24" y="8"/>
                  </a:cubicBezTo>
                  <a:cubicBezTo>
                    <a:pt x="24" y="6"/>
                    <a:pt x="23" y="5"/>
                    <a:pt x="21" y="4"/>
                  </a:cubicBezTo>
                  <a:lnTo>
                    <a:pt x="21" y="0"/>
                  </a:lnTo>
                  <a:close/>
                  <a:moveTo>
                    <a:pt x="38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3" y="4"/>
                    <a:pt x="51" y="6"/>
                    <a:pt x="51" y="8"/>
                  </a:cubicBezTo>
                  <a:cubicBezTo>
                    <a:pt x="51" y="12"/>
                    <a:pt x="51" y="15"/>
                    <a:pt x="51" y="19"/>
                  </a:cubicBezTo>
                  <a:cubicBezTo>
                    <a:pt x="51" y="23"/>
                    <a:pt x="51" y="26"/>
                    <a:pt x="51" y="30"/>
                  </a:cubicBezTo>
                  <a:cubicBezTo>
                    <a:pt x="51" y="32"/>
                    <a:pt x="53" y="34"/>
                    <a:pt x="56" y="3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4"/>
                  </a:cubicBezTo>
                  <a:cubicBezTo>
                    <a:pt x="42" y="34"/>
                    <a:pt x="43" y="32"/>
                    <a:pt x="43" y="30"/>
                  </a:cubicBezTo>
                  <a:cubicBezTo>
                    <a:pt x="43" y="26"/>
                    <a:pt x="43" y="23"/>
                    <a:pt x="43" y="19"/>
                  </a:cubicBezTo>
                  <a:cubicBezTo>
                    <a:pt x="43" y="15"/>
                    <a:pt x="43" y="12"/>
                    <a:pt x="42" y="8"/>
                  </a:cubicBezTo>
                  <a:cubicBezTo>
                    <a:pt x="42" y="6"/>
                    <a:pt x="40" y="4"/>
                    <a:pt x="38" y="4"/>
                  </a:cubicBezTo>
                  <a:lnTo>
                    <a:pt x="38" y="0"/>
                  </a:lnTo>
                  <a:close/>
                  <a:moveTo>
                    <a:pt x="56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1" y="4"/>
                    <a:pt x="69" y="6"/>
                    <a:pt x="69" y="8"/>
                  </a:cubicBezTo>
                  <a:cubicBezTo>
                    <a:pt x="69" y="12"/>
                    <a:pt x="69" y="15"/>
                    <a:pt x="69" y="19"/>
                  </a:cubicBezTo>
                  <a:cubicBezTo>
                    <a:pt x="68" y="23"/>
                    <a:pt x="68" y="26"/>
                    <a:pt x="68" y="30"/>
                  </a:cubicBezTo>
                  <a:cubicBezTo>
                    <a:pt x="68" y="32"/>
                    <a:pt x="70" y="34"/>
                    <a:pt x="72" y="3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8" y="34"/>
                    <a:pt x="60" y="32"/>
                    <a:pt x="60" y="30"/>
                  </a:cubicBezTo>
                  <a:cubicBezTo>
                    <a:pt x="60" y="26"/>
                    <a:pt x="60" y="23"/>
                    <a:pt x="60" y="19"/>
                  </a:cubicBezTo>
                  <a:cubicBezTo>
                    <a:pt x="60" y="15"/>
                    <a:pt x="60" y="12"/>
                    <a:pt x="60" y="8"/>
                  </a:cubicBezTo>
                  <a:cubicBezTo>
                    <a:pt x="61" y="6"/>
                    <a:pt x="58" y="4"/>
                    <a:pt x="56" y="4"/>
                  </a:cubicBezTo>
                  <a:cubicBezTo>
                    <a:pt x="56" y="4"/>
                    <a:pt x="56" y="4"/>
                    <a:pt x="56" y="4"/>
                  </a:cubicBezTo>
                  <a:lnTo>
                    <a:pt x="56" y="0"/>
                  </a:lnTo>
                  <a:close/>
                  <a:moveTo>
                    <a:pt x="73" y="0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89" y="5"/>
                    <a:pt x="87" y="6"/>
                    <a:pt x="87" y="8"/>
                  </a:cubicBezTo>
                  <a:cubicBezTo>
                    <a:pt x="87" y="12"/>
                    <a:pt x="86" y="15"/>
                    <a:pt x="86" y="19"/>
                  </a:cubicBezTo>
                  <a:cubicBezTo>
                    <a:pt x="86" y="23"/>
                    <a:pt x="85" y="26"/>
                    <a:pt x="85" y="30"/>
                  </a:cubicBezTo>
                  <a:cubicBezTo>
                    <a:pt x="85" y="32"/>
                    <a:pt x="86" y="34"/>
                    <a:pt x="89" y="34"/>
                  </a:cubicBezTo>
                  <a:cubicBezTo>
                    <a:pt x="89" y="34"/>
                    <a:pt x="90" y="34"/>
                    <a:pt x="91" y="3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5" y="34"/>
                    <a:pt x="77" y="32"/>
                    <a:pt x="77" y="30"/>
                  </a:cubicBezTo>
                  <a:cubicBezTo>
                    <a:pt x="77" y="26"/>
                    <a:pt x="77" y="23"/>
                    <a:pt x="78" y="19"/>
                  </a:cubicBezTo>
                  <a:cubicBezTo>
                    <a:pt x="78" y="15"/>
                    <a:pt x="78" y="12"/>
                    <a:pt x="79" y="8"/>
                  </a:cubicBezTo>
                  <a:cubicBezTo>
                    <a:pt x="79" y="6"/>
                    <a:pt x="77" y="4"/>
                    <a:pt x="74" y="4"/>
                  </a:cubicBezTo>
                  <a:cubicBezTo>
                    <a:pt x="74" y="4"/>
                    <a:pt x="74" y="4"/>
                    <a:pt x="73" y="4"/>
                  </a:cubicBezTo>
                  <a:lnTo>
                    <a:pt x="73" y="0"/>
                  </a:lnTo>
                  <a:close/>
                  <a:moveTo>
                    <a:pt x="91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06" y="31"/>
                    <a:pt x="106" y="31"/>
                    <a:pt x="106" y="31"/>
                  </a:cubicBezTo>
                  <a:cubicBezTo>
                    <a:pt x="105" y="38"/>
                    <a:pt x="102" y="44"/>
                    <a:pt x="91" y="4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91" y="34"/>
                    <a:pt x="91" y="34"/>
                    <a:pt x="91" y="34"/>
                  </a:cubicBezTo>
                  <a:cubicBezTo>
                    <a:pt x="92" y="33"/>
                    <a:pt x="93" y="32"/>
                    <a:pt x="94" y="30"/>
                  </a:cubicBezTo>
                  <a:cubicBezTo>
                    <a:pt x="94" y="26"/>
                    <a:pt x="95" y="23"/>
                    <a:pt x="95" y="19"/>
                  </a:cubicBezTo>
                  <a:cubicBezTo>
                    <a:pt x="96" y="15"/>
                    <a:pt x="96" y="12"/>
                    <a:pt x="97" y="8"/>
                  </a:cubicBezTo>
                  <a:cubicBezTo>
                    <a:pt x="97" y="6"/>
                    <a:pt x="95" y="4"/>
                    <a:pt x="92" y="4"/>
                  </a:cubicBezTo>
                  <a:cubicBezTo>
                    <a:pt x="92" y="4"/>
                    <a:pt x="91" y="4"/>
                    <a:pt x="91" y="4"/>
                  </a:cubicBezTo>
                  <a:lnTo>
                    <a:pt x="91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5" name="Freeform 169"/>
            <p:cNvSpPr>
              <a:spLocks noEditPoints="1"/>
            </p:cNvSpPr>
            <p:nvPr/>
          </p:nvSpPr>
          <p:spPr bwMode="auto">
            <a:xfrm>
              <a:off x="2398713" y="1749425"/>
              <a:ext cx="139700" cy="138113"/>
            </a:xfrm>
            <a:custGeom>
              <a:avLst/>
              <a:gdLst/>
              <a:ahLst/>
              <a:cxnLst>
                <a:cxn ang="0">
                  <a:pos x="27" y="47"/>
                </a:cxn>
                <a:cxn ang="0">
                  <a:pos x="21" y="53"/>
                </a:cxn>
                <a:cxn ang="0">
                  <a:pos x="16" y="53"/>
                </a:cxn>
                <a:cxn ang="0">
                  <a:pos x="10" y="48"/>
                </a:cxn>
                <a:cxn ang="0">
                  <a:pos x="10" y="42"/>
                </a:cxn>
                <a:cxn ang="0">
                  <a:pos x="27" y="26"/>
                </a:cxn>
                <a:cxn ang="0">
                  <a:pos x="32" y="26"/>
                </a:cxn>
                <a:cxn ang="0">
                  <a:pos x="37" y="32"/>
                </a:cxn>
                <a:cxn ang="0">
                  <a:pos x="43" y="26"/>
                </a:cxn>
                <a:cxn ang="0">
                  <a:pos x="37" y="21"/>
                </a:cxn>
                <a:cxn ang="0">
                  <a:pos x="21" y="21"/>
                </a:cxn>
                <a:cxn ang="0">
                  <a:pos x="5" y="37"/>
                </a:cxn>
                <a:cxn ang="0">
                  <a:pos x="5" y="53"/>
                </a:cxn>
                <a:cxn ang="0">
                  <a:pos x="10" y="59"/>
                </a:cxn>
                <a:cxn ang="0">
                  <a:pos x="27" y="59"/>
                </a:cxn>
                <a:cxn ang="0">
                  <a:pos x="36" y="49"/>
                </a:cxn>
                <a:cxn ang="0">
                  <a:pos x="27" y="47"/>
                </a:cxn>
                <a:cxn ang="0">
                  <a:pos x="59" y="26"/>
                </a:cxn>
                <a:cxn ang="0">
                  <a:pos x="43" y="42"/>
                </a:cxn>
                <a:cxn ang="0">
                  <a:pos x="27" y="42"/>
                </a:cxn>
                <a:cxn ang="0">
                  <a:pos x="21" y="37"/>
                </a:cxn>
                <a:cxn ang="0">
                  <a:pos x="27" y="32"/>
                </a:cxn>
                <a:cxn ang="0">
                  <a:pos x="32" y="37"/>
                </a:cxn>
                <a:cxn ang="0">
                  <a:pos x="37" y="37"/>
                </a:cxn>
                <a:cxn ang="0">
                  <a:pos x="54" y="21"/>
                </a:cxn>
                <a:cxn ang="0">
                  <a:pos x="54" y="15"/>
                </a:cxn>
                <a:cxn ang="0">
                  <a:pos x="48" y="10"/>
                </a:cxn>
                <a:cxn ang="0">
                  <a:pos x="43" y="10"/>
                </a:cxn>
                <a:cxn ang="0">
                  <a:pos x="37" y="16"/>
                </a:cxn>
                <a:cxn ang="0">
                  <a:pos x="28" y="14"/>
                </a:cxn>
                <a:cxn ang="0">
                  <a:pos x="37" y="4"/>
                </a:cxn>
                <a:cxn ang="0">
                  <a:pos x="54" y="4"/>
                </a:cxn>
                <a:cxn ang="0">
                  <a:pos x="59" y="10"/>
                </a:cxn>
                <a:cxn ang="0">
                  <a:pos x="59" y="26"/>
                </a:cxn>
              </a:cxnLst>
              <a:rect l="0" t="0" r="r" b="b"/>
              <a:pathLst>
                <a:path w="64" h="63">
                  <a:moveTo>
                    <a:pt x="27" y="47"/>
                  </a:moveTo>
                  <a:cubicBezTo>
                    <a:pt x="21" y="53"/>
                    <a:pt x="21" y="53"/>
                    <a:pt x="21" y="53"/>
                  </a:cubicBezTo>
                  <a:cubicBezTo>
                    <a:pt x="20" y="55"/>
                    <a:pt x="17" y="55"/>
                    <a:pt x="16" y="53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6"/>
                    <a:pt x="9" y="44"/>
                    <a:pt x="10" y="42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8" y="25"/>
                    <a:pt x="30" y="25"/>
                    <a:pt x="32" y="26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3" y="16"/>
                    <a:pt x="26" y="16"/>
                    <a:pt x="21" y="21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0" y="41"/>
                    <a:pt x="0" y="49"/>
                    <a:pt x="5" y="53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15" y="63"/>
                    <a:pt x="22" y="63"/>
                    <a:pt x="27" y="59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3" y="50"/>
                    <a:pt x="30" y="49"/>
                    <a:pt x="27" y="47"/>
                  </a:cubicBezTo>
                  <a:moveTo>
                    <a:pt x="59" y="26"/>
                  </a:moveTo>
                  <a:cubicBezTo>
                    <a:pt x="43" y="42"/>
                    <a:pt x="43" y="42"/>
                    <a:pt x="43" y="42"/>
                  </a:cubicBezTo>
                  <a:cubicBezTo>
                    <a:pt x="38" y="47"/>
                    <a:pt x="31" y="47"/>
                    <a:pt x="27" y="42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8"/>
                    <a:pt x="36" y="38"/>
                    <a:pt x="37" y="37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19"/>
                    <a:pt x="55" y="17"/>
                    <a:pt x="54" y="15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7" y="8"/>
                    <a:pt x="44" y="8"/>
                    <a:pt x="43" y="10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4" y="14"/>
                    <a:pt x="31" y="13"/>
                    <a:pt x="28" y="1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42" y="0"/>
                    <a:pt x="49" y="0"/>
                    <a:pt x="54" y="4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64" y="14"/>
                    <a:pt x="64" y="22"/>
                    <a:pt x="59" y="26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  <p:sp>
          <p:nvSpPr>
            <p:cNvPr id="186" name="Freeform 170"/>
            <p:cNvSpPr>
              <a:spLocks noEditPoints="1"/>
            </p:cNvSpPr>
            <p:nvPr/>
          </p:nvSpPr>
          <p:spPr bwMode="auto">
            <a:xfrm>
              <a:off x="3252788" y="1019175"/>
              <a:ext cx="166688" cy="166688"/>
            </a:xfrm>
            <a:custGeom>
              <a:avLst/>
              <a:gdLst/>
              <a:ahLst/>
              <a:cxnLst>
                <a:cxn ang="0">
                  <a:pos x="54" y="38"/>
                </a:cxn>
                <a:cxn ang="0">
                  <a:pos x="28" y="53"/>
                </a:cxn>
                <a:cxn ang="0">
                  <a:pos x="28" y="23"/>
                </a:cxn>
                <a:cxn ang="0">
                  <a:pos x="54" y="38"/>
                </a:cxn>
                <a:cxn ang="0">
                  <a:pos x="76" y="38"/>
                </a:cxn>
                <a:cxn ang="0">
                  <a:pos x="38" y="0"/>
                </a:cxn>
                <a:cxn ang="0">
                  <a:pos x="0" y="38"/>
                </a:cxn>
                <a:cxn ang="0">
                  <a:pos x="38" y="76"/>
                </a:cxn>
                <a:cxn ang="0">
                  <a:pos x="76" y="38"/>
                </a:cxn>
              </a:cxnLst>
              <a:rect l="0" t="0" r="r" b="b"/>
              <a:pathLst>
                <a:path w="76" h="76">
                  <a:moveTo>
                    <a:pt x="54" y="38"/>
                  </a:moveTo>
                  <a:cubicBezTo>
                    <a:pt x="28" y="53"/>
                    <a:pt x="28" y="53"/>
                    <a:pt x="28" y="53"/>
                  </a:cubicBezTo>
                  <a:cubicBezTo>
                    <a:pt x="28" y="23"/>
                    <a:pt x="28" y="23"/>
                    <a:pt x="28" y="23"/>
                  </a:cubicBezTo>
                  <a:lnTo>
                    <a:pt x="54" y="38"/>
                  </a:lnTo>
                  <a:close/>
                  <a:moveTo>
                    <a:pt x="76" y="38"/>
                  </a:moveTo>
                  <a:cubicBezTo>
                    <a:pt x="76" y="17"/>
                    <a:pt x="59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59"/>
                    <a:pt x="17" y="76"/>
                    <a:pt x="38" y="76"/>
                  </a:cubicBezTo>
                  <a:cubicBezTo>
                    <a:pt x="59" y="76"/>
                    <a:pt x="76" y="59"/>
                    <a:pt x="76" y="38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88" name="文本框 187"/>
          <p:cNvSpPr txBox="1"/>
          <p:nvPr/>
        </p:nvSpPr>
        <p:spPr>
          <a:xfrm>
            <a:off x="5088890" y="2830830"/>
            <a:ext cx="6273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时尚中黑简体" charset="0"/>
              </a:rPr>
              <a:t>Our project was managed using GitHub.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  <a:sym typeface="时尚中黑简体" charset="0"/>
            </a:endParaRPr>
          </a:p>
        </p:txBody>
      </p:sp>
      <p:sp>
        <p:nvSpPr>
          <p:cNvPr id="12" name="文本框 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737100" y="1245235"/>
            <a:ext cx="59309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800" b="1" dirty="0">
                <a:solidFill>
                  <a:schemeClr val="tx2">
                    <a:lumMod val="50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 </a:t>
            </a:r>
            <a:r>
              <a:rPr kumimoji="1" lang="en-US" altLang="zh-CN" sz="4800" b="1" dirty="0">
                <a:solidFill>
                  <a:schemeClr val="tx2">
                    <a:lumMod val="50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PROJECT</a:t>
            </a:r>
            <a:r>
              <a:rPr kumimoji="1" lang="zh-CN" altLang="en-US" sz="4800" b="1" dirty="0">
                <a:solidFill>
                  <a:schemeClr val="tx2">
                    <a:lumMod val="50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 </a:t>
            </a:r>
            <a:r>
              <a:rPr kumimoji="1" lang="en-US" altLang="zh-CN" sz="4800" b="1" dirty="0">
                <a:solidFill>
                  <a:schemeClr val="tx2">
                    <a:lumMod val="50000"/>
                  </a:schemeClr>
                </a:solidFill>
                <a:latin typeface="Yuanti SC" panose="02010600040101010101" charset="-122"/>
                <a:ea typeface="Yuanti SC" panose="02010600040101010101" charset="-122"/>
                <a:cs typeface="Yuanti SC" panose="02010600040101010101" charset="-122"/>
              </a:rPr>
              <a:t>OVERVIEW</a:t>
            </a:r>
            <a:endParaRPr kumimoji="1" lang="en-US" altLang="zh-CN" sz="4800" b="1" dirty="0">
              <a:solidFill>
                <a:schemeClr val="tx2">
                  <a:lumMod val="50000"/>
                </a:schemeClr>
              </a:solidFill>
              <a:latin typeface="Yuanti SC" panose="02010600040101010101" charset="-122"/>
              <a:ea typeface="Yuanti SC" panose="02010600040101010101" charset="-122"/>
              <a:cs typeface="Yuanti SC" panose="02010600040101010101" charset="-122"/>
            </a:endParaRPr>
          </a:p>
        </p:txBody>
      </p:sp>
      <p:sp>
        <p:nvSpPr>
          <p:cNvPr id="13" name="AutoShap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976135" y="4316968"/>
            <a:ext cx="2272357" cy="622300"/>
          </a:xfrm>
          <a:prstGeom prst="roundRect">
            <a:avLst>
              <a:gd name="adj" fmla="val 11032"/>
            </a:avLst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</p:spPr>
        <p:txBody>
          <a:bodyPr vert="horz" wrap="square" lIns="121920" tIns="60960" rIns="121920" bIns="60960" numCol="1" anchor="ctr" anchorCtr="0" compatLnSpc="1"/>
          <a:p>
            <a:pPr algn="ctr"/>
            <a:r>
              <a:rPr lang="en-US" dirty="0" err="1">
                <a:solidFill>
                  <a:schemeClr val="bg1"/>
                </a:solidFill>
              </a:rPr>
              <a:t>Click to play </a:t>
            </a:r>
            <a:r>
              <a:rPr lang="en-US" dirty="0" err="1">
                <a:solidFill>
                  <a:schemeClr val="bg1"/>
                </a:solidFill>
              </a:rPr>
              <a:t>demo</a:t>
            </a:r>
            <a:endParaRPr lang="en-US" dirty="0" err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88" grpId="0"/>
      <p:bldP spid="12" grpId="0"/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7" name="demo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6775" y="0"/>
            <a:ext cx="10458450" cy="6864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18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4"/>
          <p:cNvPicPr/>
          <p:nvPr/>
        </p:nvPicPr>
        <p:blipFill rotWithShape="1">
          <a:blip r:embed="rId2"/>
          <a:srcRect b="10193"/>
          <a:stretch>
            <a:fillRect/>
          </a:stretch>
        </p:blipFill>
        <p:spPr bwMode="auto">
          <a:xfrm>
            <a:off x="-19553" y="1143001"/>
            <a:ext cx="3575553" cy="5715000"/>
          </a:xfrm>
          <a:prstGeom prst="rect">
            <a:avLst/>
          </a:prstGeom>
          <a:noFill/>
          <a:ln w="9525">
            <a:solidFill>
              <a:srgbClr val="4BC9D0"/>
            </a:solidFill>
            <a:miter lim="800000"/>
            <a:headEnd/>
            <a:tailEnd/>
          </a:ln>
        </p:spPr>
      </p:pic>
      <p:sp>
        <p:nvSpPr>
          <p:cNvPr id="40" name="Freeform 8"/>
          <p:cNvSpPr/>
          <p:nvPr/>
        </p:nvSpPr>
        <p:spPr bwMode="auto">
          <a:xfrm>
            <a:off x="7791017" y="5156114"/>
            <a:ext cx="1003296" cy="676275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41" name="Freeform 8"/>
          <p:cNvSpPr/>
          <p:nvPr/>
        </p:nvSpPr>
        <p:spPr bwMode="auto">
          <a:xfrm>
            <a:off x="9373235" y="1784350"/>
            <a:ext cx="1403985" cy="927100"/>
          </a:xfrm>
          <a:custGeom>
            <a:avLst/>
            <a:gdLst>
              <a:gd name="T0" fmla="*/ 216 w 271"/>
              <a:gd name="T1" fmla="*/ 68 h 188"/>
              <a:gd name="T2" fmla="*/ 271 w 271"/>
              <a:gd name="T3" fmla="*/ 128 h 188"/>
              <a:gd name="T4" fmla="*/ 213 w 271"/>
              <a:gd name="T5" fmla="*/ 188 h 188"/>
              <a:gd name="T6" fmla="*/ 64 w 271"/>
              <a:gd name="T7" fmla="*/ 188 h 188"/>
              <a:gd name="T8" fmla="*/ 0 w 271"/>
              <a:gd name="T9" fmla="*/ 128 h 188"/>
              <a:gd name="T10" fmla="*/ 56 w 271"/>
              <a:gd name="T11" fmla="*/ 68 h 188"/>
              <a:gd name="T12" fmla="*/ 56 w 271"/>
              <a:gd name="T13" fmla="*/ 66 h 188"/>
              <a:gd name="T14" fmla="*/ 136 w 271"/>
              <a:gd name="T15" fmla="*/ 0 h 188"/>
              <a:gd name="T16" fmla="*/ 216 w 271"/>
              <a:gd name="T17" fmla="*/ 66 h 188"/>
              <a:gd name="T18" fmla="*/ 216 w 271"/>
              <a:gd name="T19" fmla="*/ 6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1" h="188">
                <a:moveTo>
                  <a:pt x="216" y="68"/>
                </a:moveTo>
                <a:cubicBezTo>
                  <a:pt x="247" y="75"/>
                  <a:pt x="271" y="99"/>
                  <a:pt x="271" y="128"/>
                </a:cubicBezTo>
                <a:cubicBezTo>
                  <a:pt x="271" y="157"/>
                  <a:pt x="247" y="188"/>
                  <a:pt x="213" y="188"/>
                </a:cubicBezTo>
                <a:cubicBezTo>
                  <a:pt x="64" y="188"/>
                  <a:pt x="64" y="188"/>
                  <a:pt x="64" y="188"/>
                </a:cubicBezTo>
                <a:cubicBezTo>
                  <a:pt x="28" y="188"/>
                  <a:pt x="0" y="159"/>
                  <a:pt x="0" y="128"/>
                </a:cubicBezTo>
                <a:cubicBezTo>
                  <a:pt x="0" y="99"/>
                  <a:pt x="24" y="75"/>
                  <a:pt x="56" y="68"/>
                </a:cubicBezTo>
                <a:cubicBezTo>
                  <a:pt x="56" y="68"/>
                  <a:pt x="56" y="67"/>
                  <a:pt x="56" y="66"/>
                </a:cubicBezTo>
                <a:cubicBezTo>
                  <a:pt x="56" y="29"/>
                  <a:pt x="92" y="0"/>
                  <a:pt x="136" y="0"/>
                </a:cubicBezTo>
                <a:cubicBezTo>
                  <a:pt x="180" y="0"/>
                  <a:pt x="216" y="29"/>
                  <a:pt x="216" y="66"/>
                </a:cubicBezTo>
                <a:cubicBezTo>
                  <a:pt x="216" y="67"/>
                  <a:pt x="216" y="68"/>
                  <a:pt x="216" y="68"/>
                </a:cubicBezTo>
              </a:path>
            </a:pathLst>
          </a:custGeom>
          <a:solidFill>
            <a:srgbClr val="4BC9D0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25" name="Subtitle 2"/>
          <p:cNvSpPr txBox="1"/>
          <p:nvPr>
            <p:custDataLst>
              <p:tags r:id="rId3"/>
            </p:custDataLst>
          </p:nvPr>
        </p:nvSpPr>
        <p:spPr>
          <a:xfrm>
            <a:off x="8432165" y="732155"/>
            <a:ext cx="2707640" cy="674370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Easy Mode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  <a:sym typeface="时尚中黑简体" charset="0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  <p:sp>
        <p:nvSpPr>
          <p:cNvPr id="3" name="Freeform 1"/>
          <p:cNvSpPr/>
          <p:nvPr/>
        </p:nvSpPr>
        <p:spPr bwMode="auto">
          <a:xfrm flipH="1">
            <a:off x="0" y="5462701"/>
            <a:ext cx="2540000" cy="1395299"/>
          </a:xfrm>
          <a:custGeom>
            <a:avLst/>
            <a:gdLst/>
            <a:ahLst/>
            <a:cxnLst>
              <a:cxn ang="0">
                <a:pos x="1624" y="0"/>
              </a:cxn>
              <a:cxn ang="0">
                <a:pos x="1238" y="372"/>
              </a:cxn>
              <a:cxn ang="0">
                <a:pos x="1238" y="381"/>
              </a:cxn>
              <a:cxn ang="0">
                <a:pos x="936" y="638"/>
              </a:cxn>
              <a:cxn ang="0">
                <a:pos x="787" y="556"/>
              </a:cxn>
              <a:cxn ang="0">
                <a:pos x="787" y="550"/>
              </a:cxn>
              <a:cxn ang="0">
                <a:pos x="494" y="304"/>
              </a:cxn>
              <a:cxn ang="0">
                <a:pos x="201" y="550"/>
              </a:cxn>
              <a:cxn ang="0">
                <a:pos x="202" y="556"/>
              </a:cxn>
              <a:cxn ang="0">
                <a:pos x="0" y="739"/>
              </a:cxn>
              <a:cxn ang="0">
                <a:pos x="1624" y="739"/>
              </a:cxn>
              <a:cxn ang="0">
                <a:pos x="1624" y="0"/>
              </a:cxn>
            </a:cxnLst>
            <a:rect l="0" t="0" r="r" b="b"/>
            <a:pathLst>
              <a:path w="1624" h="739">
                <a:moveTo>
                  <a:pt x="1624" y="0"/>
                </a:moveTo>
                <a:cubicBezTo>
                  <a:pt x="1406" y="25"/>
                  <a:pt x="1238" y="182"/>
                  <a:pt x="1238" y="372"/>
                </a:cubicBezTo>
                <a:cubicBezTo>
                  <a:pt x="1238" y="375"/>
                  <a:pt x="1238" y="378"/>
                  <a:pt x="1238" y="381"/>
                </a:cubicBezTo>
                <a:cubicBezTo>
                  <a:pt x="1089" y="412"/>
                  <a:pt x="971" y="512"/>
                  <a:pt x="936" y="638"/>
                </a:cubicBezTo>
                <a:cubicBezTo>
                  <a:pt x="899" y="598"/>
                  <a:pt x="847" y="568"/>
                  <a:pt x="787" y="556"/>
                </a:cubicBezTo>
                <a:cubicBezTo>
                  <a:pt x="787" y="554"/>
                  <a:pt x="787" y="552"/>
                  <a:pt x="787" y="550"/>
                </a:cubicBezTo>
                <a:cubicBezTo>
                  <a:pt x="787" y="414"/>
                  <a:pt x="656" y="304"/>
                  <a:pt x="494" y="304"/>
                </a:cubicBezTo>
                <a:cubicBezTo>
                  <a:pt x="333" y="304"/>
                  <a:pt x="201" y="414"/>
                  <a:pt x="201" y="550"/>
                </a:cubicBezTo>
                <a:cubicBezTo>
                  <a:pt x="201" y="552"/>
                  <a:pt x="202" y="554"/>
                  <a:pt x="202" y="556"/>
                </a:cubicBezTo>
                <a:cubicBezTo>
                  <a:pt x="98" y="577"/>
                  <a:pt x="17" y="650"/>
                  <a:pt x="0" y="739"/>
                </a:cubicBezTo>
                <a:cubicBezTo>
                  <a:pt x="1624" y="739"/>
                  <a:pt x="1624" y="739"/>
                  <a:pt x="1624" y="739"/>
                </a:cubicBezTo>
                <a:lnTo>
                  <a:pt x="1624" y="0"/>
                </a:lnTo>
                <a:close/>
              </a:path>
            </a:pathLst>
          </a:custGeom>
          <a:solidFill>
            <a:srgbClr val="8FBDE2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grpSp>
        <p:nvGrpSpPr>
          <p:cNvPr id="4" name="Group 34"/>
          <p:cNvGrpSpPr/>
          <p:nvPr/>
        </p:nvGrpSpPr>
        <p:grpSpPr>
          <a:xfrm>
            <a:off x="3251200" y="1407795"/>
            <a:ext cx="619125" cy="497205"/>
            <a:chOff x="2120089" y="767339"/>
            <a:chExt cx="1528546" cy="1137658"/>
          </a:xfr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5" name="AutoShape 3"/>
            <p:cNvCxnSpPr>
              <a:cxnSpLocks noChangeShapeType="1"/>
            </p:cNvCxnSpPr>
            <p:nvPr/>
          </p:nvCxnSpPr>
          <p:spPr bwMode="auto">
            <a:xfrm flipV="1">
              <a:off x="2120089" y="869290"/>
              <a:ext cx="1408201" cy="1035707"/>
            </a:xfrm>
            <a:prstGeom prst="straightConnector1">
              <a:avLst/>
            </a:prstGeom>
            <a:grpFill/>
            <a:ln w="12700">
              <a:solidFill>
                <a:srgbClr val="FFFFFF"/>
              </a:solidFill>
              <a:prstDash val="sysDot"/>
              <a:round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>
              <a:off x="3519503" y="767339"/>
              <a:ext cx="129132" cy="129131"/>
            </a:xfrm>
            <a:prstGeom prst="ellipse">
              <a:avLst/>
            </a:prstGeom>
            <a:grpFill/>
            <a:ln w="12700">
              <a:solidFill>
                <a:srgbClr val="FFFFFF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7" name="Group 35"/>
          <p:cNvGrpSpPr/>
          <p:nvPr/>
        </p:nvGrpSpPr>
        <p:grpSpPr>
          <a:xfrm>
            <a:off x="3251200" y="1766570"/>
            <a:ext cx="2017395" cy="452755"/>
            <a:chOff x="2388997" y="1405799"/>
            <a:chExt cx="2011321" cy="813304"/>
          </a:xfr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8" name="AutoShape 4"/>
            <p:cNvCxnSpPr>
              <a:cxnSpLocks noChangeShapeType="1"/>
              <a:endCxn id="16" idx="3"/>
            </p:cNvCxnSpPr>
            <p:nvPr/>
          </p:nvCxnSpPr>
          <p:spPr bwMode="auto">
            <a:xfrm flipV="1">
              <a:off x="2388997" y="1516019"/>
              <a:ext cx="1902338" cy="703084"/>
            </a:xfrm>
            <a:prstGeom prst="straightConnector1">
              <a:avLst/>
            </a:prstGeom>
            <a:grpFill/>
            <a:ln w="12700">
              <a:solidFill>
                <a:srgbClr val="FFFFFF"/>
              </a:solidFill>
              <a:prstDash val="sysDot"/>
              <a:round/>
            </a:ln>
          </p:spPr>
        </p:cxn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4272637" y="1405799"/>
              <a:ext cx="127681" cy="129132"/>
            </a:xfrm>
            <a:prstGeom prst="ellipse">
              <a:avLst/>
            </a:prstGeom>
            <a:grpFill/>
            <a:ln w="12700">
              <a:solidFill>
                <a:srgbClr val="FFFFFF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0" name="Group 37"/>
          <p:cNvGrpSpPr/>
          <p:nvPr/>
        </p:nvGrpSpPr>
        <p:grpSpPr>
          <a:xfrm>
            <a:off x="3454401" y="2119581"/>
            <a:ext cx="2624953" cy="293419"/>
            <a:chOff x="2535275" y="2119581"/>
            <a:chExt cx="2632785" cy="293419"/>
          </a:xfr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11" name="AutoShape 5"/>
            <p:cNvCxnSpPr>
              <a:cxnSpLocks noChangeShapeType="1"/>
            </p:cNvCxnSpPr>
            <p:nvPr/>
          </p:nvCxnSpPr>
          <p:spPr bwMode="auto">
            <a:xfrm flipV="1">
              <a:off x="2535275" y="2201728"/>
              <a:ext cx="2494305" cy="211272"/>
            </a:xfrm>
            <a:prstGeom prst="straightConnector1">
              <a:avLst/>
            </a:prstGeom>
            <a:grpFill/>
            <a:ln w="12700">
              <a:noFill/>
              <a:prstDash val="sysDot"/>
              <a:round/>
            </a:ln>
          </p:spPr>
        </p:cxn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5038928" y="2119581"/>
              <a:ext cx="129132" cy="129131"/>
            </a:xfrm>
            <a:prstGeom prst="ellipse">
              <a:avLst/>
            </a:prstGeom>
            <a:grpFill/>
            <a:ln w="12700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6" name="Group 47"/>
          <p:cNvGrpSpPr/>
          <p:nvPr/>
        </p:nvGrpSpPr>
        <p:grpSpPr>
          <a:xfrm flipV="1">
            <a:off x="3352800" y="2639695"/>
            <a:ext cx="570230" cy="281305"/>
            <a:chOff x="2406915" y="2920998"/>
            <a:chExt cx="2708210" cy="865735"/>
          </a:xfr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17" name="AutoShape 7"/>
            <p:cNvCxnSpPr>
              <a:cxnSpLocks noChangeShapeType="1"/>
            </p:cNvCxnSpPr>
            <p:nvPr/>
          </p:nvCxnSpPr>
          <p:spPr bwMode="auto">
            <a:xfrm>
              <a:off x="2406915" y="2920998"/>
              <a:ext cx="2588115" cy="765362"/>
            </a:xfrm>
            <a:prstGeom prst="straightConnector1">
              <a:avLst/>
            </a:prstGeom>
            <a:grpFill/>
            <a:ln w="12700">
              <a:solidFill>
                <a:srgbClr val="FFFFFF"/>
              </a:solidFill>
              <a:prstDash val="sysDot"/>
              <a:round/>
            </a:ln>
          </p:spPr>
        </p:cxn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4985994" y="3657601"/>
              <a:ext cx="129131" cy="129132"/>
            </a:xfrm>
            <a:prstGeom prst="ellipse">
              <a:avLst/>
            </a:prstGeom>
            <a:grpFill/>
            <a:ln w="12700">
              <a:solidFill>
                <a:srgbClr val="FFFFFF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19" name="Group 48"/>
          <p:cNvGrpSpPr/>
          <p:nvPr/>
        </p:nvGrpSpPr>
        <p:grpSpPr>
          <a:xfrm>
            <a:off x="2785110" y="3853815"/>
            <a:ext cx="696595" cy="676275"/>
            <a:chOff x="2357178" y="3124199"/>
            <a:chExt cx="2443419" cy="1600202"/>
          </a:xfr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20" name="AutoShape 8"/>
            <p:cNvCxnSpPr>
              <a:cxnSpLocks noChangeShapeType="1"/>
              <a:endCxn id="20" idx="1"/>
            </p:cNvCxnSpPr>
            <p:nvPr/>
          </p:nvCxnSpPr>
          <p:spPr bwMode="auto">
            <a:xfrm>
              <a:off x="2357178" y="3124199"/>
              <a:ext cx="2333198" cy="1489981"/>
            </a:xfrm>
            <a:prstGeom prst="straightConnector1">
              <a:avLst/>
            </a:prstGeom>
            <a:grpFill/>
            <a:ln w="12700">
              <a:solidFill>
                <a:srgbClr val="FFFFFF"/>
              </a:solidFill>
              <a:prstDash val="sysDot"/>
              <a:round/>
            </a:ln>
          </p:spPr>
        </p:cxnSp>
        <p:sp>
          <p:nvSpPr>
            <p:cNvPr id="21" name="Oval 15"/>
            <p:cNvSpPr>
              <a:spLocks noChangeArrowheads="1"/>
            </p:cNvSpPr>
            <p:nvPr/>
          </p:nvSpPr>
          <p:spPr bwMode="auto">
            <a:xfrm>
              <a:off x="4671466" y="4595269"/>
              <a:ext cx="129131" cy="129132"/>
            </a:xfrm>
            <a:prstGeom prst="ellipse">
              <a:avLst/>
            </a:prstGeom>
            <a:grpFill/>
            <a:ln w="12700">
              <a:solidFill>
                <a:srgbClr val="FFFFFF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grpSp>
        <p:nvGrpSpPr>
          <p:cNvPr id="22" name="Group 50"/>
          <p:cNvGrpSpPr/>
          <p:nvPr/>
        </p:nvGrpSpPr>
        <p:grpSpPr>
          <a:xfrm flipV="1">
            <a:off x="3149600" y="3115310"/>
            <a:ext cx="1248410" cy="212090"/>
            <a:chOff x="2317400" y="3327401"/>
            <a:chExt cx="1959260" cy="2440532"/>
          </a:xfr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23" name="AutoShape 9"/>
            <p:cNvCxnSpPr>
              <a:cxnSpLocks noChangeShapeType="1"/>
            </p:cNvCxnSpPr>
            <p:nvPr/>
          </p:nvCxnSpPr>
          <p:spPr bwMode="auto">
            <a:xfrm rot="16200000" flipH="1">
              <a:off x="2087296" y="3557505"/>
              <a:ext cx="2329328" cy="1869120"/>
            </a:xfrm>
            <a:prstGeom prst="straightConnector1">
              <a:avLst/>
            </a:prstGeom>
            <a:grpFill/>
            <a:ln w="12700">
              <a:solidFill>
                <a:srgbClr val="FFFFFF"/>
              </a:solidFill>
              <a:prstDash val="sysDot"/>
              <a:round/>
            </a:ln>
          </p:spPr>
        </p:cxnSp>
        <p:sp>
          <p:nvSpPr>
            <p:cNvPr id="24" name="Oval 15"/>
            <p:cNvSpPr>
              <a:spLocks noChangeArrowheads="1"/>
            </p:cNvSpPr>
            <p:nvPr/>
          </p:nvSpPr>
          <p:spPr bwMode="auto">
            <a:xfrm>
              <a:off x="4147529" y="5638801"/>
              <a:ext cx="129131" cy="129132"/>
            </a:xfrm>
            <a:prstGeom prst="ellipse">
              <a:avLst/>
            </a:prstGeom>
            <a:grpFill/>
            <a:ln w="12700">
              <a:solidFill>
                <a:srgbClr val="FFFFFF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32" name="Freeform 1"/>
          <p:cNvSpPr/>
          <p:nvPr/>
        </p:nvSpPr>
        <p:spPr bwMode="auto">
          <a:xfrm>
            <a:off x="8432800" y="5156421"/>
            <a:ext cx="3759200" cy="1701583"/>
          </a:xfrm>
          <a:custGeom>
            <a:avLst/>
            <a:gdLst/>
            <a:ahLst/>
            <a:cxnLst>
              <a:cxn ang="0">
                <a:pos x="1624" y="0"/>
              </a:cxn>
              <a:cxn ang="0">
                <a:pos x="1238" y="372"/>
              </a:cxn>
              <a:cxn ang="0">
                <a:pos x="1238" y="381"/>
              </a:cxn>
              <a:cxn ang="0">
                <a:pos x="936" y="638"/>
              </a:cxn>
              <a:cxn ang="0">
                <a:pos x="787" y="556"/>
              </a:cxn>
              <a:cxn ang="0">
                <a:pos x="787" y="550"/>
              </a:cxn>
              <a:cxn ang="0">
                <a:pos x="494" y="304"/>
              </a:cxn>
              <a:cxn ang="0">
                <a:pos x="201" y="550"/>
              </a:cxn>
              <a:cxn ang="0">
                <a:pos x="202" y="556"/>
              </a:cxn>
              <a:cxn ang="0">
                <a:pos x="0" y="739"/>
              </a:cxn>
              <a:cxn ang="0">
                <a:pos x="1624" y="739"/>
              </a:cxn>
              <a:cxn ang="0">
                <a:pos x="1624" y="0"/>
              </a:cxn>
            </a:cxnLst>
            <a:rect l="0" t="0" r="r" b="b"/>
            <a:pathLst>
              <a:path w="1624" h="739">
                <a:moveTo>
                  <a:pt x="1624" y="0"/>
                </a:moveTo>
                <a:cubicBezTo>
                  <a:pt x="1406" y="25"/>
                  <a:pt x="1238" y="182"/>
                  <a:pt x="1238" y="372"/>
                </a:cubicBezTo>
                <a:cubicBezTo>
                  <a:pt x="1238" y="375"/>
                  <a:pt x="1238" y="378"/>
                  <a:pt x="1238" y="381"/>
                </a:cubicBezTo>
                <a:cubicBezTo>
                  <a:pt x="1089" y="412"/>
                  <a:pt x="971" y="512"/>
                  <a:pt x="936" y="638"/>
                </a:cubicBezTo>
                <a:cubicBezTo>
                  <a:pt x="899" y="598"/>
                  <a:pt x="847" y="568"/>
                  <a:pt x="787" y="556"/>
                </a:cubicBezTo>
                <a:cubicBezTo>
                  <a:pt x="787" y="554"/>
                  <a:pt x="787" y="552"/>
                  <a:pt x="787" y="550"/>
                </a:cubicBezTo>
                <a:cubicBezTo>
                  <a:pt x="787" y="414"/>
                  <a:pt x="656" y="304"/>
                  <a:pt x="494" y="304"/>
                </a:cubicBezTo>
                <a:cubicBezTo>
                  <a:pt x="333" y="304"/>
                  <a:pt x="201" y="414"/>
                  <a:pt x="201" y="550"/>
                </a:cubicBezTo>
                <a:cubicBezTo>
                  <a:pt x="201" y="552"/>
                  <a:pt x="202" y="554"/>
                  <a:pt x="202" y="556"/>
                </a:cubicBezTo>
                <a:cubicBezTo>
                  <a:pt x="98" y="577"/>
                  <a:pt x="17" y="650"/>
                  <a:pt x="0" y="739"/>
                </a:cubicBezTo>
                <a:cubicBezTo>
                  <a:pt x="1624" y="739"/>
                  <a:pt x="1624" y="739"/>
                  <a:pt x="1624" y="739"/>
                </a:cubicBezTo>
                <a:lnTo>
                  <a:pt x="1624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/>
          </a:p>
        </p:txBody>
      </p:sp>
      <p:sp>
        <p:nvSpPr>
          <p:cNvPr id="43" name="矩形 42"/>
          <p:cNvSpPr/>
          <p:nvPr/>
        </p:nvSpPr>
        <p:spPr>
          <a:xfrm>
            <a:off x="1224901" y="1815075"/>
            <a:ext cx="1924685" cy="130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zh-CN" altLang="en-US" sz="3600" b="1">
                <a:solidFill>
                  <a:srgbClr val="131E54"/>
                </a:solidFill>
                <a:latin typeface="微软雅黑"/>
                <a:ea typeface="微软雅黑"/>
                <a:cs typeface="微软雅黑"/>
              </a:rPr>
              <a:t>Special </a:t>
            </a:r>
            <a:endParaRPr kumimoji="1" lang="zh-CN" altLang="en-US" sz="3600" b="1">
              <a:solidFill>
                <a:srgbClr val="131E54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kumimoji="1" lang="en-US" altLang="zh-CN" sz="3600" b="1">
                <a:solidFill>
                  <a:srgbClr val="131E54"/>
                </a:solidFill>
                <a:latin typeface="微软雅黑"/>
                <a:ea typeface="微软雅黑"/>
                <a:cs typeface="微软雅黑"/>
              </a:rPr>
              <a:t>D</a:t>
            </a:r>
            <a:r>
              <a:rPr kumimoji="1" lang="zh-CN" altLang="en-US" sz="3600" b="1">
                <a:solidFill>
                  <a:srgbClr val="131E54"/>
                </a:solidFill>
                <a:latin typeface="微软雅黑"/>
                <a:ea typeface="微软雅黑"/>
                <a:cs typeface="微软雅黑"/>
              </a:rPr>
              <a:t>esign</a:t>
            </a:r>
            <a:endParaRPr kumimoji="1" lang="zh-CN" altLang="en-US" sz="3600" b="1">
              <a:solidFill>
                <a:srgbClr val="131E5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Subtitle 2"/>
          <p:cNvSpPr txBox="1"/>
          <p:nvPr/>
        </p:nvSpPr>
        <p:spPr>
          <a:xfrm>
            <a:off x="3657600" y="1047750"/>
            <a:ext cx="7877175" cy="5032375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Human Player: 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A </a:t>
            </a:r>
            <a:r>
              <a:rPr lang="en-US" altLang="zh-CN" sz="16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victory assistance mechanism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 is included, ensuring that human players always draw or steal cards that can form valid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group.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AI Player: 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Randomly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select an action from the action pool (self.ai_actions_pool):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discard, draw, steal, skip.</a:t>
            </a:r>
            <a:endParaRPr lang="en-US" altLang="zh-CN" sz="16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1. If </a:t>
            </a: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discard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is chosen: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If discarding is possible, perform the action, then re-select randomly.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If discarding is not possible, re-select a different action.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2. If </a:t>
            </a: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draw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or </a:t>
            </a: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steal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is chosen: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Can only be executed once per turn, then removed from the action pool and re-selected.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3. If </a:t>
            </a: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skip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is chosen: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The turn ends immediately.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1"/>
          <p:cNvGrpSpPr/>
          <p:nvPr/>
        </p:nvGrpSpPr>
        <p:grpSpPr>
          <a:xfrm>
            <a:off x="8111450" y="896486"/>
            <a:ext cx="3475888" cy="5331057"/>
            <a:chOff x="5784055" y="737233"/>
            <a:chExt cx="3475887" cy="5331057"/>
          </a:xfrm>
        </p:grpSpPr>
        <p:sp>
          <p:nvSpPr>
            <p:cNvPr id="9" name="Oval 1"/>
            <p:cNvSpPr/>
            <p:nvPr/>
          </p:nvSpPr>
          <p:spPr>
            <a:xfrm>
              <a:off x="7325833" y="1152764"/>
              <a:ext cx="829339" cy="82933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30"/>
            <p:cNvSpPr/>
            <p:nvPr/>
          </p:nvSpPr>
          <p:spPr>
            <a:xfrm>
              <a:off x="7399374" y="1226305"/>
              <a:ext cx="682256" cy="6822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BC9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95000"/>
                    </a:schemeClr>
                  </a:solidFill>
                  <a:latin typeface="FontAwesome" pitchFamily="2" charset="0"/>
                </a:rPr>
                <a:t></a:t>
              </a:r>
              <a:endParaRPr 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1" name="Rectangle 3"/>
            <p:cNvSpPr/>
            <p:nvPr/>
          </p:nvSpPr>
          <p:spPr>
            <a:xfrm>
              <a:off x="8060415" y="737233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>
                  <a:solidFill>
                    <a:schemeClr val="bg1">
                      <a:lumMod val="95000"/>
                    </a:schemeClr>
                  </a:solidFill>
                  <a:latin typeface="FontAwesome" pitchFamily="2" charset="0"/>
                </a:rPr>
                <a:t></a:t>
              </a:r>
              <a:endParaRPr lang="en-US" sz="40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2" name="Rectangle 32"/>
            <p:cNvSpPr/>
            <p:nvPr/>
          </p:nvSpPr>
          <p:spPr>
            <a:xfrm>
              <a:off x="8228891" y="1492958"/>
              <a:ext cx="1031051" cy="1107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6600">
                  <a:solidFill>
                    <a:schemeClr val="bg1">
                      <a:lumMod val="75000"/>
                    </a:schemeClr>
                  </a:solidFill>
                  <a:latin typeface="FontAwesome" pitchFamily="2" charset="0"/>
                </a:rPr>
                <a:t></a:t>
              </a:r>
              <a:endParaRPr lang="en-US" sz="660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3" name="Oval 15"/>
            <p:cNvSpPr/>
            <p:nvPr/>
          </p:nvSpPr>
          <p:spPr>
            <a:xfrm>
              <a:off x="6511369" y="3749554"/>
              <a:ext cx="1159724" cy="1159724"/>
            </a:xfrm>
            <a:prstGeom prst="ellipse">
              <a:avLst/>
            </a:prstGeom>
            <a:solidFill>
              <a:srgbClr val="4BC9D0"/>
            </a:solidFill>
            <a:ln w="1016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85000"/>
                    </a:schemeClr>
                  </a:solidFill>
                  <a:latin typeface="FontAwesome" pitchFamily="2" charset="0"/>
                </a:rPr>
                <a:t></a:t>
              </a:r>
              <a:endParaRPr lang="en-US" sz="24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" name="Oval 10"/>
            <p:cNvSpPr/>
            <p:nvPr/>
          </p:nvSpPr>
          <p:spPr>
            <a:xfrm>
              <a:off x="6899265" y="1924531"/>
              <a:ext cx="676423" cy="676423"/>
            </a:xfrm>
            <a:prstGeom prst="ellipse">
              <a:avLst/>
            </a:prstGeom>
            <a:noFill/>
            <a:ln w="101600">
              <a:solidFill>
                <a:schemeClr val="bg1">
                  <a:lumMod val="85000"/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34"/>
            <p:cNvSpPr/>
            <p:nvPr/>
          </p:nvSpPr>
          <p:spPr>
            <a:xfrm>
              <a:off x="6649410" y="2167049"/>
              <a:ext cx="676423" cy="67642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01600">
              <a:solidFill>
                <a:srgbClr val="4BC9D0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1"/>
            <p:cNvSpPr/>
            <p:nvPr/>
          </p:nvSpPr>
          <p:spPr>
            <a:xfrm>
              <a:off x="6947124" y="2397634"/>
              <a:ext cx="1756837" cy="1756837"/>
            </a:xfrm>
            <a:prstGeom prst="ellipse">
              <a:avLst/>
            </a:prstGeom>
            <a:solidFill>
              <a:srgbClr val="4BC9D0"/>
            </a:solidFill>
            <a:ln w="1016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Rectangle 12"/>
            <p:cNvSpPr/>
            <p:nvPr/>
          </p:nvSpPr>
          <p:spPr>
            <a:xfrm>
              <a:off x="7513597" y="2775899"/>
              <a:ext cx="59503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>
                  <a:solidFill>
                    <a:schemeClr val="tx1">
                      <a:lumMod val="75000"/>
                      <a:lumOff val="25000"/>
                    </a:schemeClr>
                  </a:solidFill>
                  <a:latin typeface="FontAwesome" pitchFamily="2" charset="0"/>
                </a:rPr>
                <a:t></a:t>
              </a:r>
              <a:endParaRPr lang="en-US" sz="3200"/>
            </a:p>
          </p:txBody>
        </p:sp>
        <p:sp>
          <p:nvSpPr>
            <p:cNvPr id="18" name="Oval 35"/>
            <p:cNvSpPr/>
            <p:nvPr/>
          </p:nvSpPr>
          <p:spPr>
            <a:xfrm>
              <a:off x="8413608" y="2730074"/>
              <a:ext cx="676423" cy="67642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01600">
              <a:solidFill>
                <a:srgbClr val="4BC9D0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36"/>
            <p:cNvSpPr/>
            <p:nvPr/>
          </p:nvSpPr>
          <p:spPr>
            <a:xfrm>
              <a:off x="7513598" y="4023953"/>
              <a:ext cx="966759" cy="96675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01600">
              <a:solidFill>
                <a:srgbClr val="4BC9D0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FontAwesome" pitchFamily="2" charset="0"/>
                </a:rPr>
                <a:t>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" name="Oval 37"/>
            <p:cNvSpPr/>
            <p:nvPr/>
          </p:nvSpPr>
          <p:spPr>
            <a:xfrm>
              <a:off x="6270701" y="5073495"/>
              <a:ext cx="676423" cy="676423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01600">
              <a:solidFill>
                <a:srgbClr val="4BC9D0">
                  <a:alpha val="6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65000"/>
                    </a:schemeClr>
                  </a:solidFill>
                  <a:latin typeface="FontAwesome" pitchFamily="2" charset="0"/>
                </a:rPr>
                <a:t></a:t>
              </a:r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Oval 38"/>
            <p:cNvSpPr/>
            <p:nvPr/>
          </p:nvSpPr>
          <p:spPr>
            <a:xfrm>
              <a:off x="7172470" y="5266788"/>
              <a:ext cx="801502" cy="8015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39"/>
            <p:cNvSpPr/>
            <p:nvPr/>
          </p:nvSpPr>
          <p:spPr>
            <a:xfrm>
              <a:off x="7246010" y="5340328"/>
              <a:ext cx="659356" cy="659356"/>
            </a:xfrm>
            <a:prstGeom prst="ellipse">
              <a:avLst/>
            </a:prstGeom>
            <a:solidFill>
              <a:srgbClr val="4BC9D0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>
                      <a:lumMod val="95000"/>
                    </a:schemeClr>
                  </a:solidFill>
                  <a:latin typeface="FontAwesome" pitchFamily="2" charset="0"/>
                </a:rPr>
                <a:t></a:t>
              </a:r>
              <a:endParaRPr 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Rectangle 40"/>
            <p:cNvSpPr/>
            <p:nvPr/>
          </p:nvSpPr>
          <p:spPr>
            <a:xfrm>
              <a:off x="5784055" y="3713710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000">
                  <a:solidFill>
                    <a:schemeClr val="bg1">
                      <a:lumMod val="95000"/>
                    </a:schemeClr>
                  </a:solidFill>
                  <a:latin typeface="FontAwesome" pitchFamily="2" charset="0"/>
                </a:rPr>
                <a:t></a:t>
              </a:r>
              <a:endParaRPr lang="en-US" sz="40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" name="Subtitle 2"/>
          <p:cNvSpPr txBox="1"/>
          <p:nvPr>
            <p:custDataLst>
              <p:tags r:id="rId2"/>
            </p:custDataLst>
          </p:nvPr>
        </p:nvSpPr>
        <p:spPr>
          <a:xfrm>
            <a:off x="7716520" y="687070"/>
            <a:ext cx="3370580" cy="674370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Medium</a:t>
            </a:r>
            <a:r>
              <a: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 Mode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  <a:sym typeface="时尚中黑简体" charset="0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  <p:sp>
        <p:nvSpPr>
          <p:cNvPr id="43" name="矩形 42"/>
          <p:cNvSpPr/>
          <p:nvPr>
            <p:custDataLst>
              <p:tags r:id="rId3"/>
            </p:custDataLst>
          </p:nvPr>
        </p:nvSpPr>
        <p:spPr>
          <a:xfrm>
            <a:off x="9450705" y="2903855"/>
            <a:ext cx="1580515" cy="1053465"/>
          </a:xfrm>
          <a:prstGeom prst="rect">
            <a:avLst/>
          </a:prstGeom>
        </p:spPr>
        <p:txBody>
          <a:bodyPr wrap="none">
            <a:noAutofit/>
          </a:bodyPr>
          <a:p>
            <a:pPr algn="l">
              <a:lnSpc>
                <a:spcPct val="110000"/>
              </a:lnSpc>
            </a:pPr>
            <a:r>
              <a:rPr kumimoji="1" lang="zh-CN" altLang="en-US" sz="2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微软雅黑"/>
                <a:ea typeface="微软雅黑"/>
                <a:cs typeface="微软雅黑"/>
              </a:rPr>
              <a:t>Special </a:t>
            </a:r>
            <a:endParaRPr kumimoji="1" lang="zh-CN" altLang="en-US" sz="28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kumimoji="1" lang="en-US" altLang="zh-CN" sz="2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微软雅黑"/>
                <a:ea typeface="微软雅黑"/>
                <a:cs typeface="微软雅黑"/>
              </a:rPr>
              <a:t>D</a:t>
            </a:r>
            <a:r>
              <a:rPr kumimoji="1" lang="zh-CN" altLang="en-US" sz="28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微软雅黑"/>
                <a:ea typeface="微软雅黑"/>
                <a:cs typeface="微软雅黑"/>
              </a:rPr>
              <a:t>esign</a:t>
            </a:r>
            <a:endParaRPr kumimoji="1" lang="zh-CN" altLang="en-US" sz="28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Subtitle 2"/>
          <p:cNvSpPr txBox="1"/>
          <p:nvPr>
            <p:custDataLst>
              <p:tags r:id="rId4"/>
            </p:custDataLst>
          </p:nvPr>
        </p:nvSpPr>
        <p:spPr>
          <a:xfrm>
            <a:off x="1185545" y="951865"/>
            <a:ext cx="7877175" cy="4281170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AI Player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+mn-ea"/>
              </a:rPr>
              <a:t>Calculate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️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If the hand can form a valid set, </a:t>
            </a: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prioritize the discard action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.If discarding is not possible, attempt other actions.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endParaRPr lang="en-US" altLang="zh-CN" sz="1600" b="1" i="1" u="sng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Behavior selection based on calculated score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Calculate the percentage of forming a valid set for each possible action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 and execute the action with the highest percentage.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Percentage calculation rules: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Draw: The probability is based on drawing 1, 2, or 3 cards. The more cards drawn, the higher the probability of forming a valid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group.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Steal: The probability is evaluated based on the opponent's hand. If the opponent's hand has fewer than 5 cards, the steal percentage is 0.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10000"/>
              </a:lnSpc>
              <a:buClrTx/>
              <a:buSzTx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➡️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Skip: Fixed at the lowest percentage. This option is chosen only if all other actions have lower scores.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00000"/>
              </a:lnSpc>
              <a:buClrTx/>
              <a:buSzTx/>
            </a:pPr>
            <a:endParaRPr lang="en-US" altLang="zh-CN" sz="16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758190" y="534225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algn="l">
              <a:lnSpc>
                <a:spcPct val="100000"/>
              </a:lnSpc>
              <a:buClrTx/>
              <a:buSzTx/>
            </a:pPr>
            <a:r>
              <a:rPr lang="en-US" altLang="zh-CN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+mn-ea"/>
              </a:rPr>
              <a:t>Action limitations:</a:t>
            </a:r>
            <a:endParaRPr lang="en-US" altLang="zh-CN" sz="14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00000"/>
              </a:lnSpc>
              <a:buClrTx/>
              <a:buSzTx/>
            </a:pPr>
            <a:r>
              <a:rPr lang="en-US" altLang="zh-CN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+mn-ea"/>
              </a:rPr>
              <a:t>Each turn, draw and steal can only be executed once.</a:t>
            </a:r>
            <a:endParaRPr lang="en-US" altLang="zh-CN" sz="14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00000"/>
              </a:lnSpc>
              <a:buClrTx/>
              <a:buSzTx/>
            </a:pPr>
            <a:r>
              <a:rPr lang="en-US" altLang="zh-CN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+mn-ea"/>
              </a:rPr>
              <a:t>Discard can be repeated until it is no longer possible.</a:t>
            </a:r>
            <a:endParaRPr lang="en-US" altLang="zh-CN" sz="14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85" y="0"/>
            <a:ext cx="97643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305" y="12065"/>
            <a:ext cx="9775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6"/>
          <p:cNvGrpSpPr/>
          <p:nvPr/>
        </p:nvGrpSpPr>
        <p:grpSpPr bwMode="auto">
          <a:xfrm>
            <a:off x="-376238" y="1839913"/>
            <a:ext cx="5468938" cy="4548187"/>
            <a:chOff x="-513043" y="1174786"/>
            <a:chExt cx="6833161" cy="5683214"/>
          </a:xfrm>
        </p:grpSpPr>
        <p:grpSp>
          <p:nvGrpSpPr>
            <p:cNvPr id="27" name="Group 7"/>
            <p:cNvGrpSpPr/>
            <p:nvPr/>
          </p:nvGrpSpPr>
          <p:grpSpPr bwMode="auto">
            <a:xfrm>
              <a:off x="-513043" y="1174786"/>
              <a:ext cx="6833161" cy="5683214"/>
              <a:chOff x="1046815" y="704139"/>
              <a:chExt cx="6833161" cy="5683214"/>
            </a:xfrm>
          </p:grpSpPr>
          <p:sp>
            <p:nvSpPr>
              <p:cNvPr id="30" name="Freeform 10"/>
              <p:cNvSpPr>
                <a:spLocks noEditPoints="1"/>
              </p:cNvSpPr>
              <p:nvPr/>
            </p:nvSpPr>
            <p:spPr bwMode="auto">
              <a:xfrm>
                <a:off x="3431520" y="1576369"/>
                <a:ext cx="3062367" cy="875556"/>
              </a:xfrm>
              <a:custGeom>
                <a:avLst/>
                <a:gdLst>
                  <a:gd name="T0" fmla="*/ 3029108 w 3683"/>
                  <a:gd name="T1" fmla="*/ 857263 h 1053"/>
                  <a:gd name="T2" fmla="*/ 2975892 w 3683"/>
                  <a:gd name="T3" fmla="*/ 822341 h 1053"/>
                  <a:gd name="T4" fmla="*/ 2925172 w 3683"/>
                  <a:gd name="T5" fmla="*/ 786587 h 1053"/>
                  <a:gd name="T6" fmla="*/ 2873619 w 3683"/>
                  <a:gd name="T7" fmla="*/ 749170 h 1053"/>
                  <a:gd name="T8" fmla="*/ 2822899 w 3683"/>
                  <a:gd name="T9" fmla="*/ 714247 h 1053"/>
                  <a:gd name="T10" fmla="*/ 2771347 w 3683"/>
                  <a:gd name="T11" fmla="*/ 678494 h 1053"/>
                  <a:gd name="T12" fmla="*/ 2720626 w 3683"/>
                  <a:gd name="T13" fmla="*/ 643571 h 1053"/>
                  <a:gd name="T14" fmla="*/ 2667411 w 3683"/>
                  <a:gd name="T15" fmla="*/ 607817 h 1053"/>
                  <a:gd name="T16" fmla="*/ 2616690 w 3683"/>
                  <a:gd name="T17" fmla="*/ 572063 h 1053"/>
                  <a:gd name="T18" fmla="*/ 2565138 w 3683"/>
                  <a:gd name="T19" fmla="*/ 535478 h 1053"/>
                  <a:gd name="T20" fmla="*/ 2514417 w 3683"/>
                  <a:gd name="T21" fmla="*/ 499724 h 1053"/>
                  <a:gd name="T22" fmla="*/ 2462865 w 3683"/>
                  <a:gd name="T23" fmla="*/ 463970 h 1053"/>
                  <a:gd name="T24" fmla="*/ 2412144 w 3683"/>
                  <a:gd name="T25" fmla="*/ 429047 h 1053"/>
                  <a:gd name="T26" fmla="*/ 2358929 w 3683"/>
                  <a:gd name="T27" fmla="*/ 393293 h 1053"/>
                  <a:gd name="T28" fmla="*/ 2307377 w 3683"/>
                  <a:gd name="T29" fmla="*/ 355877 h 1053"/>
                  <a:gd name="T30" fmla="*/ 2256656 w 3683"/>
                  <a:gd name="T31" fmla="*/ 320954 h 1053"/>
                  <a:gd name="T32" fmla="*/ 2205104 w 3683"/>
                  <a:gd name="T33" fmla="*/ 285200 h 1053"/>
                  <a:gd name="T34" fmla="*/ 2154383 w 3683"/>
                  <a:gd name="T35" fmla="*/ 250278 h 1053"/>
                  <a:gd name="T36" fmla="*/ 2102831 w 3683"/>
                  <a:gd name="T37" fmla="*/ 214524 h 1053"/>
                  <a:gd name="T38" fmla="*/ 2050447 w 3683"/>
                  <a:gd name="T39" fmla="*/ 179601 h 1053"/>
                  <a:gd name="T40" fmla="*/ 1998895 w 3683"/>
                  <a:gd name="T41" fmla="*/ 142184 h 1053"/>
                  <a:gd name="T42" fmla="*/ 1948174 w 3683"/>
                  <a:gd name="T43" fmla="*/ 106430 h 1053"/>
                  <a:gd name="T44" fmla="*/ 1896622 w 3683"/>
                  <a:gd name="T45" fmla="*/ 71508 h 1053"/>
                  <a:gd name="T46" fmla="*/ 1845901 w 3683"/>
                  <a:gd name="T47" fmla="*/ 35754 h 1053"/>
                  <a:gd name="T48" fmla="*/ 1824283 w 3683"/>
                  <a:gd name="T49" fmla="*/ 2494 h 1053"/>
                  <a:gd name="T50" fmla="*/ 1765247 w 3683"/>
                  <a:gd name="T51" fmla="*/ 25776 h 1053"/>
                  <a:gd name="T52" fmla="*/ 1702054 w 3683"/>
                  <a:gd name="T53" fmla="*/ 35754 h 1053"/>
                  <a:gd name="T54" fmla="*/ 1641356 w 3683"/>
                  <a:gd name="T55" fmla="*/ 45732 h 1053"/>
                  <a:gd name="T56" fmla="*/ 1578163 w 3683"/>
                  <a:gd name="T57" fmla="*/ 55710 h 1053"/>
                  <a:gd name="T58" fmla="*/ 1517464 w 3683"/>
                  <a:gd name="T59" fmla="*/ 65687 h 1053"/>
                  <a:gd name="T60" fmla="*/ 1454271 w 3683"/>
                  <a:gd name="T61" fmla="*/ 74834 h 1053"/>
                  <a:gd name="T62" fmla="*/ 1393572 w 3683"/>
                  <a:gd name="T63" fmla="*/ 84812 h 1053"/>
                  <a:gd name="T64" fmla="*/ 1330379 w 3683"/>
                  <a:gd name="T65" fmla="*/ 94790 h 1053"/>
                  <a:gd name="T66" fmla="*/ 1269681 w 3683"/>
                  <a:gd name="T67" fmla="*/ 104767 h 1053"/>
                  <a:gd name="T68" fmla="*/ 1206488 w 3683"/>
                  <a:gd name="T69" fmla="*/ 114745 h 1053"/>
                  <a:gd name="T70" fmla="*/ 1145789 w 3683"/>
                  <a:gd name="T71" fmla="*/ 123892 h 1053"/>
                  <a:gd name="T72" fmla="*/ 1085091 w 3683"/>
                  <a:gd name="T73" fmla="*/ 133869 h 1053"/>
                  <a:gd name="T74" fmla="*/ 1021898 w 3683"/>
                  <a:gd name="T75" fmla="*/ 143847 h 1053"/>
                  <a:gd name="T76" fmla="*/ 961199 w 3683"/>
                  <a:gd name="T77" fmla="*/ 153825 h 1053"/>
                  <a:gd name="T78" fmla="*/ 898006 w 3683"/>
                  <a:gd name="T79" fmla="*/ 163803 h 1053"/>
                  <a:gd name="T80" fmla="*/ 837308 w 3683"/>
                  <a:gd name="T81" fmla="*/ 173781 h 1053"/>
                  <a:gd name="T82" fmla="*/ 774114 w 3683"/>
                  <a:gd name="T83" fmla="*/ 182927 h 1053"/>
                  <a:gd name="T84" fmla="*/ 713416 w 3683"/>
                  <a:gd name="T85" fmla="*/ 192905 h 1053"/>
                  <a:gd name="T86" fmla="*/ 650223 w 3683"/>
                  <a:gd name="T87" fmla="*/ 202883 h 1053"/>
                  <a:gd name="T88" fmla="*/ 589524 w 3683"/>
                  <a:gd name="T89" fmla="*/ 212861 h 1053"/>
                  <a:gd name="T90" fmla="*/ 526331 w 3683"/>
                  <a:gd name="T91" fmla="*/ 222839 h 1053"/>
                  <a:gd name="T92" fmla="*/ 465633 w 3683"/>
                  <a:gd name="T93" fmla="*/ 231985 h 1053"/>
                  <a:gd name="T94" fmla="*/ 404934 w 3683"/>
                  <a:gd name="T95" fmla="*/ 241963 h 1053"/>
                  <a:gd name="T96" fmla="*/ 341741 w 3683"/>
                  <a:gd name="T97" fmla="*/ 251941 h 1053"/>
                  <a:gd name="T98" fmla="*/ 281043 w 3683"/>
                  <a:gd name="T99" fmla="*/ 261918 h 1053"/>
                  <a:gd name="T100" fmla="*/ 217850 w 3683"/>
                  <a:gd name="T101" fmla="*/ 271896 h 1053"/>
                  <a:gd name="T102" fmla="*/ 157151 w 3683"/>
                  <a:gd name="T103" fmla="*/ 281874 h 1053"/>
                  <a:gd name="T104" fmla="*/ 93958 w 3683"/>
                  <a:gd name="T105" fmla="*/ 291021 h 1053"/>
                  <a:gd name="T106" fmla="*/ 33259 w 3683"/>
                  <a:gd name="T107" fmla="*/ 300998 h 105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3683" h="1053">
                    <a:moveTo>
                      <a:pt x="3643" y="1031"/>
                    </a:moveTo>
                    <a:lnTo>
                      <a:pt x="3674" y="1053"/>
                    </a:lnTo>
                    <a:lnTo>
                      <a:pt x="3683" y="1038"/>
                    </a:lnTo>
                    <a:lnTo>
                      <a:pt x="3653" y="1015"/>
                    </a:lnTo>
                    <a:lnTo>
                      <a:pt x="3643" y="1031"/>
                    </a:lnTo>
                    <a:close/>
                    <a:moveTo>
                      <a:pt x="3579" y="989"/>
                    </a:moveTo>
                    <a:lnTo>
                      <a:pt x="3610" y="1010"/>
                    </a:lnTo>
                    <a:lnTo>
                      <a:pt x="3622" y="993"/>
                    </a:lnTo>
                    <a:lnTo>
                      <a:pt x="3591" y="972"/>
                    </a:lnTo>
                    <a:lnTo>
                      <a:pt x="3579" y="989"/>
                    </a:lnTo>
                    <a:close/>
                    <a:moveTo>
                      <a:pt x="3518" y="946"/>
                    </a:moveTo>
                    <a:lnTo>
                      <a:pt x="3549" y="967"/>
                    </a:lnTo>
                    <a:lnTo>
                      <a:pt x="3560" y="951"/>
                    </a:lnTo>
                    <a:lnTo>
                      <a:pt x="3530" y="930"/>
                    </a:lnTo>
                    <a:lnTo>
                      <a:pt x="3518" y="946"/>
                    </a:lnTo>
                    <a:close/>
                    <a:moveTo>
                      <a:pt x="3456" y="901"/>
                    </a:moveTo>
                    <a:lnTo>
                      <a:pt x="3487" y="925"/>
                    </a:lnTo>
                    <a:lnTo>
                      <a:pt x="3499" y="908"/>
                    </a:lnTo>
                    <a:lnTo>
                      <a:pt x="3468" y="887"/>
                    </a:lnTo>
                    <a:lnTo>
                      <a:pt x="3456" y="901"/>
                    </a:lnTo>
                    <a:close/>
                    <a:moveTo>
                      <a:pt x="3395" y="859"/>
                    </a:moveTo>
                    <a:lnTo>
                      <a:pt x="3426" y="880"/>
                    </a:lnTo>
                    <a:lnTo>
                      <a:pt x="3437" y="866"/>
                    </a:lnTo>
                    <a:lnTo>
                      <a:pt x="3404" y="845"/>
                    </a:lnTo>
                    <a:lnTo>
                      <a:pt x="3395" y="859"/>
                    </a:lnTo>
                    <a:close/>
                    <a:moveTo>
                      <a:pt x="3333" y="816"/>
                    </a:moveTo>
                    <a:lnTo>
                      <a:pt x="3364" y="837"/>
                    </a:lnTo>
                    <a:lnTo>
                      <a:pt x="3374" y="823"/>
                    </a:lnTo>
                    <a:lnTo>
                      <a:pt x="3343" y="802"/>
                    </a:lnTo>
                    <a:lnTo>
                      <a:pt x="3333" y="816"/>
                    </a:lnTo>
                    <a:close/>
                    <a:moveTo>
                      <a:pt x="3272" y="774"/>
                    </a:moveTo>
                    <a:lnTo>
                      <a:pt x="3303" y="795"/>
                    </a:lnTo>
                    <a:lnTo>
                      <a:pt x="3312" y="778"/>
                    </a:lnTo>
                    <a:lnTo>
                      <a:pt x="3281" y="757"/>
                    </a:lnTo>
                    <a:lnTo>
                      <a:pt x="3272" y="774"/>
                    </a:lnTo>
                    <a:close/>
                    <a:moveTo>
                      <a:pt x="3208" y="731"/>
                    </a:moveTo>
                    <a:lnTo>
                      <a:pt x="3239" y="752"/>
                    </a:lnTo>
                    <a:lnTo>
                      <a:pt x="3251" y="736"/>
                    </a:lnTo>
                    <a:lnTo>
                      <a:pt x="3220" y="714"/>
                    </a:lnTo>
                    <a:lnTo>
                      <a:pt x="3208" y="731"/>
                    </a:lnTo>
                    <a:close/>
                    <a:moveTo>
                      <a:pt x="3147" y="688"/>
                    </a:moveTo>
                    <a:lnTo>
                      <a:pt x="3177" y="710"/>
                    </a:lnTo>
                    <a:lnTo>
                      <a:pt x="3189" y="693"/>
                    </a:lnTo>
                    <a:lnTo>
                      <a:pt x="3158" y="672"/>
                    </a:lnTo>
                    <a:lnTo>
                      <a:pt x="3147" y="688"/>
                    </a:lnTo>
                    <a:close/>
                    <a:moveTo>
                      <a:pt x="3085" y="644"/>
                    </a:moveTo>
                    <a:lnTo>
                      <a:pt x="3116" y="665"/>
                    </a:lnTo>
                    <a:lnTo>
                      <a:pt x="3128" y="651"/>
                    </a:lnTo>
                    <a:lnTo>
                      <a:pt x="3097" y="629"/>
                    </a:lnTo>
                    <a:lnTo>
                      <a:pt x="3085" y="644"/>
                    </a:lnTo>
                    <a:close/>
                    <a:moveTo>
                      <a:pt x="3024" y="601"/>
                    </a:moveTo>
                    <a:lnTo>
                      <a:pt x="3054" y="622"/>
                    </a:lnTo>
                    <a:lnTo>
                      <a:pt x="3066" y="608"/>
                    </a:lnTo>
                    <a:lnTo>
                      <a:pt x="3033" y="587"/>
                    </a:lnTo>
                    <a:lnTo>
                      <a:pt x="3024" y="601"/>
                    </a:lnTo>
                    <a:close/>
                    <a:moveTo>
                      <a:pt x="2962" y="558"/>
                    </a:moveTo>
                    <a:lnTo>
                      <a:pt x="2993" y="580"/>
                    </a:lnTo>
                    <a:lnTo>
                      <a:pt x="3002" y="566"/>
                    </a:lnTo>
                    <a:lnTo>
                      <a:pt x="2972" y="542"/>
                    </a:lnTo>
                    <a:lnTo>
                      <a:pt x="2962" y="558"/>
                    </a:lnTo>
                    <a:close/>
                    <a:moveTo>
                      <a:pt x="2901" y="516"/>
                    </a:moveTo>
                    <a:lnTo>
                      <a:pt x="2931" y="537"/>
                    </a:lnTo>
                    <a:lnTo>
                      <a:pt x="2941" y="521"/>
                    </a:lnTo>
                    <a:lnTo>
                      <a:pt x="2910" y="499"/>
                    </a:lnTo>
                    <a:lnTo>
                      <a:pt x="2901" y="516"/>
                    </a:lnTo>
                    <a:close/>
                    <a:moveTo>
                      <a:pt x="2837" y="473"/>
                    </a:moveTo>
                    <a:lnTo>
                      <a:pt x="2870" y="495"/>
                    </a:lnTo>
                    <a:lnTo>
                      <a:pt x="2879" y="478"/>
                    </a:lnTo>
                    <a:lnTo>
                      <a:pt x="2849" y="457"/>
                    </a:lnTo>
                    <a:lnTo>
                      <a:pt x="2837" y="473"/>
                    </a:lnTo>
                    <a:close/>
                    <a:moveTo>
                      <a:pt x="2775" y="428"/>
                    </a:moveTo>
                    <a:lnTo>
                      <a:pt x="2806" y="452"/>
                    </a:lnTo>
                    <a:lnTo>
                      <a:pt x="2818" y="436"/>
                    </a:lnTo>
                    <a:lnTo>
                      <a:pt x="2787" y="414"/>
                    </a:lnTo>
                    <a:lnTo>
                      <a:pt x="2775" y="428"/>
                    </a:lnTo>
                    <a:close/>
                    <a:moveTo>
                      <a:pt x="2714" y="386"/>
                    </a:moveTo>
                    <a:lnTo>
                      <a:pt x="2745" y="407"/>
                    </a:lnTo>
                    <a:lnTo>
                      <a:pt x="2756" y="393"/>
                    </a:lnTo>
                    <a:lnTo>
                      <a:pt x="2726" y="372"/>
                    </a:lnTo>
                    <a:lnTo>
                      <a:pt x="2714" y="386"/>
                    </a:lnTo>
                    <a:close/>
                    <a:moveTo>
                      <a:pt x="2652" y="343"/>
                    </a:moveTo>
                    <a:lnTo>
                      <a:pt x="2683" y="365"/>
                    </a:lnTo>
                    <a:lnTo>
                      <a:pt x="2695" y="350"/>
                    </a:lnTo>
                    <a:lnTo>
                      <a:pt x="2664" y="329"/>
                    </a:lnTo>
                    <a:lnTo>
                      <a:pt x="2652" y="343"/>
                    </a:lnTo>
                    <a:close/>
                    <a:moveTo>
                      <a:pt x="2591" y="301"/>
                    </a:moveTo>
                    <a:lnTo>
                      <a:pt x="2622" y="322"/>
                    </a:lnTo>
                    <a:lnTo>
                      <a:pt x="2631" y="305"/>
                    </a:lnTo>
                    <a:lnTo>
                      <a:pt x="2600" y="284"/>
                    </a:lnTo>
                    <a:lnTo>
                      <a:pt x="2591" y="301"/>
                    </a:lnTo>
                    <a:close/>
                    <a:moveTo>
                      <a:pt x="2529" y="258"/>
                    </a:moveTo>
                    <a:lnTo>
                      <a:pt x="2560" y="279"/>
                    </a:lnTo>
                    <a:lnTo>
                      <a:pt x="2570" y="263"/>
                    </a:lnTo>
                    <a:lnTo>
                      <a:pt x="2539" y="242"/>
                    </a:lnTo>
                    <a:lnTo>
                      <a:pt x="2529" y="258"/>
                    </a:lnTo>
                    <a:close/>
                    <a:moveTo>
                      <a:pt x="2466" y="216"/>
                    </a:moveTo>
                    <a:lnTo>
                      <a:pt x="2499" y="237"/>
                    </a:lnTo>
                    <a:lnTo>
                      <a:pt x="2508" y="220"/>
                    </a:lnTo>
                    <a:lnTo>
                      <a:pt x="2477" y="199"/>
                    </a:lnTo>
                    <a:lnTo>
                      <a:pt x="2466" y="216"/>
                    </a:lnTo>
                    <a:close/>
                    <a:moveTo>
                      <a:pt x="2404" y="171"/>
                    </a:moveTo>
                    <a:lnTo>
                      <a:pt x="2435" y="192"/>
                    </a:lnTo>
                    <a:lnTo>
                      <a:pt x="2447" y="178"/>
                    </a:lnTo>
                    <a:lnTo>
                      <a:pt x="2416" y="157"/>
                    </a:lnTo>
                    <a:lnTo>
                      <a:pt x="2404" y="171"/>
                    </a:lnTo>
                    <a:close/>
                    <a:moveTo>
                      <a:pt x="2343" y="128"/>
                    </a:moveTo>
                    <a:lnTo>
                      <a:pt x="2373" y="149"/>
                    </a:lnTo>
                    <a:lnTo>
                      <a:pt x="2385" y="135"/>
                    </a:lnTo>
                    <a:lnTo>
                      <a:pt x="2354" y="114"/>
                    </a:lnTo>
                    <a:lnTo>
                      <a:pt x="2343" y="128"/>
                    </a:lnTo>
                    <a:close/>
                    <a:moveTo>
                      <a:pt x="2281" y="86"/>
                    </a:moveTo>
                    <a:lnTo>
                      <a:pt x="2312" y="107"/>
                    </a:lnTo>
                    <a:lnTo>
                      <a:pt x="2324" y="90"/>
                    </a:lnTo>
                    <a:lnTo>
                      <a:pt x="2293" y="69"/>
                    </a:lnTo>
                    <a:lnTo>
                      <a:pt x="2281" y="86"/>
                    </a:lnTo>
                    <a:close/>
                    <a:moveTo>
                      <a:pt x="2220" y="43"/>
                    </a:moveTo>
                    <a:lnTo>
                      <a:pt x="2250" y="64"/>
                    </a:lnTo>
                    <a:lnTo>
                      <a:pt x="2260" y="48"/>
                    </a:lnTo>
                    <a:lnTo>
                      <a:pt x="2229" y="27"/>
                    </a:lnTo>
                    <a:lnTo>
                      <a:pt x="2220" y="43"/>
                    </a:lnTo>
                    <a:close/>
                    <a:moveTo>
                      <a:pt x="2158" y="24"/>
                    </a:moveTo>
                    <a:lnTo>
                      <a:pt x="2187" y="19"/>
                    </a:lnTo>
                    <a:lnTo>
                      <a:pt x="2189" y="22"/>
                    </a:lnTo>
                    <a:lnTo>
                      <a:pt x="2198" y="5"/>
                    </a:lnTo>
                    <a:lnTo>
                      <a:pt x="2194" y="3"/>
                    </a:lnTo>
                    <a:lnTo>
                      <a:pt x="2191" y="0"/>
                    </a:lnTo>
                    <a:lnTo>
                      <a:pt x="2156" y="5"/>
                    </a:lnTo>
                    <a:lnTo>
                      <a:pt x="2158" y="24"/>
                    </a:lnTo>
                    <a:close/>
                    <a:moveTo>
                      <a:pt x="2085" y="36"/>
                    </a:moveTo>
                    <a:lnTo>
                      <a:pt x="2123" y="31"/>
                    </a:lnTo>
                    <a:lnTo>
                      <a:pt x="2118" y="12"/>
                    </a:lnTo>
                    <a:lnTo>
                      <a:pt x="2083" y="17"/>
                    </a:lnTo>
                    <a:lnTo>
                      <a:pt x="2085" y="36"/>
                    </a:lnTo>
                    <a:close/>
                    <a:moveTo>
                      <a:pt x="2009" y="48"/>
                    </a:moveTo>
                    <a:lnTo>
                      <a:pt x="2047" y="43"/>
                    </a:lnTo>
                    <a:lnTo>
                      <a:pt x="2045" y="24"/>
                    </a:lnTo>
                    <a:lnTo>
                      <a:pt x="2007" y="29"/>
                    </a:lnTo>
                    <a:lnTo>
                      <a:pt x="2009" y="48"/>
                    </a:lnTo>
                    <a:close/>
                    <a:moveTo>
                      <a:pt x="1936" y="60"/>
                    </a:moveTo>
                    <a:lnTo>
                      <a:pt x="1974" y="55"/>
                    </a:lnTo>
                    <a:lnTo>
                      <a:pt x="1969" y="36"/>
                    </a:lnTo>
                    <a:lnTo>
                      <a:pt x="1934" y="41"/>
                    </a:lnTo>
                    <a:lnTo>
                      <a:pt x="1936" y="60"/>
                    </a:lnTo>
                    <a:close/>
                    <a:moveTo>
                      <a:pt x="1863" y="71"/>
                    </a:moveTo>
                    <a:lnTo>
                      <a:pt x="1898" y="67"/>
                    </a:lnTo>
                    <a:lnTo>
                      <a:pt x="1896" y="48"/>
                    </a:lnTo>
                    <a:lnTo>
                      <a:pt x="1858" y="53"/>
                    </a:lnTo>
                    <a:lnTo>
                      <a:pt x="1863" y="71"/>
                    </a:lnTo>
                    <a:close/>
                    <a:moveTo>
                      <a:pt x="1787" y="83"/>
                    </a:moveTo>
                    <a:lnTo>
                      <a:pt x="1825" y="79"/>
                    </a:lnTo>
                    <a:lnTo>
                      <a:pt x="1823" y="60"/>
                    </a:lnTo>
                    <a:lnTo>
                      <a:pt x="1785" y="64"/>
                    </a:lnTo>
                    <a:lnTo>
                      <a:pt x="1787" y="83"/>
                    </a:lnTo>
                    <a:close/>
                    <a:moveTo>
                      <a:pt x="1714" y="95"/>
                    </a:moveTo>
                    <a:lnTo>
                      <a:pt x="1749" y="90"/>
                    </a:lnTo>
                    <a:lnTo>
                      <a:pt x="1747" y="71"/>
                    </a:lnTo>
                    <a:lnTo>
                      <a:pt x="1709" y="76"/>
                    </a:lnTo>
                    <a:lnTo>
                      <a:pt x="1714" y="95"/>
                    </a:lnTo>
                    <a:close/>
                    <a:moveTo>
                      <a:pt x="1638" y="107"/>
                    </a:moveTo>
                    <a:lnTo>
                      <a:pt x="1676" y="102"/>
                    </a:lnTo>
                    <a:lnTo>
                      <a:pt x="1674" y="83"/>
                    </a:lnTo>
                    <a:lnTo>
                      <a:pt x="1636" y="88"/>
                    </a:lnTo>
                    <a:lnTo>
                      <a:pt x="1638" y="107"/>
                    </a:lnTo>
                    <a:close/>
                    <a:moveTo>
                      <a:pt x="1565" y="119"/>
                    </a:moveTo>
                    <a:lnTo>
                      <a:pt x="1600" y="114"/>
                    </a:lnTo>
                    <a:lnTo>
                      <a:pt x="1598" y="95"/>
                    </a:lnTo>
                    <a:lnTo>
                      <a:pt x="1560" y="100"/>
                    </a:lnTo>
                    <a:lnTo>
                      <a:pt x="1565" y="119"/>
                    </a:lnTo>
                    <a:close/>
                    <a:moveTo>
                      <a:pt x="1489" y="131"/>
                    </a:moveTo>
                    <a:lnTo>
                      <a:pt x="1527" y="126"/>
                    </a:lnTo>
                    <a:lnTo>
                      <a:pt x="1525" y="107"/>
                    </a:lnTo>
                    <a:lnTo>
                      <a:pt x="1487" y="112"/>
                    </a:lnTo>
                    <a:lnTo>
                      <a:pt x="1489" y="131"/>
                    </a:lnTo>
                    <a:close/>
                    <a:moveTo>
                      <a:pt x="1416" y="142"/>
                    </a:moveTo>
                    <a:lnTo>
                      <a:pt x="1451" y="138"/>
                    </a:lnTo>
                    <a:lnTo>
                      <a:pt x="1449" y="119"/>
                    </a:lnTo>
                    <a:lnTo>
                      <a:pt x="1413" y="123"/>
                    </a:lnTo>
                    <a:lnTo>
                      <a:pt x="1416" y="142"/>
                    </a:lnTo>
                    <a:close/>
                    <a:moveTo>
                      <a:pt x="1340" y="154"/>
                    </a:moveTo>
                    <a:lnTo>
                      <a:pt x="1378" y="149"/>
                    </a:lnTo>
                    <a:lnTo>
                      <a:pt x="1376" y="131"/>
                    </a:lnTo>
                    <a:lnTo>
                      <a:pt x="1338" y="135"/>
                    </a:lnTo>
                    <a:lnTo>
                      <a:pt x="1340" y="154"/>
                    </a:lnTo>
                    <a:close/>
                    <a:moveTo>
                      <a:pt x="1267" y="166"/>
                    </a:moveTo>
                    <a:lnTo>
                      <a:pt x="1305" y="161"/>
                    </a:lnTo>
                    <a:lnTo>
                      <a:pt x="1300" y="142"/>
                    </a:lnTo>
                    <a:lnTo>
                      <a:pt x="1265" y="147"/>
                    </a:lnTo>
                    <a:lnTo>
                      <a:pt x="1267" y="166"/>
                    </a:lnTo>
                    <a:close/>
                    <a:moveTo>
                      <a:pt x="1191" y="178"/>
                    </a:moveTo>
                    <a:lnTo>
                      <a:pt x="1229" y="173"/>
                    </a:lnTo>
                    <a:lnTo>
                      <a:pt x="1227" y="154"/>
                    </a:lnTo>
                    <a:lnTo>
                      <a:pt x="1189" y="159"/>
                    </a:lnTo>
                    <a:lnTo>
                      <a:pt x="1191" y="178"/>
                    </a:lnTo>
                    <a:close/>
                    <a:moveTo>
                      <a:pt x="1118" y="190"/>
                    </a:moveTo>
                    <a:lnTo>
                      <a:pt x="1156" y="185"/>
                    </a:lnTo>
                    <a:lnTo>
                      <a:pt x="1151" y="166"/>
                    </a:lnTo>
                    <a:lnTo>
                      <a:pt x="1116" y="171"/>
                    </a:lnTo>
                    <a:lnTo>
                      <a:pt x="1118" y="190"/>
                    </a:lnTo>
                    <a:close/>
                    <a:moveTo>
                      <a:pt x="1042" y="201"/>
                    </a:moveTo>
                    <a:lnTo>
                      <a:pt x="1080" y="197"/>
                    </a:lnTo>
                    <a:lnTo>
                      <a:pt x="1078" y="178"/>
                    </a:lnTo>
                    <a:lnTo>
                      <a:pt x="1040" y="183"/>
                    </a:lnTo>
                    <a:lnTo>
                      <a:pt x="1042" y="201"/>
                    </a:lnTo>
                    <a:close/>
                    <a:moveTo>
                      <a:pt x="969" y="213"/>
                    </a:moveTo>
                    <a:lnTo>
                      <a:pt x="1007" y="209"/>
                    </a:lnTo>
                    <a:lnTo>
                      <a:pt x="1002" y="190"/>
                    </a:lnTo>
                    <a:lnTo>
                      <a:pt x="967" y="194"/>
                    </a:lnTo>
                    <a:lnTo>
                      <a:pt x="969" y="213"/>
                    </a:lnTo>
                    <a:close/>
                    <a:moveTo>
                      <a:pt x="896" y="225"/>
                    </a:moveTo>
                    <a:lnTo>
                      <a:pt x="931" y="220"/>
                    </a:lnTo>
                    <a:lnTo>
                      <a:pt x="929" y="201"/>
                    </a:lnTo>
                    <a:lnTo>
                      <a:pt x="891" y="206"/>
                    </a:lnTo>
                    <a:lnTo>
                      <a:pt x="896" y="225"/>
                    </a:lnTo>
                    <a:close/>
                    <a:moveTo>
                      <a:pt x="820" y="237"/>
                    </a:moveTo>
                    <a:lnTo>
                      <a:pt x="858" y="232"/>
                    </a:lnTo>
                    <a:lnTo>
                      <a:pt x="855" y="213"/>
                    </a:lnTo>
                    <a:lnTo>
                      <a:pt x="818" y="220"/>
                    </a:lnTo>
                    <a:lnTo>
                      <a:pt x="820" y="237"/>
                    </a:lnTo>
                    <a:close/>
                    <a:moveTo>
                      <a:pt x="747" y="249"/>
                    </a:moveTo>
                    <a:lnTo>
                      <a:pt x="782" y="244"/>
                    </a:lnTo>
                    <a:lnTo>
                      <a:pt x="780" y="225"/>
                    </a:lnTo>
                    <a:lnTo>
                      <a:pt x="742" y="232"/>
                    </a:lnTo>
                    <a:lnTo>
                      <a:pt x="747" y="249"/>
                    </a:lnTo>
                    <a:close/>
                    <a:moveTo>
                      <a:pt x="671" y="261"/>
                    </a:moveTo>
                    <a:lnTo>
                      <a:pt x="709" y="256"/>
                    </a:lnTo>
                    <a:lnTo>
                      <a:pt x="707" y="237"/>
                    </a:lnTo>
                    <a:lnTo>
                      <a:pt x="669" y="244"/>
                    </a:lnTo>
                    <a:lnTo>
                      <a:pt x="671" y="261"/>
                    </a:lnTo>
                    <a:close/>
                    <a:moveTo>
                      <a:pt x="598" y="272"/>
                    </a:moveTo>
                    <a:lnTo>
                      <a:pt x="633" y="268"/>
                    </a:lnTo>
                    <a:lnTo>
                      <a:pt x="631" y="249"/>
                    </a:lnTo>
                    <a:lnTo>
                      <a:pt x="593" y="256"/>
                    </a:lnTo>
                    <a:lnTo>
                      <a:pt x="598" y="272"/>
                    </a:lnTo>
                    <a:close/>
                    <a:moveTo>
                      <a:pt x="522" y="284"/>
                    </a:moveTo>
                    <a:lnTo>
                      <a:pt x="560" y="279"/>
                    </a:lnTo>
                    <a:lnTo>
                      <a:pt x="558" y="261"/>
                    </a:lnTo>
                    <a:lnTo>
                      <a:pt x="520" y="268"/>
                    </a:lnTo>
                    <a:lnTo>
                      <a:pt x="522" y="284"/>
                    </a:lnTo>
                    <a:close/>
                    <a:moveTo>
                      <a:pt x="449" y="298"/>
                    </a:moveTo>
                    <a:lnTo>
                      <a:pt x="487" y="291"/>
                    </a:lnTo>
                    <a:lnTo>
                      <a:pt x="482" y="272"/>
                    </a:lnTo>
                    <a:lnTo>
                      <a:pt x="446" y="279"/>
                    </a:lnTo>
                    <a:lnTo>
                      <a:pt x="449" y="298"/>
                    </a:lnTo>
                    <a:close/>
                    <a:moveTo>
                      <a:pt x="373" y="310"/>
                    </a:moveTo>
                    <a:lnTo>
                      <a:pt x="411" y="303"/>
                    </a:lnTo>
                    <a:lnTo>
                      <a:pt x="409" y="284"/>
                    </a:lnTo>
                    <a:lnTo>
                      <a:pt x="371" y="291"/>
                    </a:lnTo>
                    <a:lnTo>
                      <a:pt x="373" y="310"/>
                    </a:lnTo>
                    <a:close/>
                    <a:moveTo>
                      <a:pt x="300" y="322"/>
                    </a:moveTo>
                    <a:lnTo>
                      <a:pt x="338" y="315"/>
                    </a:lnTo>
                    <a:lnTo>
                      <a:pt x="333" y="296"/>
                    </a:lnTo>
                    <a:lnTo>
                      <a:pt x="297" y="303"/>
                    </a:lnTo>
                    <a:lnTo>
                      <a:pt x="300" y="322"/>
                    </a:lnTo>
                    <a:close/>
                    <a:moveTo>
                      <a:pt x="224" y="334"/>
                    </a:moveTo>
                    <a:lnTo>
                      <a:pt x="262" y="327"/>
                    </a:lnTo>
                    <a:lnTo>
                      <a:pt x="260" y="308"/>
                    </a:lnTo>
                    <a:lnTo>
                      <a:pt x="222" y="315"/>
                    </a:lnTo>
                    <a:lnTo>
                      <a:pt x="224" y="334"/>
                    </a:lnTo>
                    <a:close/>
                    <a:moveTo>
                      <a:pt x="151" y="346"/>
                    </a:moveTo>
                    <a:lnTo>
                      <a:pt x="189" y="339"/>
                    </a:lnTo>
                    <a:lnTo>
                      <a:pt x="184" y="320"/>
                    </a:lnTo>
                    <a:lnTo>
                      <a:pt x="149" y="327"/>
                    </a:lnTo>
                    <a:lnTo>
                      <a:pt x="151" y="346"/>
                    </a:lnTo>
                    <a:close/>
                    <a:moveTo>
                      <a:pt x="75" y="357"/>
                    </a:moveTo>
                    <a:lnTo>
                      <a:pt x="113" y="350"/>
                    </a:lnTo>
                    <a:lnTo>
                      <a:pt x="111" y="331"/>
                    </a:lnTo>
                    <a:lnTo>
                      <a:pt x="73" y="339"/>
                    </a:lnTo>
                    <a:lnTo>
                      <a:pt x="75" y="357"/>
                    </a:lnTo>
                    <a:close/>
                    <a:moveTo>
                      <a:pt x="2" y="369"/>
                    </a:moveTo>
                    <a:lnTo>
                      <a:pt x="40" y="362"/>
                    </a:lnTo>
                    <a:lnTo>
                      <a:pt x="35" y="343"/>
                    </a:lnTo>
                    <a:lnTo>
                      <a:pt x="0" y="350"/>
                    </a:lnTo>
                    <a:lnTo>
                      <a:pt x="2" y="369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9"/>
              <p:cNvSpPr>
                <a:spLocks noEditPoints="1"/>
              </p:cNvSpPr>
              <p:nvPr/>
            </p:nvSpPr>
            <p:spPr bwMode="auto">
              <a:xfrm>
                <a:off x="6521326" y="2518444"/>
                <a:ext cx="15798" cy="1910757"/>
              </a:xfrm>
              <a:custGeom>
                <a:avLst/>
                <a:gdLst>
                  <a:gd name="T0" fmla="*/ 15798 w 19"/>
                  <a:gd name="T1" fmla="*/ 1910757 h 2298"/>
                  <a:gd name="T2" fmla="*/ 0 w 19"/>
                  <a:gd name="T3" fmla="*/ 1816799 h 2298"/>
                  <a:gd name="T4" fmla="*/ 15798 w 19"/>
                  <a:gd name="T5" fmla="*/ 1816799 h 2298"/>
                  <a:gd name="T6" fmla="*/ 0 w 19"/>
                  <a:gd name="T7" fmla="*/ 1785202 h 2298"/>
                  <a:gd name="T8" fmla="*/ 0 w 19"/>
                  <a:gd name="T9" fmla="*/ 1753606 h 2298"/>
                  <a:gd name="T10" fmla="*/ 15798 w 19"/>
                  <a:gd name="T11" fmla="*/ 1722009 h 2298"/>
                  <a:gd name="T12" fmla="*/ 0 w 19"/>
                  <a:gd name="T13" fmla="*/ 1628051 h 2298"/>
                  <a:gd name="T14" fmla="*/ 15798 w 19"/>
                  <a:gd name="T15" fmla="*/ 1628051 h 2298"/>
                  <a:gd name="T16" fmla="*/ 0 w 19"/>
                  <a:gd name="T17" fmla="*/ 1596455 h 2298"/>
                  <a:gd name="T18" fmla="*/ 0 w 19"/>
                  <a:gd name="T19" fmla="*/ 1564858 h 2298"/>
                  <a:gd name="T20" fmla="*/ 15798 w 19"/>
                  <a:gd name="T21" fmla="*/ 1534925 h 2298"/>
                  <a:gd name="T22" fmla="*/ 0 w 19"/>
                  <a:gd name="T23" fmla="*/ 1440967 h 2298"/>
                  <a:gd name="T24" fmla="*/ 15798 w 19"/>
                  <a:gd name="T25" fmla="*/ 1440967 h 2298"/>
                  <a:gd name="T26" fmla="*/ 0 w 19"/>
                  <a:gd name="T27" fmla="*/ 1409370 h 2298"/>
                  <a:gd name="T28" fmla="*/ 0 w 19"/>
                  <a:gd name="T29" fmla="*/ 1377774 h 2298"/>
                  <a:gd name="T30" fmla="*/ 15798 w 19"/>
                  <a:gd name="T31" fmla="*/ 1346177 h 2298"/>
                  <a:gd name="T32" fmla="*/ 0 w 19"/>
                  <a:gd name="T33" fmla="*/ 1252219 h 2298"/>
                  <a:gd name="T34" fmla="*/ 15798 w 19"/>
                  <a:gd name="T35" fmla="*/ 1252219 h 2298"/>
                  <a:gd name="T36" fmla="*/ 0 w 19"/>
                  <a:gd name="T37" fmla="*/ 1220623 h 2298"/>
                  <a:gd name="T38" fmla="*/ 0 w 19"/>
                  <a:gd name="T39" fmla="*/ 1189026 h 2298"/>
                  <a:gd name="T40" fmla="*/ 15798 w 19"/>
                  <a:gd name="T41" fmla="*/ 1158261 h 2298"/>
                  <a:gd name="T42" fmla="*/ 0 w 19"/>
                  <a:gd name="T43" fmla="*/ 1065135 h 2298"/>
                  <a:gd name="T44" fmla="*/ 15798 w 19"/>
                  <a:gd name="T45" fmla="*/ 1065135 h 2298"/>
                  <a:gd name="T46" fmla="*/ 0 w 19"/>
                  <a:gd name="T47" fmla="*/ 1034370 h 2298"/>
                  <a:gd name="T48" fmla="*/ 0 w 19"/>
                  <a:gd name="T49" fmla="*/ 1002773 h 2298"/>
                  <a:gd name="T50" fmla="*/ 15798 w 19"/>
                  <a:gd name="T51" fmla="*/ 971177 h 2298"/>
                  <a:gd name="T52" fmla="*/ 0 w 19"/>
                  <a:gd name="T53" fmla="*/ 876387 h 2298"/>
                  <a:gd name="T54" fmla="*/ 15798 w 19"/>
                  <a:gd name="T55" fmla="*/ 876387 h 2298"/>
                  <a:gd name="T56" fmla="*/ 0 w 19"/>
                  <a:gd name="T57" fmla="*/ 845622 h 2298"/>
                  <a:gd name="T58" fmla="*/ 0 w 19"/>
                  <a:gd name="T59" fmla="*/ 814026 h 2298"/>
                  <a:gd name="T60" fmla="*/ 15798 w 19"/>
                  <a:gd name="T61" fmla="*/ 782429 h 2298"/>
                  <a:gd name="T62" fmla="*/ 0 w 19"/>
                  <a:gd name="T63" fmla="*/ 690134 h 2298"/>
                  <a:gd name="T64" fmla="*/ 15798 w 19"/>
                  <a:gd name="T65" fmla="*/ 690134 h 2298"/>
                  <a:gd name="T66" fmla="*/ 0 w 19"/>
                  <a:gd name="T67" fmla="*/ 658538 h 2298"/>
                  <a:gd name="T68" fmla="*/ 0 w 19"/>
                  <a:gd name="T69" fmla="*/ 626941 h 2298"/>
                  <a:gd name="T70" fmla="*/ 15798 w 19"/>
                  <a:gd name="T71" fmla="*/ 595345 h 2298"/>
                  <a:gd name="T72" fmla="*/ 0 w 19"/>
                  <a:gd name="T73" fmla="*/ 501387 h 2298"/>
                  <a:gd name="T74" fmla="*/ 15798 w 19"/>
                  <a:gd name="T75" fmla="*/ 501387 h 2298"/>
                  <a:gd name="T76" fmla="*/ 0 w 19"/>
                  <a:gd name="T77" fmla="*/ 469790 h 2298"/>
                  <a:gd name="T78" fmla="*/ 0 w 19"/>
                  <a:gd name="T79" fmla="*/ 438194 h 2298"/>
                  <a:gd name="T80" fmla="*/ 15798 w 19"/>
                  <a:gd name="T81" fmla="*/ 406597 h 2298"/>
                  <a:gd name="T82" fmla="*/ 0 w 19"/>
                  <a:gd name="T83" fmla="*/ 314302 h 2298"/>
                  <a:gd name="T84" fmla="*/ 15798 w 19"/>
                  <a:gd name="T85" fmla="*/ 314302 h 2298"/>
                  <a:gd name="T86" fmla="*/ 0 w 19"/>
                  <a:gd name="T87" fmla="*/ 282706 h 2298"/>
                  <a:gd name="T88" fmla="*/ 0 w 19"/>
                  <a:gd name="T89" fmla="*/ 251941 h 2298"/>
                  <a:gd name="T90" fmla="*/ 15798 w 19"/>
                  <a:gd name="T91" fmla="*/ 220344 h 2298"/>
                  <a:gd name="T92" fmla="*/ 0 w 19"/>
                  <a:gd name="T93" fmla="*/ 125555 h 2298"/>
                  <a:gd name="T94" fmla="*/ 15798 w 19"/>
                  <a:gd name="T95" fmla="*/ 125555 h 2298"/>
                  <a:gd name="T96" fmla="*/ 0 w 19"/>
                  <a:gd name="T97" fmla="*/ 93958 h 2298"/>
                  <a:gd name="T98" fmla="*/ 0 w 19"/>
                  <a:gd name="T99" fmla="*/ 63193 h 2298"/>
                  <a:gd name="T100" fmla="*/ 15798 w 19"/>
                  <a:gd name="T101" fmla="*/ 31597 h 229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9" h="2298">
                    <a:moveTo>
                      <a:pt x="0" y="2260"/>
                    </a:moveTo>
                    <a:lnTo>
                      <a:pt x="0" y="2298"/>
                    </a:lnTo>
                    <a:lnTo>
                      <a:pt x="19" y="2298"/>
                    </a:lnTo>
                    <a:lnTo>
                      <a:pt x="19" y="2260"/>
                    </a:lnTo>
                    <a:lnTo>
                      <a:pt x="0" y="2260"/>
                    </a:lnTo>
                    <a:close/>
                    <a:moveTo>
                      <a:pt x="0" y="2185"/>
                    </a:moveTo>
                    <a:lnTo>
                      <a:pt x="0" y="2222"/>
                    </a:lnTo>
                    <a:lnTo>
                      <a:pt x="19" y="2222"/>
                    </a:lnTo>
                    <a:lnTo>
                      <a:pt x="19" y="2185"/>
                    </a:lnTo>
                    <a:lnTo>
                      <a:pt x="0" y="2185"/>
                    </a:lnTo>
                    <a:close/>
                    <a:moveTo>
                      <a:pt x="0" y="2109"/>
                    </a:moveTo>
                    <a:lnTo>
                      <a:pt x="0" y="2147"/>
                    </a:lnTo>
                    <a:lnTo>
                      <a:pt x="19" y="2147"/>
                    </a:lnTo>
                    <a:lnTo>
                      <a:pt x="19" y="2109"/>
                    </a:lnTo>
                    <a:lnTo>
                      <a:pt x="0" y="2109"/>
                    </a:lnTo>
                    <a:close/>
                    <a:moveTo>
                      <a:pt x="0" y="2033"/>
                    </a:moveTo>
                    <a:lnTo>
                      <a:pt x="0" y="2071"/>
                    </a:lnTo>
                    <a:lnTo>
                      <a:pt x="19" y="2071"/>
                    </a:lnTo>
                    <a:lnTo>
                      <a:pt x="19" y="2033"/>
                    </a:lnTo>
                    <a:lnTo>
                      <a:pt x="0" y="2033"/>
                    </a:lnTo>
                    <a:close/>
                    <a:moveTo>
                      <a:pt x="0" y="1958"/>
                    </a:moveTo>
                    <a:lnTo>
                      <a:pt x="0" y="1995"/>
                    </a:lnTo>
                    <a:lnTo>
                      <a:pt x="19" y="1995"/>
                    </a:lnTo>
                    <a:lnTo>
                      <a:pt x="19" y="1958"/>
                    </a:lnTo>
                    <a:lnTo>
                      <a:pt x="0" y="1958"/>
                    </a:lnTo>
                    <a:close/>
                    <a:moveTo>
                      <a:pt x="0" y="1882"/>
                    </a:moveTo>
                    <a:lnTo>
                      <a:pt x="0" y="1920"/>
                    </a:lnTo>
                    <a:lnTo>
                      <a:pt x="19" y="1920"/>
                    </a:lnTo>
                    <a:lnTo>
                      <a:pt x="19" y="1882"/>
                    </a:lnTo>
                    <a:lnTo>
                      <a:pt x="0" y="1882"/>
                    </a:lnTo>
                    <a:close/>
                    <a:moveTo>
                      <a:pt x="0" y="1809"/>
                    </a:moveTo>
                    <a:lnTo>
                      <a:pt x="0" y="1846"/>
                    </a:lnTo>
                    <a:lnTo>
                      <a:pt x="19" y="1846"/>
                    </a:lnTo>
                    <a:lnTo>
                      <a:pt x="19" y="1809"/>
                    </a:lnTo>
                    <a:lnTo>
                      <a:pt x="0" y="1809"/>
                    </a:lnTo>
                    <a:close/>
                    <a:moveTo>
                      <a:pt x="0" y="1733"/>
                    </a:moveTo>
                    <a:lnTo>
                      <a:pt x="0" y="1771"/>
                    </a:lnTo>
                    <a:lnTo>
                      <a:pt x="19" y="1771"/>
                    </a:lnTo>
                    <a:lnTo>
                      <a:pt x="19" y="1733"/>
                    </a:lnTo>
                    <a:lnTo>
                      <a:pt x="0" y="1733"/>
                    </a:lnTo>
                    <a:close/>
                    <a:moveTo>
                      <a:pt x="0" y="1657"/>
                    </a:moveTo>
                    <a:lnTo>
                      <a:pt x="0" y="1695"/>
                    </a:lnTo>
                    <a:lnTo>
                      <a:pt x="19" y="1695"/>
                    </a:lnTo>
                    <a:lnTo>
                      <a:pt x="19" y="1657"/>
                    </a:lnTo>
                    <a:lnTo>
                      <a:pt x="0" y="1657"/>
                    </a:lnTo>
                    <a:close/>
                    <a:moveTo>
                      <a:pt x="0" y="1582"/>
                    </a:moveTo>
                    <a:lnTo>
                      <a:pt x="0" y="1619"/>
                    </a:lnTo>
                    <a:lnTo>
                      <a:pt x="19" y="1619"/>
                    </a:lnTo>
                    <a:lnTo>
                      <a:pt x="19" y="1582"/>
                    </a:lnTo>
                    <a:lnTo>
                      <a:pt x="0" y="1582"/>
                    </a:lnTo>
                    <a:close/>
                    <a:moveTo>
                      <a:pt x="0" y="1506"/>
                    </a:moveTo>
                    <a:lnTo>
                      <a:pt x="0" y="1544"/>
                    </a:lnTo>
                    <a:lnTo>
                      <a:pt x="19" y="1544"/>
                    </a:lnTo>
                    <a:lnTo>
                      <a:pt x="19" y="1506"/>
                    </a:lnTo>
                    <a:lnTo>
                      <a:pt x="0" y="1506"/>
                    </a:lnTo>
                    <a:close/>
                    <a:moveTo>
                      <a:pt x="0" y="1430"/>
                    </a:moveTo>
                    <a:lnTo>
                      <a:pt x="0" y="1468"/>
                    </a:lnTo>
                    <a:lnTo>
                      <a:pt x="19" y="1468"/>
                    </a:lnTo>
                    <a:lnTo>
                      <a:pt x="19" y="1430"/>
                    </a:lnTo>
                    <a:lnTo>
                      <a:pt x="0" y="1430"/>
                    </a:lnTo>
                    <a:close/>
                    <a:moveTo>
                      <a:pt x="0" y="1357"/>
                    </a:moveTo>
                    <a:lnTo>
                      <a:pt x="0" y="1393"/>
                    </a:lnTo>
                    <a:lnTo>
                      <a:pt x="19" y="1393"/>
                    </a:lnTo>
                    <a:lnTo>
                      <a:pt x="19" y="1357"/>
                    </a:lnTo>
                    <a:lnTo>
                      <a:pt x="0" y="1357"/>
                    </a:lnTo>
                    <a:close/>
                    <a:moveTo>
                      <a:pt x="0" y="1281"/>
                    </a:moveTo>
                    <a:lnTo>
                      <a:pt x="0" y="1319"/>
                    </a:lnTo>
                    <a:lnTo>
                      <a:pt x="19" y="1319"/>
                    </a:lnTo>
                    <a:lnTo>
                      <a:pt x="19" y="1281"/>
                    </a:lnTo>
                    <a:lnTo>
                      <a:pt x="0" y="1281"/>
                    </a:lnTo>
                    <a:close/>
                    <a:moveTo>
                      <a:pt x="0" y="1206"/>
                    </a:moveTo>
                    <a:lnTo>
                      <a:pt x="0" y="1244"/>
                    </a:lnTo>
                    <a:lnTo>
                      <a:pt x="19" y="1244"/>
                    </a:lnTo>
                    <a:lnTo>
                      <a:pt x="19" y="1206"/>
                    </a:lnTo>
                    <a:lnTo>
                      <a:pt x="0" y="1206"/>
                    </a:lnTo>
                    <a:close/>
                    <a:moveTo>
                      <a:pt x="0" y="1130"/>
                    </a:moveTo>
                    <a:lnTo>
                      <a:pt x="0" y="1168"/>
                    </a:lnTo>
                    <a:lnTo>
                      <a:pt x="19" y="1168"/>
                    </a:lnTo>
                    <a:lnTo>
                      <a:pt x="19" y="1130"/>
                    </a:lnTo>
                    <a:lnTo>
                      <a:pt x="0" y="1130"/>
                    </a:lnTo>
                    <a:close/>
                    <a:moveTo>
                      <a:pt x="0" y="1054"/>
                    </a:moveTo>
                    <a:lnTo>
                      <a:pt x="0" y="1092"/>
                    </a:lnTo>
                    <a:lnTo>
                      <a:pt x="19" y="1092"/>
                    </a:lnTo>
                    <a:lnTo>
                      <a:pt x="19" y="1054"/>
                    </a:lnTo>
                    <a:lnTo>
                      <a:pt x="0" y="1054"/>
                    </a:lnTo>
                    <a:close/>
                    <a:moveTo>
                      <a:pt x="0" y="979"/>
                    </a:moveTo>
                    <a:lnTo>
                      <a:pt x="0" y="1017"/>
                    </a:lnTo>
                    <a:lnTo>
                      <a:pt x="19" y="1017"/>
                    </a:lnTo>
                    <a:lnTo>
                      <a:pt x="19" y="979"/>
                    </a:lnTo>
                    <a:lnTo>
                      <a:pt x="0" y="979"/>
                    </a:lnTo>
                    <a:close/>
                    <a:moveTo>
                      <a:pt x="0" y="905"/>
                    </a:moveTo>
                    <a:lnTo>
                      <a:pt x="0" y="941"/>
                    </a:lnTo>
                    <a:lnTo>
                      <a:pt x="19" y="941"/>
                    </a:lnTo>
                    <a:lnTo>
                      <a:pt x="19" y="905"/>
                    </a:lnTo>
                    <a:lnTo>
                      <a:pt x="0" y="905"/>
                    </a:lnTo>
                    <a:close/>
                    <a:moveTo>
                      <a:pt x="0" y="830"/>
                    </a:moveTo>
                    <a:lnTo>
                      <a:pt x="0" y="868"/>
                    </a:lnTo>
                    <a:lnTo>
                      <a:pt x="19" y="868"/>
                    </a:lnTo>
                    <a:lnTo>
                      <a:pt x="19" y="830"/>
                    </a:lnTo>
                    <a:lnTo>
                      <a:pt x="0" y="830"/>
                    </a:lnTo>
                    <a:close/>
                    <a:moveTo>
                      <a:pt x="0" y="754"/>
                    </a:moveTo>
                    <a:lnTo>
                      <a:pt x="0" y="792"/>
                    </a:lnTo>
                    <a:lnTo>
                      <a:pt x="19" y="792"/>
                    </a:lnTo>
                    <a:lnTo>
                      <a:pt x="19" y="754"/>
                    </a:lnTo>
                    <a:lnTo>
                      <a:pt x="0" y="754"/>
                    </a:lnTo>
                    <a:close/>
                    <a:moveTo>
                      <a:pt x="0" y="679"/>
                    </a:moveTo>
                    <a:lnTo>
                      <a:pt x="0" y="716"/>
                    </a:lnTo>
                    <a:lnTo>
                      <a:pt x="19" y="716"/>
                    </a:lnTo>
                    <a:lnTo>
                      <a:pt x="19" y="679"/>
                    </a:lnTo>
                    <a:lnTo>
                      <a:pt x="0" y="679"/>
                    </a:lnTo>
                    <a:close/>
                    <a:moveTo>
                      <a:pt x="0" y="603"/>
                    </a:moveTo>
                    <a:lnTo>
                      <a:pt x="0" y="641"/>
                    </a:lnTo>
                    <a:lnTo>
                      <a:pt x="19" y="641"/>
                    </a:lnTo>
                    <a:lnTo>
                      <a:pt x="19" y="603"/>
                    </a:lnTo>
                    <a:lnTo>
                      <a:pt x="0" y="603"/>
                    </a:lnTo>
                    <a:close/>
                    <a:moveTo>
                      <a:pt x="0" y="527"/>
                    </a:moveTo>
                    <a:lnTo>
                      <a:pt x="0" y="565"/>
                    </a:lnTo>
                    <a:lnTo>
                      <a:pt x="19" y="565"/>
                    </a:lnTo>
                    <a:lnTo>
                      <a:pt x="19" y="527"/>
                    </a:lnTo>
                    <a:lnTo>
                      <a:pt x="0" y="527"/>
                    </a:lnTo>
                    <a:close/>
                    <a:moveTo>
                      <a:pt x="0" y="452"/>
                    </a:moveTo>
                    <a:lnTo>
                      <a:pt x="0" y="489"/>
                    </a:lnTo>
                    <a:lnTo>
                      <a:pt x="19" y="489"/>
                    </a:lnTo>
                    <a:lnTo>
                      <a:pt x="19" y="452"/>
                    </a:lnTo>
                    <a:lnTo>
                      <a:pt x="0" y="452"/>
                    </a:lnTo>
                    <a:close/>
                    <a:moveTo>
                      <a:pt x="0" y="378"/>
                    </a:moveTo>
                    <a:lnTo>
                      <a:pt x="0" y="416"/>
                    </a:lnTo>
                    <a:lnTo>
                      <a:pt x="19" y="416"/>
                    </a:lnTo>
                    <a:lnTo>
                      <a:pt x="19" y="378"/>
                    </a:lnTo>
                    <a:lnTo>
                      <a:pt x="0" y="378"/>
                    </a:lnTo>
                    <a:close/>
                    <a:moveTo>
                      <a:pt x="0" y="303"/>
                    </a:moveTo>
                    <a:lnTo>
                      <a:pt x="0" y="340"/>
                    </a:lnTo>
                    <a:lnTo>
                      <a:pt x="19" y="340"/>
                    </a:lnTo>
                    <a:lnTo>
                      <a:pt x="19" y="303"/>
                    </a:lnTo>
                    <a:lnTo>
                      <a:pt x="0" y="303"/>
                    </a:lnTo>
                    <a:close/>
                    <a:moveTo>
                      <a:pt x="0" y="227"/>
                    </a:moveTo>
                    <a:lnTo>
                      <a:pt x="0" y="265"/>
                    </a:lnTo>
                    <a:lnTo>
                      <a:pt x="19" y="265"/>
                    </a:lnTo>
                    <a:lnTo>
                      <a:pt x="19" y="227"/>
                    </a:lnTo>
                    <a:lnTo>
                      <a:pt x="0" y="227"/>
                    </a:lnTo>
                    <a:close/>
                    <a:moveTo>
                      <a:pt x="0" y="151"/>
                    </a:moveTo>
                    <a:lnTo>
                      <a:pt x="0" y="189"/>
                    </a:lnTo>
                    <a:lnTo>
                      <a:pt x="19" y="189"/>
                    </a:lnTo>
                    <a:lnTo>
                      <a:pt x="19" y="151"/>
                    </a:lnTo>
                    <a:lnTo>
                      <a:pt x="0" y="151"/>
                    </a:lnTo>
                    <a:close/>
                    <a:moveTo>
                      <a:pt x="0" y="76"/>
                    </a:moveTo>
                    <a:lnTo>
                      <a:pt x="0" y="113"/>
                    </a:lnTo>
                    <a:lnTo>
                      <a:pt x="19" y="113"/>
                    </a:lnTo>
                    <a:lnTo>
                      <a:pt x="19" y="76"/>
                    </a:lnTo>
                    <a:lnTo>
                      <a:pt x="0" y="76"/>
                    </a:lnTo>
                    <a:close/>
                    <a:moveTo>
                      <a:pt x="0" y="0"/>
                    </a:moveTo>
                    <a:lnTo>
                      <a:pt x="0" y="38"/>
                    </a:lnTo>
                    <a:lnTo>
                      <a:pt x="19" y="38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0"/>
              <p:cNvSpPr>
                <a:spLocks noEditPoints="1"/>
              </p:cNvSpPr>
              <p:nvPr/>
            </p:nvSpPr>
            <p:spPr bwMode="auto">
              <a:xfrm>
                <a:off x="6521326" y="2518444"/>
                <a:ext cx="15798" cy="1910757"/>
              </a:xfrm>
              <a:custGeom>
                <a:avLst/>
                <a:gdLst>
                  <a:gd name="T0" fmla="*/ 15798 w 19"/>
                  <a:gd name="T1" fmla="*/ 1910757 h 2298"/>
                  <a:gd name="T2" fmla="*/ 0 w 19"/>
                  <a:gd name="T3" fmla="*/ 1816799 h 2298"/>
                  <a:gd name="T4" fmla="*/ 15798 w 19"/>
                  <a:gd name="T5" fmla="*/ 1816799 h 2298"/>
                  <a:gd name="T6" fmla="*/ 0 w 19"/>
                  <a:gd name="T7" fmla="*/ 1785202 h 2298"/>
                  <a:gd name="T8" fmla="*/ 0 w 19"/>
                  <a:gd name="T9" fmla="*/ 1753606 h 2298"/>
                  <a:gd name="T10" fmla="*/ 15798 w 19"/>
                  <a:gd name="T11" fmla="*/ 1722009 h 2298"/>
                  <a:gd name="T12" fmla="*/ 0 w 19"/>
                  <a:gd name="T13" fmla="*/ 1628051 h 2298"/>
                  <a:gd name="T14" fmla="*/ 15798 w 19"/>
                  <a:gd name="T15" fmla="*/ 1628051 h 2298"/>
                  <a:gd name="T16" fmla="*/ 0 w 19"/>
                  <a:gd name="T17" fmla="*/ 1596455 h 2298"/>
                  <a:gd name="T18" fmla="*/ 0 w 19"/>
                  <a:gd name="T19" fmla="*/ 1564858 h 2298"/>
                  <a:gd name="T20" fmla="*/ 15798 w 19"/>
                  <a:gd name="T21" fmla="*/ 1534925 h 2298"/>
                  <a:gd name="T22" fmla="*/ 0 w 19"/>
                  <a:gd name="T23" fmla="*/ 1440967 h 2298"/>
                  <a:gd name="T24" fmla="*/ 15798 w 19"/>
                  <a:gd name="T25" fmla="*/ 1440967 h 2298"/>
                  <a:gd name="T26" fmla="*/ 0 w 19"/>
                  <a:gd name="T27" fmla="*/ 1409370 h 2298"/>
                  <a:gd name="T28" fmla="*/ 0 w 19"/>
                  <a:gd name="T29" fmla="*/ 1377774 h 2298"/>
                  <a:gd name="T30" fmla="*/ 15798 w 19"/>
                  <a:gd name="T31" fmla="*/ 1346177 h 2298"/>
                  <a:gd name="T32" fmla="*/ 0 w 19"/>
                  <a:gd name="T33" fmla="*/ 1252219 h 2298"/>
                  <a:gd name="T34" fmla="*/ 15798 w 19"/>
                  <a:gd name="T35" fmla="*/ 1252219 h 2298"/>
                  <a:gd name="T36" fmla="*/ 0 w 19"/>
                  <a:gd name="T37" fmla="*/ 1220623 h 2298"/>
                  <a:gd name="T38" fmla="*/ 0 w 19"/>
                  <a:gd name="T39" fmla="*/ 1189026 h 2298"/>
                  <a:gd name="T40" fmla="*/ 15798 w 19"/>
                  <a:gd name="T41" fmla="*/ 1158261 h 2298"/>
                  <a:gd name="T42" fmla="*/ 0 w 19"/>
                  <a:gd name="T43" fmla="*/ 1065135 h 2298"/>
                  <a:gd name="T44" fmla="*/ 15798 w 19"/>
                  <a:gd name="T45" fmla="*/ 1065135 h 2298"/>
                  <a:gd name="T46" fmla="*/ 0 w 19"/>
                  <a:gd name="T47" fmla="*/ 1034370 h 2298"/>
                  <a:gd name="T48" fmla="*/ 0 w 19"/>
                  <a:gd name="T49" fmla="*/ 1002773 h 2298"/>
                  <a:gd name="T50" fmla="*/ 15798 w 19"/>
                  <a:gd name="T51" fmla="*/ 971177 h 2298"/>
                  <a:gd name="T52" fmla="*/ 0 w 19"/>
                  <a:gd name="T53" fmla="*/ 876387 h 2298"/>
                  <a:gd name="T54" fmla="*/ 15798 w 19"/>
                  <a:gd name="T55" fmla="*/ 876387 h 2298"/>
                  <a:gd name="T56" fmla="*/ 0 w 19"/>
                  <a:gd name="T57" fmla="*/ 845622 h 2298"/>
                  <a:gd name="T58" fmla="*/ 0 w 19"/>
                  <a:gd name="T59" fmla="*/ 814026 h 2298"/>
                  <a:gd name="T60" fmla="*/ 15798 w 19"/>
                  <a:gd name="T61" fmla="*/ 782429 h 2298"/>
                  <a:gd name="T62" fmla="*/ 0 w 19"/>
                  <a:gd name="T63" fmla="*/ 690134 h 2298"/>
                  <a:gd name="T64" fmla="*/ 15798 w 19"/>
                  <a:gd name="T65" fmla="*/ 690134 h 2298"/>
                  <a:gd name="T66" fmla="*/ 0 w 19"/>
                  <a:gd name="T67" fmla="*/ 658538 h 2298"/>
                  <a:gd name="T68" fmla="*/ 0 w 19"/>
                  <a:gd name="T69" fmla="*/ 626941 h 2298"/>
                  <a:gd name="T70" fmla="*/ 15798 w 19"/>
                  <a:gd name="T71" fmla="*/ 595345 h 2298"/>
                  <a:gd name="T72" fmla="*/ 0 w 19"/>
                  <a:gd name="T73" fmla="*/ 501387 h 2298"/>
                  <a:gd name="T74" fmla="*/ 15798 w 19"/>
                  <a:gd name="T75" fmla="*/ 501387 h 2298"/>
                  <a:gd name="T76" fmla="*/ 0 w 19"/>
                  <a:gd name="T77" fmla="*/ 469790 h 2298"/>
                  <a:gd name="T78" fmla="*/ 0 w 19"/>
                  <a:gd name="T79" fmla="*/ 438194 h 2298"/>
                  <a:gd name="T80" fmla="*/ 15798 w 19"/>
                  <a:gd name="T81" fmla="*/ 406597 h 2298"/>
                  <a:gd name="T82" fmla="*/ 0 w 19"/>
                  <a:gd name="T83" fmla="*/ 314302 h 2298"/>
                  <a:gd name="T84" fmla="*/ 15798 w 19"/>
                  <a:gd name="T85" fmla="*/ 314302 h 2298"/>
                  <a:gd name="T86" fmla="*/ 0 w 19"/>
                  <a:gd name="T87" fmla="*/ 282706 h 2298"/>
                  <a:gd name="T88" fmla="*/ 0 w 19"/>
                  <a:gd name="T89" fmla="*/ 251941 h 2298"/>
                  <a:gd name="T90" fmla="*/ 15798 w 19"/>
                  <a:gd name="T91" fmla="*/ 220344 h 2298"/>
                  <a:gd name="T92" fmla="*/ 0 w 19"/>
                  <a:gd name="T93" fmla="*/ 125555 h 2298"/>
                  <a:gd name="T94" fmla="*/ 15798 w 19"/>
                  <a:gd name="T95" fmla="*/ 125555 h 2298"/>
                  <a:gd name="T96" fmla="*/ 0 w 19"/>
                  <a:gd name="T97" fmla="*/ 93958 h 2298"/>
                  <a:gd name="T98" fmla="*/ 0 w 19"/>
                  <a:gd name="T99" fmla="*/ 63193 h 2298"/>
                  <a:gd name="T100" fmla="*/ 15798 w 19"/>
                  <a:gd name="T101" fmla="*/ 31597 h 229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9" h="2298">
                    <a:moveTo>
                      <a:pt x="0" y="2260"/>
                    </a:moveTo>
                    <a:lnTo>
                      <a:pt x="0" y="2298"/>
                    </a:lnTo>
                    <a:lnTo>
                      <a:pt x="19" y="2298"/>
                    </a:lnTo>
                    <a:lnTo>
                      <a:pt x="19" y="2260"/>
                    </a:lnTo>
                    <a:lnTo>
                      <a:pt x="0" y="2260"/>
                    </a:lnTo>
                    <a:moveTo>
                      <a:pt x="0" y="2185"/>
                    </a:moveTo>
                    <a:lnTo>
                      <a:pt x="0" y="2222"/>
                    </a:lnTo>
                    <a:lnTo>
                      <a:pt x="19" y="2222"/>
                    </a:lnTo>
                    <a:lnTo>
                      <a:pt x="19" y="2185"/>
                    </a:lnTo>
                    <a:lnTo>
                      <a:pt x="0" y="2185"/>
                    </a:lnTo>
                    <a:moveTo>
                      <a:pt x="0" y="2109"/>
                    </a:moveTo>
                    <a:lnTo>
                      <a:pt x="0" y="2147"/>
                    </a:lnTo>
                    <a:lnTo>
                      <a:pt x="19" y="2147"/>
                    </a:lnTo>
                    <a:lnTo>
                      <a:pt x="19" y="2109"/>
                    </a:lnTo>
                    <a:lnTo>
                      <a:pt x="0" y="2109"/>
                    </a:lnTo>
                    <a:moveTo>
                      <a:pt x="0" y="2033"/>
                    </a:moveTo>
                    <a:lnTo>
                      <a:pt x="0" y="2071"/>
                    </a:lnTo>
                    <a:lnTo>
                      <a:pt x="19" y="2071"/>
                    </a:lnTo>
                    <a:lnTo>
                      <a:pt x="19" y="2033"/>
                    </a:lnTo>
                    <a:lnTo>
                      <a:pt x="0" y="2033"/>
                    </a:lnTo>
                    <a:moveTo>
                      <a:pt x="0" y="1958"/>
                    </a:moveTo>
                    <a:lnTo>
                      <a:pt x="0" y="1995"/>
                    </a:lnTo>
                    <a:lnTo>
                      <a:pt x="19" y="1995"/>
                    </a:lnTo>
                    <a:lnTo>
                      <a:pt x="19" y="1958"/>
                    </a:lnTo>
                    <a:lnTo>
                      <a:pt x="0" y="1958"/>
                    </a:lnTo>
                    <a:moveTo>
                      <a:pt x="0" y="1882"/>
                    </a:moveTo>
                    <a:lnTo>
                      <a:pt x="0" y="1920"/>
                    </a:lnTo>
                    <a:lnTo>
                      <a:pt x="19" y="1920"/>
                    </a:lnTo>
                    <a:lnTo>
                      <a:pt x="19" y="1882"/>
                    </a:lnTo>
                    <a:lnTo>
                      <a:pt x="0" y="1882"/>
                    </a:lnTo>
                    <a:moveTo>
                      <a:pt x="0" y="1809"/>
                    </a:moveTo>
                    <a:lnTo>
                      <a:pt x="0" y="1846"/>
                    </a:lnTo>
                    <a:lnTo>
                      <a:pt x="19" y="1846"/>
                    </a:lnTo>
                    <a:lnTo>
                      <a:pt x="19" y="1809"/>
                    </a:lnTo>
                    <a:lnTo>
                      <a:pt x="0" y="1809"/>
                    </a:lnTo>
                    <a:moveTo>
                      <a:pt x="0" y="1733"/>
                    </a:moveTo>
                    <a:lnTo>
                      <a:pt x="0" y="1771"/>
                    </a:lnTo>
                    <a:lnTo>
                      <a:pt x="19" y="1771"/>
                    </a:lnTo>
                    <a:lnTo>
                      <a:pt x="19" y="1733"/>
                    </a:lnTo>
                    <a:lnTo>
                      <a:pt x="0" y="1733"/>
                    </a:lnTo>
                    <a:moveTo>
                      <a:pt x="0" y="1657"/>
                    </a:moveTo>
                    <a:lnTo>
                      <a:pt x="0" y="1695"/>
                    </a:lnTo>
                    <a:lnTo>
                      <a:pt x="19" y="1695"/>
                    </a:lnTo>
                    <a:lnTo>
                      <a:pt x="19" y="1657"/>
                    </a:lnTo>
                    <a:lnTo>
                      <a:pt x="0" y="1657"/>
                    </a:lnTo>
                    <a:moveTo>
                      <a:pt x="0" y="1582"/>
                    </a:moveTo>
                    <a:lnTo>
                      <a:pt x="0" y="1619"/>
                    </a:lnTo>
                    <a:lnTo>
                      <a:pt x="19" y="1619"/>
                    </a:lnTo>
                    <a:lnTo>
                      <a:pt x="19" y="1582"/>
                    </a:lnTo>
                    <a:lnTo>
                      <a:pt x="0" y="1582"/>
                    </a:lnTo>
                    <a:moveTo>
                      <a:pt x="0" y="1506"/>
                    </a:moveTo>
                    <a:lnTo>
                      <a:pt x="0" y="1544"/>
                    </a:lnTo>
                    <a:lnTo>
                      <a:pt x="19" y="1544"/>
                    </a:lnTo>
                    <a:lnTo>
                      <a:pt x="19" y="1506"/>
                    </a:lnTo>
                    <a:lnTo>
                      <a:pt x="0" y="1506"/>
                    </a:lnTo>
                    <a:moveTo>
                      <a:pt x="0" y="1430"/>
                    </a:moveTo>
                    <a:lnTo>
                      <a:pt x="0" y="1468"/>
                    </a:lnTo>
                    <a:lnTo>
                      <a:pt x="19" y="1468"/>
                    </a:lnTo>
                    <a:lnTo>
                      <a:pt x="19" y="1430"/>
                    </a:lnTo>
                    <a:lnTo>
                      <a:pt x="0" y="1430"/>
                    </a:lnTo>
                    <a:moveTo>
                      <a:pt x="0" y="1357"/>
                    </a:moveTo>
                    <a:lnTo>
                      <a:pt x="0" y="1393"/>
                    </a:lnTo>
                    <a:lnTo>
                      <a:pt x="19" y="1393"/>
                    </a:lnTo>
                    <a:lnTo>
                      <a:pt x="19" y="1357"/>
                    </a:lnTo>
                    <a:lnTo>
                      <a:pt x="0" y="1357"/>
                    </a:lnTo>
                    <a:moveTo>
                      <a:pt x="0" y="1281"/>
                    </a:moveTo>
                    <a:lnTo>
                      <a:pt x="0" y="1319"/>
                    </a:lnTo>
                    <a:lnTo>
                      <a:pt x="19" y="1319"/>
                    </a:lnTo>
                    <a:lnTo>
                      <a:pt x="19" y="1281"/>
                    </a:lnTo>
                    <a:lnTo>
                      <a:pt x="0" y="1281"/>
                    </a:lnTo>
                    <a:moveTo>
                      <a:pt x="0" y="1206"/>
                    </a:moveTo>
                    <a:lnTo>
                      <a:pt x="0" y="1244"/>
                    </a:lnTo>
                    <a:lnTo>
                      <a:pt x="19" y="1244"/>
                    </a:lnTo>
                    <a:lnTo>
                      <a:pt x="19" y="1206"/>
                    </a:lnTo>
                    <a:lnTo>
                      <a:pt x="0" y="1206"/>
                    </a:lnTo>
                    <a:moveTo>
                      <a:pt x="0" y="1130"/>
                    </a:moveTo>
                    <a:lnTo>
                      <a:pt x="0" y="1168"/>
                    </a:lnTo>
                    <a:lnTo>
                      <a:pt x="19" y="1168"/>
                    </a:lnTo>
                    <a:lnTo>
                      <a:pt x="19" y="1130"/>
                    </a:lnTo>
                    <a:lnTo>
                      <a:pt x="0" y="1130"/>
                    </a:lnTo>
                    <a:moveTo>
                      <a:pt x="0" y="1054"/>
                    </a:moveTo>
                    <a:lnTo>
                      <a:pt x="0" y="1092"/>
                    </a:lnTo>
                    <a:lnTo>
                      <a:pt x="19" y="1092"/>
                    </a:lnTo>
                    <a:lnTo>
                      <a:pt x="19" y="1054"/>
                    </a:lnTo>
                    <a:lnTo>
                      <a:pt x="0" y="1054"/>
                    </a:lnTo>
                    <a:moveTo>
                      <a:pt x="0" y="979"/>
                    </a:moveTo>
                    <a:lnTo>
                      <a:pt x="0" y="1017"/>
                    </a:lnTo>
                    <a:lnTo>
                      <a:pt x="19" y="1017"/>
                    </a:lnTo>
                    <a:lnTo>
                      <a:pt x="19" y="979"/>
                    </a:lnTo>
                    <a:lnTo>
                      <a:pt x="0" y="979"/>
                    </a:lnTo>
                    <a:moveTo>
                      <a:pt x="0" y="905"/>
                    </a:moveTo>
                    <a:lnTo>
                      <a:pt x="0" y="941"/>
                    </a:lnTo>
                    <a:lnTo>
                      <a:pt x="19" y="941"/>
                    </a:lnTo>
                    <a:lnTo>
                      <a:pt x="19" y="905"/>
                    </a:lnTo>
                    <a:lnTo>
                      <a:pt x="0" y="905"/>
                    </a:lnTo>
                    <a:moveTo>
                      <a:pt x="0" y="830"/>
                    </a:moveTo>
                    <a:lnTo>
                      <a:pt x="0" y="868"/>
                    </a:lnTo>
                    <a:lnTo>
                      <a:pt x="19" y="868"/>
                    </a:lnTo>
                    <a:lnTo>
                      <a:pt x="19" y="830"/>
                    </a:lnTo>
                    <a:lnTo>
                      <a:pt x="0" y="830"/>
                    </a:lnTo>
                    <a:moveTo>
                      <a:pt x="0" y="754"/>
                    </a:moveTo>
                    <a:lnTo>
                      <a:pt x="0" y="792"/>
                    </a:lnTo>
                    <a:lnTo>
                      <a:pt x="19" y="792"/>
                    </a:lnTo>
                    <a:lnTo>
                      <a:pt x="19" y="754"/>
                    </a:lnTo>
                    <a:lnTo>
                      <a:pt x="0" y="754"/>
                    </a:lnTo>
                    <a:moveTo>
                      <a:pt x="0" y="679"/>
                    </a:moveTo>
                    <a:lnTo>
                      <a:pt x="0" y="716"/>
                    </a:lnTo>
                    <a:lnTo>
                      <a:pt x="19" y="716"/>
                    </a:lnTo>
                    <a:lnTo>
                      <a:pt x="19" y="679"/>
                    </a:lnTo>
                    <a:lnTo>
                      <a:pt x="0" y="679"/>
                    </a:lnTo>
                    <a:moveTo>
                      <a:pt x="0" y="603"/>
                    </a:moveTo>
                    <a:lnTo>
                      <a:pt x="0" y="641"/>
                    </a:lnTo>
                    <a:lnTo>
                      <a:pt x="19" y="641"/>
                    </a:lnTo>
                    <a:lnTo>
                      <a:pt x="19" y="603"/>
                    </a:lnTo>
                    <a:lnTo>
                      <a:pt x="0" y="603"/>
                    </a:lnTo>
                    <a:moveTo>
                      <a:pt x="0" y="527"/>
                    </a:moveTo>
                    <a:lnTo>
                      <a:pt x="0" y="565"/>
                    </a:lnTo>
                    <a:lnTo>
                      <a:pt x="19" y="565"/>
                    </a:lnTo>
                    <a:lnTo>
                      <a:pt x="19" y="527"/>
                    </a:lnTo>
                    <a:lnTo>
                      <a:pt x="0" y="527"/>
                    </a:lnTo>
                    <a:moveTo>
                      <a:pt x="0" y="452"/>
                    </a:moveTo>
                    <a:lnTo>
                      <a:pt x="0" y="489"/>
                    </a:lnTo>
                    <a:lnTo>
                      <a:pt x="19" y="489"/>
                    </a:lnTo>
                    <a:lnTo>
                      <a:pt x="19" y="452"/>
                    </a:lnTo>
                    <a:lnTo>
                      <a:pt x="0" y="452"/>
                    </a:lnTo>
                    <a:moveTo>
                      <a:pt x="0" y="378"/>
                    </a:moveTo>
                    <a:lnTo>
                      <a:pt x="0" y="416"/>
                    </a:lnTo>
                    <a:lnTo>
                      <a:pt x="19" y="416"/>
                    </a:lnTo>
                    <a:lnTo>
                      <a:pt x="19" y="378"/>
                    </a:lnTo>
                    <a:lnTo>
                      <a:pt x="0" y="378"/>
                    </a:lnTo>
                    <a:moveTo>
                      <a:pt x="0" y="303"/>
                    </a:moveTo>
                    <a:lnTo>
                      <a:pt x="0" y="340"/>
                    </a:lnTo>
                    <a:lnTo>
                      <a:pt x="19" y="340"/>
                    </a:lnTo>
                    <a:lnTo>
                      <a:pt x="19" y="303"/>
                    </a:lnTo>
                    <a:lnTo>
                      <a:pt x="0" y="303"/>
                    </a:lnTo>
                    <a:moveTo>
                      <a:pt x="0" y="227"/>
                    </a:moveTo>
                    <a:lnTo>
                      <a:pt x="0" y="265"/>
                    </a:lnTo>
                    <a:lnTo>
                      <a:pt x="19" y="265"/>
                    </a:lnTo>
                    <a:lnTo>
                      <a:pt x="19" y="227"/>
                    </a:lnTo>
                    <a:lnTo>
                      <a:pt x="0" y="227"/>
                    </a:lnTo>
                    <a:moveTo>
                      <a:pt x="0" y="151"/>
                    </a:moveTo>
                    <a:lnTo>
                      <a:pt x="0" y="189"/>
                    </a:lnTo>
                    <a:lnTo>
                      <a:pt x="19" y="189"/>
                    </a:lnTo>
                    <a:lnTo>
                      <a:pt x="19" y="151"/>
                    </a:lnTo>
                    <a:lnTo>
                      <a:pt x="0" y="151"/>
                    </a:lnTo>
                    <a:moveTo>
                      <a:pt x="0" y="76"/>
                    </a:moveTo>
                    <a:lnTo>
                      <a:pt x="0" y="113"/>
                    </a:lnTo>
                    <a:lnTo>
                      <a:pt x="19" y="113"/>
                    </a:lnTo>
                    <a:lnTo>
                      <a:pt x="19" y="76"/>
                    </a:lnTo>
                    <a:lnTo>
                      <a:pt x="0" y="76"/>
                    </a:lnTo>
                    <a:moveTo>
                      <a:pt x="0" y="0"/>
                    </a:moveTo>
                    <a:lnTo>
                      <a:pt x="0" y="38"/>
                    </a:lnTo>
                    <a:lnTo>
                      <a:pt x="19" y="38"/>
                    </a:lnTo>
                    <a:lnTo>
                      <a:pt x="19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1"/>
              <p:cNvSpPr/>
              <p:nvPr/>
            </p:nvSpPr>
            <p:spPr bwMode="auto">
              <a:xfrm>
                <a:off x="6512180" y="4460798"/>
                <a:ext cx="24945" cy="29102"/>
              </a:xfrm>
              <a:custGeom>
                <a:avLst/>
                <a:gdLst>
                  <a:gd name="T0" fmla="*/ 9147 w 30"/>
                  <a:gd name="T1" fmla="*/ 0 h 35"/>
                  <a:gd name="T2" fmla="*/ 9147 w 30"/>
                  <a:gd name="T3" fmla="*/ 9978 h 35"/>
                  <a:gd name="T4" fmla="*/ 0 w 30"/>
                  <a:gd name="T5" fmla="*/ 15798 h 35"/>
                  <a:gd name="T6" fmla="*/ 7484 w 30"/>
                  <a:gd name="T7" fmla="*/ 29102 h 35"/>
                  <a:gd name="T8" fmla="*/ 24945 w 30"/>
                  <a:gd name="T9" fmla="*/ 19124 h 35"/>
                  <a:gd name="T10" fmla="*/ 24945 w 30"/>
                  <a:gd name="T11" fmla="*/ 0 h 35"/>
                  <a:gd name="T12" fmla="*/ 9147 w 30"/>
                  <a:gd name="T13" fmla="*/ 0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35">
                    <a:moveTo>
                      <a:pt x="11" y="0"/>
                    </a:moveTo>
                    <a:lnTo>
                      <a:pt x="11" y="12"/>
                    </a:lnTo>
                    <a:lnTo>
                      <a:pt x="0" y="19"/>
                    </a:lnTo>
                    <a:lnTo>
                      <a:pt x="9" y="35"/>
                    </a:lnTo>
                    <a:lnTo>
                      <a:pt x="30" y="23"/>
                    </a:lnTo>
                    <a:lnTo>
                      <a:pt x="30" y="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F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2"/>
              <p:cNvSpPr/>
              <p:nvPr/>
            </p:nvSpPr>
            <p:spPr bwMode="auto">
              <a:xfrm>
                <a:off x="6512180" y="4460798"/>
                <a:ext cx="24945" cy="29102"/>
              </a:xfrm>
              <a:custGeom>
                <a:avLst/>
                <a:gdLst>
                  <a:gd name="T0" fmla="*/ 9147 w 30"/>
                  <a:gd name="T1" fmla="*/ 0 h 35"/>
                  <a:gd name="T2" fmla="*/ 9147 w 30"/>
                  <a:gd name="T3" fmla="*/ 9978 h 35"/>
                  <a:gd name="T4" fmla="*/ 0 w 30"/>
                  <a:gd name="T5" fmla="*/ 15798 h 35"/>
                  <a:gd name="T6" fmla="*/ 7484 w 30"/>
                  <a:gd name="T7" fmla="*/ 29102 h 35"/>
                  <a:gd name="T8" fmla="*/ 24945 w 30"/>
                  <a:gd name="T9" fmla="*/ 19124 h 35"/>
                  <a:gd name="T10" fmla="*/ 24945 w 30"/>
                  <a:gd name="T11" fmla="*/ 0 h 35"/>
                  <a:gd name="T12" fmla="*/ 9147 w 30"/>
                  <a:gd name="T13" fmla="*/ 0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35">
                    <a:moveTo>
                      <a:pt x="11" y="0"/>
                    </a:moveTo>
                    <a:lnTo>
                      <a:pt x="11" y="12"/>
                    </a:lnTo>
                    <a:lnTo>
                      <a:pt x="0" y="19"/>
                    </a:lnTo>
                    <a:lnTo>
                      <a:pt x="9" y="35"/>
                    </a:lnTo>
                    <a:lnTo>
                      <a:pt x="30" y="23"/>
                    </a:lnTo>
                    <a:lnTo>
                      <a:pt x="30" y="0"/>
                    </a:lnTo>
                    <a:lnTo>
                      <a:pt x="1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"/>
              <p:cNvSpPr>
                <a:spLocks noEditPoints="1"/>
              </p:cNvSpPr>
              <p:nvPr/>
            </p:nvSpPr>
            <p:spPr bwMode="auto">
              <a:xfrm>
                <a:off x="4816778" y="4492394"/>
                <a:ext cx="1675447" cy="1006099"/>
              </a:xfrm>
              <a:custGeom>
                <a:avLst/>
                <a:gdLst>
                  <a:gd name="T0" fmla="*/ 8315 w 2015"/>
                  <a:gd name="T1" fmla="*/ 1006099 h 1210"/>
                  <a:gd name="T2" fmla="*/ 83149 w 2015"/>
                  <a:gd name="T3" fmla="*/ 943737 h 1210"/>
                  <a:gd name="T4" fmla="*/ 90632 w 2015"/>
                  <a:gd name="T5" fmla="*/ 957041 h 1210"/>
                  <a:gd name="T6" fmla="*/ 108093 w 2015"/>
                  <a:gd name="T7" fmla="*/ 927939 h 1210"/>
                  <a:gd name="T8" fmla="*/ 136364 w 2015"/>
                  <a:gd name="T9" fmla="*/ 912141 h 1210"/>
                  <a:gd name="T10" fmla="*/ 171286 w 2015"/>
                  <a:gd name="T11" fmla="*/ 907984 h 1210"/>
                  <a:gd name="T12" fmla="*/ 246120 w 2015"/>
                  <a:gd name="T13" fmla="*/ 847285 h 1210"/>
                  <a:gd name="T14" fmla="*/ 253604 w 2015"/>
                  <a:gd name="T15" fmla="*/ 858926 h 1210"/>
                  <a:gd name="T16" fmla="*/ 273559 w 2015"/>
                  <a:gd name="T17" fmla="*/ 828992 h 1210"/>
                  <a:gd name="T18" fmla="*/ 300998 w 2015"/>
                  <a:gd name="T19" fmla="*/ 813194 h 1210"/>
                  <a:gd name="T20" fmla="*/ 336752 w 2015"/>
                  <a:gd name="T21" fmla="*/ 811531 h 1210"/>
                  <a:gd name="T22" fmla="*/ 409092 w 2015"/>
                  <a:gd name="T23" fmla="*/ 748338 h 1210"/>
                  <a:gd name="T24" fmla="*/ 417407 w 2015"/>
                  <a:gd name="T25" fmla="*/ 762473 h 1210"/>
                  <a:gd name="T26" fmla="*/ 436531 w 2015"/>
                  <a:gd name="T27" fmla="*/ 733371 h 1210"/>
                  <a:gd name="T28" fmla="*/ 463970 w 2015"/>
                  <a:gd name="T29" fmla="*/ 715079 h 1210"/>
                  <a:gd name="T30" fmla="*/ 499724 w 2015"/>
                  <a:gd name="T31" fmla="*/ 713416 h 1210"/>
                  <a:gd name="T32" fmla="*/ 574558 w 2015"/>
                  <a:gd name="T33" fmla="*/ 650223 h 1210"/>
                  <a:gd name="T34" fmla="*/ 582041 w 2015"/>
                  <a:gd name="T35" fmla="*/ 664358 h 1210"/>
                  <a:gd name="T36" fmla="*/ 601997 w 2015"/>
                  <a:gd name="T37" fmla="*/ 634424 h 1210"/>
                  <a:gd name="T38" fmla="*/ 629436 w 2015"/>
                  <a:gd name="T39" fmla="*/ 618626 h 1210"/>
                  <a:gd name="T40" fmla="*/ 665190 w 2015"/>
                  <a:gd name="T41" fmla="*/ 615300 h 1210"/>
                  <a:gd name="T42" fmla="*/ 737529 w 2015"/>
                  <a:gd name="T43" fmla="*/ 553770 h 1210"/>
                  <a:gd name="T44" fmla="*/ 745844 w 2015"/>
                  <a:gd name="T45" fmla="*/ 567905 h 1210"/>
                  <a:gd name="T46" fmla="*/ 764968 w 2015"/>
                  <a:gd name="T47" fmla="*/ 536309 h 1210"/>
                  <a:gd name="T48" fmla="*/ 792407 w 2015"/>
                  <a:gd name="T49" fmla="*/ 520511 h 1210"/>
                  <a:gd name="T50" fmla="*/ 828161 w 2015"/>
                  <a:gd name="T51" fmla="*/ 518848 h 1210"/>
                  <a:gd name="T52" fmla="*/ 902995 w 2015"/>
                  <a:gd name="T53" fmla="*/ 455655 h 1210"/>
                  <a:gd name="T54" fmla="*/ 910479 w 2015"/>
                  <a:gd name="T55" fmla="*/ 469790 h 1210"/>
                  <a:gd name="T56" fmla="*/ 927940 w 2015"/>
                  <a:gd name="T57" fmla="*/ 439857 h 1210"/>
                  <a:gd name="T58" fmla="*/ 956210 w 2015"/>
                  <a:gd name="T59" fmla="*/ 422395 h 1210"/>
                  <a:gd name="T60" fmla="*/ 991133 w 2015"/>
                  <a:gd name="T61" fmla="*/ 420732 h 1210"/>
                  <a:gd name="T62" fmla="*/ 1065967 w 2015"/>
                  <a:gd name="T63" fmla="*/ 357539 h 1210"/>
                  <a:gd name="T64" fmla="*/ 1073450 w 2015"/>
                  <a:gd name="T65" fmla="*/ 371675 h 1210"/>
                  <a:gd name="T66" fmla="*/ 1093406 w 2015"/>
                  <a:gd name="T67" fmla="*/ 341741 h 1210"/>
                  <a:gd name="T68" fmla="*/ 1120845 w 2015"/>
                  <a:gd name="T69" fmla="*/ 325943 h 1210"/>
                  <a:gd name="T70" fmla="*/ 1156599 w 2015"/>
                  <a:gd name="T71" fmla="*/ 321785 h 1210"/>
                  <a:gd name="T72" fmla="*/ 1228938 w 2015"/>
                  <a:gd name="T73" fmla="*/ 261087 h 1210"/>
                  <a:gd name="T74" fmla="*/ 1237253 w 2015"/>
                  <a:gd name="T75" fmla="*/ 275222 h 1210"/>
                  <a:gd name="T76" fmla="*/ 1256377 w 2015"/>
                  <a:gd name="T77" fmla="*/ 245289 h 1210"/>
                  <a:gd name="T78" fmla="*/ 1283816 w 2015"/>
                  <a:gd name="T79" fmla="*/ 227827 h 1210"/>
                  <a:gd name="T80" fmla="*/ 1319570 w 2015"/>
                  <a:gd name="T81" fmla="*/ 226164 h 1210"/>
                  <a:gd name="T82" fmla="*/ 1394404 w 2015"/>
                  <a:gd name="T83" fmla="*/ 162971 h 1210"/>
                  <a:gd name="T84" fmla="*/ 1401888 w 2015"/>
                  <a:gd name="T85" fmla="*/ 176275 h 1210"/>
                  <a:gd name="T86" fmla="*/ 1421843 w 2015"/>
                  <a:gd name="T87" fmla="*/ 147173 h 1210"/>
                  <a:gd name="T88" fmla="*/ 1449282 w 2015"/>
                  <a:gd name="T89" fmla="*/ 131375 h 1210"/>
                  <a:gd name="T90" fmla="*/ 1482542 w 2015"/>
                  <a:gd name="T91" fmla="*/ 127217 h 1210"/>
                  <a:gd name="T92" fmla="*/ 1557376 w 2015"/>
                  <a:gd name="T93" fmla="*/ 66519 h 1210"/>
                  <a:gd name="T94" fmla="*/ 1565691 w 2015"/>
                  <a:gd name="T95" fmla="*/ 78160 h 1210"/>
                  <a:gd name="T96" fmla="*/ 1584815 w 2015"/>
                  <a:gd name="T97" fmla="*/ 49058 h 1210"/>
                  <a:gd name="T98" fmla="*/ 1612254 w 2015"/>
                  <a:gd name="T99" fmla="*/ 33259 h 1210"/>
                  <a:gd name="T100" fmla="*/ 1648008 w 2015"/>
                  <a:gd name="T101" fmla="*/ 30765 h 12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015" h="1210">
                    <a:moveTo>
                      <a:pt x="34" y="1175"/>
                    </a:moveTo>
                    <a:lnTo>
                      <a:pt x="0" y="1194"/>
                    </a:lnTo>
                    <a:lnTo>
                      <a:pt x="10" y="1210"/>
                    </a:lnTo>
                    <a:lnTo>
                      <a:pt x="43" y="1191"/>
                    </a:lnTo>
                    <a:lnTo>
                      <a:pt x="34" y="1175"/>
                    </a:lnTo>
                    <a:close/>
                    <a:moveTo>
                      <a:pt x="100" y="1135"/>
                    </a:moveTo>
                    <a:lnTo>
                      <a:pt x="67" y="1153"/>
                    </a:lnTo>
                    <a:lnTo>
                      <a:pt x="76" y="1170"/>
                    </a:lnTo>
                    <a:lnTo>
                      <a:pt x="109" y="1151"/>
                    </a:lnTo>
                    <a:lnTo>
                      <a:pt x="100" y="1135"/>
                    </a:lnTo>
                    <a:close/>
                    <a:moveTo>
                      <a:pt x="164" y="1097"/>
                    </a:moveTo>
                    <a:lnTo>
                      <a:pt x="130" y="1116"/>
                    </a:lnTo>
                    <a:lnTo>
                      <a:pt x="142" y="1132"/>
                    </a:lnTo>
                    <a:lnTo>
                      <a:pt x="173" y="1111"/>
                    </a:lnTo>
                    <a:lnTo>
                      <a:pt x="164" y="1097"/>
                    </a:lnTo>
                    <a:close/>
                    <a:moveTo>
                      <a:pt x="230" y="1056"/>
                    </a:moveTo>
                    <a:lnTo>
                      <a:pt x="197" y="1075"/>
                    </a:lnTo>
                    <a:lnTo>
                      <a:pt x="206" y="1092"/>
                    </a:lnTo>
                    <a:lnTo>
                      <a:pt x="239" y="1073"/>
                    </a:lnTo>
                    <a:lnTo>
                      <a:pt x="230" y="1056"/>
                    </a:lnTo>
                    <a:close/>
                    <a:moveTo>
                      <a:pt x="296" y="1019"/>
                    </a:moveTo>
                    <a:lnTo>
                      <a:pt x="263" y="1038"/>
                    </a:lnTo>
                    <a:lnTo>
                      <a:pt x="272" y="1054"/>
                    </a:lnTo>
                    <a:lnTo>
                      <a:pt x="305" y="1033"/>
                    </a:lnTo>
                    <a:lnTo>
                      <a:pt x="296" y="1019"/>
                    </a:lnTo>
                    <a:close/>
                    <a:moveTo>
                      <a:pt x="362" y="978"/>
                    </a:moveTo>
                    <a:lnTo>
                      <a:pt x="329" y="997"/>
                    </a:lnTo>
                    <a:lnTo>
                      <a:pt x="339" y="1014"/>
                    </a:lnTo>
                    <a:lnTo>
                      <a:pt x="372" y="995"/>
                    </a:lnTo>
                    <a:lnTo>
                      <a:pt x="362" y="978"/>
                    </a:lnTo>
                    <a:close/>
                    <a:moveTo>
                      <a:pt x="428" y="938"/>
                    </a:moveTo>
                    <a:lnTo>
                      <a:pt x="395" y="960"/>
                    </a:lnTo>
                    <a:lnTo>
                      <a:pt x="405" y="976"/>
                    </a:lnTo>
                    <a:lnTo>
                      <a:pt x="438" y="955"/>
                    </a:lnTo>
                    <a:lnTo>
                      <a:pt x="428" y="938"/>
                    </a:lnTo>
                    <a:close/>
                    <a:moveTo>
                      <a:pt x="492" y="900"/>
                    </a:moveTo>
                    <a:lnTo>
                      <a:pt x="459" y="919"/>
                    </a:lnTo>
                    <a:lnTo>
                      <a:pt x="471" y="936"/>
                    </a:lnTo>
                    <a:lnTo>
                      <a:pt x="502" y="917"/>
                    </a:lnTo>
                    <a:lnTo>
                      <a:pt x="492" y="900"/>
                    </a:lnTo>
                    <a:close/>
                    <a:moveTo>
                      <a:pt x="558" y="860"/>
                    </a:moveTo>
                    <a:lnTo>
                      <a:pt x="525" y="882"/>
                    </a:lnTo>
                    <a:lnTo>
                      <a:pt x="535" y="898"/>
                    </a:lnTo>
                    <a:lnTo>
                      <a:pt x="568" y="877"/>
                    </a:lnTo>
                    <a:lnTo>
                      <a:pt x="558" y="860"/>
                    </a:lnTo>
                    <a:close/>
                    <a:moveTo>
                      <a:pt x="625" y="822"/>
                    </a:moveTo>
                    <a:lnTo>
                      <a:pt x="592" y="841"/>
                    </a:lnTo>
                    <a:lnTo>
                      <a:pt x="601" y="858"/>
                    </a:lnTo>
                    <a:lnTo>
                      <a:pt x="634" y="839"/>
                    </a:lnTo>
                    <a:lnTo>
                      <a:pt x="625" y="822"/>
                    </a:lnTo>
                    <a:close/>
                    <a:moveTo>
                      <a:pt x="691" y="782"/>
                    </a:moveTo>
                    <a:lnTo>
                      <a:pt x="658" y="804"/>
                    </a:lnTo>
                    <a:lnTo>
                      <a:pt x="667" y="818"/>
                    </a:lnTo>
                    <a:lnTo>
                      <a:pt x="700" y="799"/>
                    </a:lnTo>
                    <a:lnTo>
                      <a:pt x="691" y="782"/>
                    </a:lnTo>
                    <a:close/>
                    <a:moveTo>
                      <a:pt x="757" y="744"/>
                    </a:moveTo>
                    <a:lnTo>
                      <a:pt x="724" y="763"/>
                    </a:lnTo>
                    <a:lnTo>
                      <a:pt x="733" y="780"/>
                    </a:lnTo>
                    <a:lnTo>
                      <a:pt x="767" y="761"/>
                    </a:lnTo>
                    <a:lnTo>
                      <a:pt x="757" y="744"/>
                    </a:lnTo>
                    <a:close/>
                    <a:moveTo>
                      <a:pt x="821" y="704"/>
                    </a:moveTo>
                    <a:lnTo>
                      <a:pt x="788" y="723"/>
                    </a:lnTo>
                    <a:lnTo>
                      <a:pt x="800" y="740"/>
                    </a:lnTo>
                    <a:lnTo>
                      <a:pt x="830" y="721"/>
                    </a:lnTo>
                    <a:lnTo>
                      <a:pt x="821" y="704"/>
                    </a:lnTo>
                    <a:close/>
                    <a:moveTo>
                      <a:pt x="887" y="666"/>
                    </a:moveTo>
                    <a:lnTo>
                      <a:pt x="854" y="685"/>
                    </a:lnTo>
                    <a:lnTo>
                      <a:pt x="863" y="702"/>
                    </a:lnTo>
                    <a:lnTo>
                      <a:pt x="897" y="683"/>
                    </a:lnTo>
                    <a:lnTo>
                      <a:pt x="887" y="666"/>
                    </a:lnTo>
                    <a:close/>
                    <a:moveTo>
                      <a:pt x="953" y="626"/>
                    </a:moveTo>
                    <a:lnTo>
                      <a:pt x="920" y="645"/>
                    </a:lnTo>
                    <a:lnTo>
                      <a:pt x="930" y="662"/>
                    </a:lnTo>
                    <a:lnTo>
                      <a:pt x="963" y="643"/>
                    </a:lnTo>
                    <a:lnTo>
                      <a:pt x="953" y="626"/>
                    </a:lnTo>
                    <a:close/>
                    <a:moveTo>
                      <a:pt x="1020" y="588"/>
                    </a:moveTo>
                    <a:lnTo>
                      <a:pt x="986" y="607"/>
                    </a:lnTo>
                    <a:lnTo>
                      <a:pt x="996" y="624"/>
                    </a:lnTo>
                    <a:lnTo>
                      <a:pt x="1029" y="603"/>
                    </a:lnTo>
                    <a:lnTo>
                      <a:pt x="1020" y="588"/>
                    </a:lnTo>
                    <a:close/>
                    <a:moveTo>
                      <a:pt x="1086" y="548"/>
                    </a:moveTo>
                    <a:lnTo>
                      <a:pt x="1053" y="567"/>
                    </a:lnTo>
                    <a:lnTo>
                      <a:pt x="1062" y="584"/>
                    </a:lnTo>
                    <a:lnTo>
                      <a:pt x="1095" y="565"/>
                    </a:lnTo>
                    <a:lnTo>
                      <a:pt x="1086" y="548"/>
                    </a:lnTo>
                    <a:close/>
                    <a:moveTo>
                      <a:pt x="1150" y="508"/>
                    </a:moveTo>
                    <a:lnTo>
                      <a:pt x="1116" y="529"/>
                    </a:lnTo>
                    <a:lnTo>
                      <a:pt x="1128" y="546"/>
                    </a:lnTo>
                    <a:lnTo>
                      <a:pt x="1159" y="525"/>
                    </a:lnTo>
                    <a:lnTo>
                      <a:pt x="1150" y="508"/>
                    </a:lnTo>
                    <a:close/>
                    <a:moveTo>
                      <a:pt x="1216" y="470"/>
                    </a:moveTo>
                    <a:lnTo>
                      <a:pt x="1183" y="489"/>
                    </a:lnTo>
                    <a:lnTo>
                      <a:pt x="1192" y="506"/>
                    </a:lnTo>
                    <a:lnTo>
                      <a:pt x="1225" y="487"/>
                    </a:lnTo>
                    <a:lnTo>
                      <a:pt x="1216" y="470"/>
                    </a:lnTo>
                    <a:close/>
                    <a:moveTo>
                      <a:pt x="1282" y="430"/>
                    </a:moveTo>
                    <a:lnTo>
                      <a:pt x="1249" y="451"/>
                    </a:lnTo>
                    <a:lnTo>
                      <a:pt x="1258" y="468"/>
                    </a:lnTo>
                    <a:lnTo>
                      <a:pt x="1291" y="447"/>
                    </a:lnTo>
                    <a:lnTo>
                      <a:pt x="1282" y="430"/>
                    </a:lnTo>
                    <a:close/>
                    <a:moveTo>
                      <a:pt x="1348" y="392"/>
                    </a:moveTo>
                    <a:lnTo>
                      <a:pt x="1315" y="411"/>
                    </a:lnTo>
                    <a:lnTo>
                      <a:pt x="1325" y="428"/>
                    </a:lnTo>
                    <a:lnTo>
                      <a:pt x="1358" y="409"/>
                    </a:lnTo>
                    <a:lnTo>
                      <a:pt x="1348" y="392"/>
                    </a:lnTo>
                    <a:close/>
                    <a:moveTo>
                      <a:pt x="1414" y="352"/>
                    </a:moveTo>
                    <a:lnTo>
                      <a:pt x="1381" y="373"/>
                    </a:lnTo>
                    <a:lnTo>
                      <a:pt x="1391" y="387"/>
                    </a:lnTo>
                    <a:lnTo>
                      <a:pt x="1424" y="368"/>
                    </a:lnTo>
                    <a:lnTo>
                      <a:pt x="1414" y="352"/>
                    </a:lnTo>
                    <a:close/>
                    <a:moveTo>
                      <a:pt x="1478" y="314"/>
                    </a:moveTo>
                    <a:lnTo>
                      <a:pt x="1445" y="333"/>
                    </a:lnTo>
                    <a:lnTo>
                      <a:pt x="1457" y="350"/>
                    </a:lnTo>
                    <a:lnTo>
                      <a:pt x="1488" y="331"/>
                    </a:lnTo>
                    <a:lnTo>
                      <a:pt x="1478" y="314"/>
                    </a:lnTo>
                    <a:close/>
                    <a:moveTo>
                      <a:pt x="1544" y="274"/>
                    </a:moveTo>
                    <a:lnTo>
                      <a:pt x="1511" y="295"/>
                    </a:lnTo>
                    <a:lnTo>
                      <a:pt x="1521" y="309"/>
                    </a:lnTo>
                    <a:lnTo>
                      <a:pt x="1554" y="290"/>
                    </a:lnTo>
                    <a:lnTo>
                      <a:pt x="1544" y="274"/>
                    </a:lnTo>
                    <a:close/>
                    <a:moveTo>
                      <a:pt x="1611" y="236"/>
                    </a:moveTo>
                    <a:lnTo>
                      <a:pt x="1578" y="255"/>
                    </a:lnTo>
                    <a:lnTo>
                      <a:pt x="1587" y="272"/>
                    </a:lnTo>
                    <a:lnTo>
                      <a:pt x="1620" y="253"/>
                    </a:lnTo>
                    <a:lnTo>
                      <a:pt x="1611" y="236"/>
                    </a:lnTo>
                    <a:close/>
                    <a:moveTo>
                      <a:pt x="1677" y="196"/>
                    </a:moveTo>
                    <a:lnTo>
                      <a:pt x="1644" y="215"/>
                    </a:lnTo>
                    <a:lnTo>
                      <a:pt x="1653" y="231"/>
                    </a:lnTo>
                    <a:lnTo>
                      <a:pt x="1686" y="212"/>
                    </a:lnTo>
                    <a:lnTo>
                      <a:pt x="1677" y="196"/>
                    </a:lnTo>
                    <a:close/>
                    <a:moveTo>
                      <a:pt x="1743" y="158"/>
                    </a:moveTo>
                    <a:lnTo>
                      <a:pt x="1710" y="177"/>
                    </a:lnTo>
                    <a:lnTo>
                      <a:pt x="1719" y="194"/>
                    </a:lnTo>
                    <a:lnTo>
                      <a:pt x="1752" y="172"/>
                    </a:lnTo>
                    <a:lnTo>
                      <a:pt x="1743" y="158"/>
                    </a:lnTo>
                    <a:close/>
                    <a:moveTo>
                      <a:pt x="1807" y="118"/>
                    </a:moveTo>
                    <a:lnTo>
                      <a:pt x="1774" y="137"/>
                    </a:lnTo>
                    <a:lnTo>
                      <a:pt x="1783" y="153"/>
                    </a:lnTo>
                    <a:lnTo>
                      <a:pt x="1816" y="134"/>
                    </a:lnTo>
                    <a:lnTo>
                      <a:pt x="1807" y="118"/>
                    </a:lnTo>
                    <a:close/>
                    <a:moveTo>
                      <a:pt x="1873" y="80"/>
                    </a:moveTo>
                    <a:lnTo>
                      <a:pt x="1840" y="99"/>
                    </a:lnTo>
                    <a:lnTo>
                      <a:pt x="1849" y="116"/>
                    </a:lnTo>
                    <a:lnTo>
                      <a:pt x="1883" y="94"/>
                    </a:lnTo>
                    <a:lnTo>
                      <a:pt x="1873" y="80"/>
                    </a:lnTo>
                    <a:close/>
                    <a:moveTo>
                      <a:pt x="1939" y="40"/>
                    </a:moveTo>
                    <a:lnTo>
                      <a:pt x="1906" y="59"/>
                    </a:lnTo>
                    <a:lnTo>
                      <a:pt x="1916" y="75"/>
                    </a:lnTo>
                    <a:lnTo>
                      <a:pt x="1949" y="56"/>
                    </a:lnTo>
                    <a:lnTo>
                      <a:pt x="1939" y="40"/>
                    </a:lnTo>
                    <a:close/>
                    <a:moveTo>
                      <a:pt x="2005" y="0"/>
                    </a:moveTo>
                    <a:lnTo>
                      <a:pt x="1972" y="21"/>
                    </a:lnTo>
                    <a:lnTo>
                      <a:pt x="1982" y="37"/>
                    </a:lnTo>
                    <a:lnTo>
                      <a:pt x="2015" y="16"/>
                    </a:lnTo>
                    <a:lnTo>
                      <a:pt x="2005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4"/>
              <p:cNvSpPr>
                <a:spLocks noEditPoints="1"/>
              </p:cNvSpPr>
              <p:nvPr/>
            </p:nvSpPr>
            <p:spPr bwMode="auto">
              <a:xfrm>
                <a:off x="4816778" y="4492394"/>
                <a:ext cx="1675447" cy="1006099"/>
              </a:xfrm>
              <a:custGeom>
                <a:avLst/>
                <a:gdLst>
                  <a:gd name="T0" fmla="*/ 8315 w 2015"/>
                  <a:gd name="T1" fmla="*/ 1006099 h 1210"/>
                  <a:gd name="T2" fmla="*/ 83149 w 2015"/>
                  <a:gd name="T3" fmla="*/ 943737 h 1210"/>
                  <a:gd name="T4" fmla="*/ 90632 w 2015"/>
                  <a:gd name="T5" fmla="*/ 957041 h 1210"/>
                  <a:gd name="T6" fmla="*/ 108093 w 2015"/>
                  <a:gd name="T7" fmla="*/ 927939 h 1210"/>
                  <a:gd name="T8" fmla="*/ 136364 w 2015"/>
                  <a:gd name="T9" fmla="*/ 912141 h 1210"/>
                  <a:gd name="T10" fmla="*/ 171286 w 2015"/>
                  <a:gd name="T11" fmla="*/ 907984 h 1210"/>
                  <a:gd name="T12" fmla="*/ 246120 w 2015"/>
                  <a:gd name="T13" fmla="*/ 847285 h 1210"/>
                  <a:gd name="T14" fmla="*/ 253604 w 2015"/>
                  <a:gd name="T15" fmla="*/ 858926 h 1210"/>
                  <a:gd name="T16" fmla="*/ 273559 w 2015"/>
                  <a:gd name="T17" fmla="*/ 828992 h 1210"/>
                  <a:gd name="T18" fmla="*/ 300998 w 2015"/>
                  <a:gd name="T19" fmla="*/ 813194 h 1210"/>
                  <a:gd name="T20" fmla="*/ 336752 w 2015"/>
                  <a:gd name="T21" fmla="*/ 811531 h 1210"/>
                  <a:gd name="T22" fmla="*/ 409092 w 2015"/>
                  <a:gd name="T23" fmla="*/ 748338 h 1210"/>
                  <a:gd name="T24" fmla="*/ 417407 w 2015"/>
                  <a:gd name="T25" fmla="*/ 762473 h 1210"/>
                  <a:gd name="T26" fmla="*/ 436531 w 2015"/>
                  <a:gd name="T27" fmla="*/ 733371 h 1210"/>
                  <a:gd name="T28" fmla="*/ 463970 w 2015"/>
                  <a:gd name="T29" fmla="*/ 715079 h 1210"/>
                  <a:gd name="T30" fmla="*/ 499724 w 2015"/>
                  <a:gd name="T31" fmla="*/ 713416 h 1210"/>
                  <a:gd name="T32" fmla="*/ 574558 w 2015"/>
                  <a:gd name="T33" fmla="*/ 650223 h 1210"/>
                  <a:gd name="T34" fmla="*/ 582041 w 2015"/>
                  <a:gd name="T35" fmla="*/ 664358 h 1210"/>
                  <a:gd name="T36" fmla="*/ 601997 w 2015"/>
                  <a:gd name="T37" fmla="*/ 634424 h 1210"/>
                  <a:gd name="T38" fmla="*/ 629436 w 2015"/>
                  <a:gd name="T39" fmla="*/ 618626 h 1210"/>
                  <a:gd name="T40" fmla="*/ 665190 w 2015"/>
                  <a:gd name="T41" fmla="*/ 615300 h 1210"/>
                  <a:gd name="T42" fmla="*/ 737529 w 2015"/>
                  <a:gd name="T43" fmla="*/ 553770 h 1210"/>
                  <a:gd name="T44" fmla="*/ 745844 w 2015"/>
                  <a:gd name="T45" fmla="*/ 567905 h 1210"/>
                  <a:gd name="T46" fmla="*/ 764968 w 2015"/>
                  <a:gd name="T47" fmla="*/ 536309 h 1210"/>
                  <a:gd name="T48" fmla="*/ 792407 w 2015"/>
                  <a:gd name="T49" fmla="*/ 520511 h 1210"/>
                  <a:gd name="T50" fmla="*/ 828161 w 2015"/>
                  <a:gd name="T51" fmla="*/ 518848 h 1210"/>
                  <a:gd name="T52" fmla="*/ 902995 w 2015"/>
                  <a:gd name="T53" fmla="*/ 455655 h 1210"/>
                  <a:gd name="T54" fmla="*/ 910479 w 2015"/>
                  <a:gd name="T55" fmla="*/ 469790 h 1210"/>
                  <a:gd name="T56" fmla="*/ 927940 w 2015"/>
                  <a:gd name="T57" fmla="*/ 439857 h 1210"/>
                  <a:gd name="T58" fmla="*/ 956210 w 2015"/>
                  <a:gd name="T59" fmla="*/ 422395 h 1210"/>
                  <a:gd name="T60" fmla="*/ 991133 w 2015"/>
                  <a:gd name="T61" fmla="*/ 420732 h 1210"/>
                  <a:gd name="T62" fmla="*/ 1065967 w 2015"/>
                  <a:gd name="T63" fmla="*/ 357539 h 1210"/>
                  <a:gd name="T64" fmla="*/ 1073450 w 2015"/>
                  <a:gd name="T65" fmla="*/ 371675 h 1210"/>
                  <a:gd name="T66" fmla="*/ 1093406 w 2015"/>
                  <a:gd name="T67" fmla="*/ 341741 h 1210"/>
                  <a:gd name="T68" fmla="*/ 1120845 w 2015"/>
                  <a:gd name="T69" fmla="*/ 325943 h 1210"/>
                  <a:gd name="T70" fmla="*/ 1156599 w 2015"/>
                  <a:gd name="T71" fmla="*/ 321785 h 1210"/>
                  <a:gd name="T72" fmla="*/ 1228938 w 2015"/>
                  <a:gd name="T73" fmla="*/ 261087 h 1210"/>
                  <a:gd name="T74" fmla="*/ 1237253 w 2015"/>
                  <a:gd name="T75" fmla="*/ 275222 h 1210"/>
                  <a:gd name="T76" fmla="*/ 1256377 w 2015"/>
                  <a:gd name="T77" fmla="*/ 245289 h 1210"/>
                  <a:gd name="T78" fmla="*/ 1283816 w 2015"/>
                  <a:gd name="T79" fmla="*/ 227827 h 1210"/>
                  <a:gd name="T80" fmla="*/ 1319570 w 2015"/>
                  <a:gd name="T81" fmla="*/ 226164 h 1210"/>
                  <a:gd name="T82" fmla="*/ 1394404 w 2015"/>
                  <a:gd name="T83" fmla="*/ 162971 h 1210"/>
                  <a:gd name="T84" fmla="*/ 1401888 w 2015"/>
                  <a:gd name="T85" fmla="*/ 176275 h 1210"/>
                  <a:gd name="T86" fmla="*/ 1421843 w 2015"/>
                  <a:gd name="T87" fmla="*/ 147173 h 1210"/>
                  <a:gd name="T88" fmla="*/ 1449282 w 2015"/>
                  <a:gd name="T89" fmla="*/ 131375 h 1210"/>
                  <a:gd name="T90" fmla="*/ 1482542 w 2015"/>
                  <a:gd name="T91" fmla="*/ 127217 h 1210"/>
                  <a:gd name="T92" fmla="*/ 1557376 w 2015"/>
                  <a:gd name="T93" fmla="*/ 66519 h 1210"/>
                  <a:gd name="T94" fmla="*/ 1565691 w 2015"/>
                  <a:gd name="T95" fmla="*/ 78160 h 1210"/>
                  <a:gd name="T96" fmla="*/ 1584815 w 2015"/>
                  <a:gd name="T97" fmla="*/ 49058 h 1210"/>
                  <a:gd name="T98" fmla="*/ 1612254 w 2015"/>
                  <a:gd name="T99" fmla="*/ 33259 h 1210"/>
                  <a:gd name="T100" fmla="*/ 1648008 w 2015"/>
                  <a:gd name="T101" fmla="*/ 30765 h 12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015" h="1210">
                    <a:moveTo>
                      <a:pt x="34" y="1175"/>
                    </a:moveTo>
                    <a:lnTo>
                      <a:pt x="0" y="1194"/>
                    </a:lnTo>
                    <a:lnTo>
                      <a:pt x="10" y="1210"/>
                    </a:lnTo>
                    <a:lnTo>
                      <a:pt x="43" y="1191"/>
                    </a:lnTo>
                    <a:lnTo>
                      <a:pt x="34" y="1175"/>
                    </a:lnTo>
                    <a:moveTo>
                      <a:pt x="100" y="1135"/>
                    </a:moveTo>
                    <a:lnTo>
                      <a:pt x="67" y="1153"/>
                    </a:lnTo>
                    <a:lnTo>
                      <a:pt x="76" y="1170"/>
                    </a:lnTo>
                    <a:lnTo>
                      <a:pt x="109" y="1151"/>
                    </a:lnTo>
                    <a:lnTo>
                      <a:pt x="100" y="1135"/>
                    </a:lnTo>
                    <a:moveTo>
                      <a:pt x="164" y="1097"/>
                    </a:moveTo>
                    <a:lnTo>
                      <a:pt x="130" y="1116"/>
                    </a:lnTo>
                    <a:lnTo>
                      <a:pt x="142" y="1132"/>
                    </a:lnTo>
                    <a:lnTo>
                      <a:pt x="173" y="1111"/>
                    </a:lnTo>
                    <a:lnTo>
                      <a:pt x="164" y="1097"/>
                    </a:lnTo>
                    <a:moveTo>
                      <a:pt x="230" y="1056"/>
                    </a:moveTo>
                    <a:lnTo>
                      <a:pt x="197" y="1075"/>
                    </a:lnTo>
                    <a:lnTo>
                      <a:pt x="206" y="1092"/>
                    </a:lnTo>
                    <a:lnTo>
                      <a:pt x="239" y="1073"/>
                    </a:lnTo>
                    <a:lnTo>
                      <a:pt x="230" y="1056"/>
                    </a:lnTo>
                    <a:moveTo>
                      <a:pt x="296" y="1019"/>
                    </a:moveTo>
                    <a:lnTo>
                      <a:pt x="263" y="1038"/>
                    </a:lnTo>
                    <a:lnTo>
                      <a:pt x="272" y="1054"/>
                    </a:lnTo>
                    <a:lnTo>
                      <a:pt x="305" y="1033"/>
                    </a:lnTo>
                    <a:lnTo>
                      <a:pt x="296" y="1019"/>
                    </a:lnTo>
                    <a:moveTo>
                      <a:pt x="362" y="978"/>
                    </a:moveTo>
                    <a:lnTo>
                      <a:pt x="329" y="997"/>
                    </a:lnTo>
                    <a:lnTo>
                      <a:pt x="339" y="1014"/>
                    </a:lnTo>
                    <a:lnTo>
                      <a:pt x="372" y="995"/>
                    </a:lnTo>
                    <a:lnTo>
                      <a:pt x="362" y="978"/>
                    </a:lnTo>
                    <a:moveTo>
                      <a:pt x="428" y="938"/>
                    </a:moveTo>
                    <a:lnTo>
                      <a:pt x="395" y="960"/>
                    </a:lnTo>
                    <a:lnTo>
                      <a:pt x="405" y="976"/>
                    </a:lnTo>
                    <a:lnTo>
                      <a:pt x="438" y="955"/>
                    </a:lnTo>
                    <a:lnTo>
                      <a:pt x="428" y="938"/>
                    </a:lnTo>
                    <a:moveTo>
                      <a:pt x="492" y="900"/>
                    </a:moveTo>
                    <a:lnTo>
                      <a:pt x="459" y="919"/>
                    </a:lnTo>
                    <a:lnTo>
                      <a:pt x="471" y="936"/>
                    </a:lnTo>
                    <a:lnTo>
                      <a:pt x="502" y="917"/>
                    </a:lnTo>
                    <a:lnTo>
                      <a:pt x="492" y="900"/>
                    </a:lnTo>
                    <a:moveTo>
                      <a:pt x="558" y="860"/>
                    </a:moveTo>
                    <a:lnTo>
                      <a:pt x="525" y="882"/>
                    </a:lnTo>
                    <a:lnTo>
                      <a:pt x="535" y="898"/>
                    </a:lnTo>
                    <a:lnTo>
                      <a:pt x="568" y="877"/>
                    </a:lnTo>
                    <a:lnTo>
                      <a:pt x="558" y="860"/>
                    </a:lnTo>
                    <a:moveTo>
                      <a:pt x="625" y="822"/>
                    </a:moveTo>
                    <a:lnTo>
                      <a:pt x="592" y="841"/>
                    </a:lnTo>
                    <a:lnTo>
                      <a:pt x="601" y="858"/>
                    </a:lnTo>
                    <a:lnTo>
                      <a:pt x="634" y="839"/>
                    </a:lnTo>
                    <a:lnTo>
                      <a:pt x="625" y="822"/>
                    </a:lnTo>
                    <a:moveTo>
                      <a:pt x="691" y="782"/>
                    </a:moveTo>
                    <a:lnTo>
                      <a:pt x="658" y="804"/>
                    </a:lnTo>
                    <a:lnTo>
                      <a:pt x="667" y="818"/>
                    </a:lnTo>
                    <a:lnTo>
                      <a:pt x="700" y="799"/>
                    </a:lnTo>
                    <a:lnTo>
                      <a:pt x="691" y="782"/>
                    </a:lnTo>
                    <a:moveTo>
                      <a:pt x="757" y="744"/>
                    </a:moveTo>
                    <a:lnTo>
                      <a:pt x="724" y="763"/>
                    </a:lnTo>
                    <a:lnTo>
                      <a:pt x="733" y="780"/>
                    </a:lnTo>
                    <a:lnTo>
                      <a:pt x="767" y="761"/>
                    </a:lnTo>
                    <a:lnTo>
                      <a:pt x="757" y="744"/>
                    </a:lnTo>
                    <a:moveTo>
                      <a:pt x="821" y="704"/>
                    </a:moveTo>
                    <a:lnTo>
                      <a:pt x="788" y="723"/>
                    </a:lnTo>
                    <a:lnTo>
                      <a:pt x="800" y="740"/>
                    </a:lnTo>
                    <a:lnTo>
                      <a:pt x="830" y="721"/>
                    </a:lnTo>
                    <a:lnTo>
                      <a:pt x="821" y="704"/>
                    </a:lnTo>
                    <a:moveTo>
                      <a:pt x="887" y="666"/>
                    </a:moveTo>
                    <a:lnTo>
                      <a:pt x="854" y="685"/>
                    </a:lnTo>
                    <a:lnTo>
                      <a:pt x="863" y="702"/>
                    </a:lnTo>
                    <a:lnTo>
                      <a:pt x="897" y="683"/>
                    </a:lnTo>
                    <a:lnTo>
                      <a:pt x="887" y="666"/>
                    </a:lnTo>
                    <a:moveTo>
                      <a:pt x="953" y="626"/>
                    </a:moveTo>
                    <a:lnTo>
                      <a:pt x="920" y="645"/>
                    </a:lnTo>
                    <a:lnTo>
                      <a:pt x="930" y="662"/>
                    </a:lnTo>
                    <a:lnTo>
                      <a:pt x="963" y="643"/>
                    </a:lnTo>
                    <a:lnTo>
                      <a:pt x="953" y="626"/>
                    </a:lnTo>
                    <a:moveTo>
                      <a:pt x="1020" y="588"/>
                    </a:moveTo>
                    <a:lnTo>
                      <a:pt x="986" y="607"/>
                    </a:lnTo>
                    <a:lnTo>
                      <a:pt x="996" y="624"/>
                    </a:lnTo>
                    <a:lnTo>
                      <a:pt x="1029" y="603"/>
                    </a:lnTo>
                    <a:lnTo>
                      <a:pt x="1020" y="588"/>
                    </a:lnTo>
                    <a:moveTo>
                      <a:pt x="1086" y="548"/>
                    </a:moveTo>
                    <a:lnTo>
                      <a:pt x="1053" y="567"/>
                    </a:lnTo>
                    <a:lnTo>
                      <a:pt x="1062" y="584"/>
                    </a:lnTo>
                    <a:lnTo>
                      <a:pt x="1095" y="565"/>
                    </a:lnTo>
                    <a:lnTo>
                      <a:pt x="1086" y="548"/>
                    </a:lnTo>
                    <a:moveTo>
                      <a:pt x="1150" y="508"/>
                    </a:moveTo>
                    <a:lnTo>
                      <a:pt x="1116" y="529"/>
                    </a:lnTo>
                    <a:lnTo>
                      <a:pt x="1128" y="546"/>
                    </a:lnTo>
                    <a:lnTo>
                      <a:pt x="1159" y="525"/>
                    </a:lnTo>
                    <a:lnTo>
                      <a:pt x="1150" y="508"/>
                    </a:lnTo>
                    <a:moveTo>
                      <a:pt x="1216" y="470"/>
                    </a:moveTo>
                    <a:lnTo>
                      <a:pt x="1183" y="489"/>
                    </a:lnTo>
                    <a:lnTo>
                      <a:pt x="1192" y="506"/>
                    </a:lnTo>
                    <a:lnTo>
                      <a:pt x="1225" y="487"/>
                    </a:lnTo>
                    <a:lnTo>
                      <a:pt x="1216" y="470"/>
                    </a:lnTo>
                    <a:moveTo>
                      <a:pt x="1282" y="430"/>
                    </a:moveTo>
                    <a:lnTo>
                      <a:pt x="1249" y="451"/>
                    </a:lnTo>
                    <a:lnTo>
                      <a:pt x="1258" y="468"/>
                    </a:lnTo>
                    <a:lnTo>
                      <a:pt x="1291" y="447"/>
                    </a:lnTo>
                    <a:lnTo>
                      <a:pt x="1282" y="430"/>
                    </a:lnTo>
                    <a:moveTo>
                      <a:pt x="1348" y="392"/>
                    </a:moveTo>
                    <a:lnTo>
                      <a:pt x="1315" y="411"/>
                    </a:lnTo>
                    <a:lnTo>
                      <a:pt x="1325" y="428"/>
                    </a:lnTo>
                    <a:lnTo>
                      <a:pt x="1358" y="409"/>
                    </a:lnTo>
                    <a:lnTo>
                      <a:pt x="1348" y="392"/>
                    </a:lnTo>
                    <a:moveTo>
                      <a:pt x="1414" y="352"/>
                    </a:moveTo>
                    <a:lnTo>
                      <a:pt x="1381" y="373"/>
                    </a:lnTo>
                    <a:lnTo>
                      <a:pt x="1391" y="387"/>
                    </a:lnTo>
                    <a:lnTo>
                      <a:pt x="1424" y="368"/>
                    </a:lnTo>
                    <a:lnTo>
                      <a:pt x="1414" y="352"/>
                    </a:lnTo>
                    <a:moveTo>
                      <a:pt x="1478" y="314"/>
                    </a:moveTo>
                    <a:lnTo>
                      <a:pt x="1445" y="333"/>
                    </a:lnTo>
                    <a:lnTo>
                      <a:pt x="1457" y="350"/>
                    </a:lnTo>
                    <a:lnTo>
                      <a:pt x="1488" y="331"/>
                    </a:lnTo>
                    <a:lnTo>
                      <a:pt x="1478" y="314"/>
                    </a:lnTo>
                    <a:moveTo>
                      <a:pt x="1544" y="274"/>
                    </a:moveTo>
                    <a:lnTo>
                      <a:pt x="1511" y="295"/>
                    </a:lnTo>
                    <a:lnTo>
                      <a:pt x="1521" y="309"/>
                    </a:lnTo>
                    <a:lnTo>
                      <a:pt x="1554" y="290"/>
                    </a:lnTo>
                    <a:lnTo>
                      <a:pt x="1544" y="274"/>
                    </a:lnTo>
                    <a:moveTo>
                      <a:pt x="1611" y="236"/>
                    </a:moveTo>
                    <a:lnTo>
                      <a:pt x="1578" y="255"/>
                    </a:lnTo>
                    <a:lnTo>
                      <a:pt x="1587" y="272"/>
                    </a:lnTo>
                    <a:lnTo>
                      <a:pt x="1620" y="253"/>
                    </a:lnTo>
                    <a:lnTo>
                      <a:pt x="1611" y="236"/>
                    </a:lnTo>
                    <a:moveTo>
                      <a:pt x="1677" y="196"/>
                    </a:moveTo>
                    <a:lnTo>
                      <a:pt x="1644" y="215"/>
                    </a:lnTo>
                    <a:lnTo>
                      <a:pt x="1653" y="231"/>
                    </a:lnTo>
                    <a:lnTo>
                      <a:pt x="1686" y="212"/>
                    </a:lnTo>
                    <a:lnTo>
                      <a:pt x="1677" y="196"/>
                    </a:lnTo>
                    <a:moveTo>
                      <a:pt x="1743" y="158"/>
                    </a:moveTo>
                    <a:lnTo>
                      <a:pt x="1710" y="177"/>
                    </a:lnTo>
                    <a:lnTo>
                      <a:pt x="1719" y="194"/>
                    </a:lnTo>
                    <a:lnTo>
                      <a:pt x="1752" y="172"/>
                    </a:lnTo>
                    <a:lnTo>
                      <a:pt x="1743" y="158"/>
                    </a:lnTo>
                    <a:moveTo>
                      <a:pt x="1807" y="118"/>
                    </a:moveTo>
                    <a:lnTo>
                      <a:pt x="1774" y="137"/>
                    </a:lnTo>
                    <a:lnTo>
                      <a:pt x="1783" y="153"/>
                    </a:lnTo>
                    <a:lnTo>
                      <a:pt x="1816" y="134"/>
                    </a:lnTo>
                    <a:lnTo>
                      <a:pt x="1807" y="118"/>
                    </a:lnTo>
                    <a:moveTo>
                      <a:pt x="1873" y="80"/>
                    </a:moveTo>
                    <a:lnTo>
                      <a:pt x="1840" y="99"/>
                    </a:lnTo>
                    <a:lnTo>
                      <a:pt x="1849" y="116"/>
                    </a:lnTo>
                    <a:lnTo>
                      <a:pt x="1883" y="94"/>
                    </a:lnTo>
                    <a:lnTo>
                      <a:pt x="1873" y="80"/>
                    </a:lnTo>
                    <a:moveTo>
                      <a:pt x="1939" y="40"/>
                    </a:moveTo>
                    <a:lnTo>
                      <a:pt x="1906" y="59"/>
                    </a:lnTo>
                    <a:lnTo>
                      <a:pt x="1916" y="75"/>
                    </a:lnTo>
                    <a:lnTo>
                      <a:pt x="1949" y="56"/>
                    </a:lnTo>
                    <a:lnTo>
                      <a:pt x="1939" y="40"/>
                    </a:lnTo>
                    <a:moveTo>
                      <a:pt x="2005" y="0"/>
                    </a:moveTo>
                    <a:lnTo>
                      <a:pt x="1972" y="21"/>
                    </a:lnTo>
                    <a:lnTo>
                      <a:pt x="1982" y="37"/>
                    </a:lnTo>
                    <a:lnTo>
                      <a:pt x="2015" y="16"/>
                    </a:lnTo>
                    <a:lnTo>
                      <a:pt x="200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7"/>
              <p:cNvSpPr>
                <a:spLocks noEditPoints="1"/>
              </p:cNvSpPr>
              <p:nvPr/>
            </p:nvSpPr>
            <p:spPr bwMode="auto">
              <a:xfrm>
                <a:off x="4571489" y="3434742"/>
                <a:ext cx="216187" cy="2081212"/>
              </a:xfrm>
              <a:custGeom>
                <a:avLst/>
                <a:gdLst>
                  <a:gd name="T0" fmla="*/ 216187 w 260"/>
                  <a:gd name="T1" fmla="*/ 2079549 h 2503"/>
                  <a:gd name="T2" fmla="*/ 192905 w 260"/>
                  <a:gd name="T3" fmla="*/ 2004715 h 2503"/>
                  <a:gd name="T4" fmla="*/ 208704 w 260"/>
                  <a:gd name="T5" fmla="*/ 2003052 h 2503"/>
                  <a:gd name="T6" fmla="*/ 190411 w 260"/>
                  <a:gd name="T7" fmla="*/ 1973119 h 2503"/>
                  <a:gd name="T8" fmla="*/ 187085 w 260"/>
                  <a:gd name="T9" fmla="*/ 1942354 h 2503"/>
                  <a:gd name="T10" fmla="*/ 200389 w 260"/>
                  <a:gd name="T11" fmla="*/ 1908263 h 2503"/>
                  <a:gd name="T12" fmla="*/ 174613 w 260"/>
                  <a:gd name="T13" fmla="*/ 1815968 h 2503"/>
                  <a:gd name="T14" fmla="*/ 190411 w 260"/>
                  <a:gd name="T15" fmla="*/ 1815968 h 2503"/>
                  <a:gd name="T16" fmla="*/ 172950 w 260"/>
                  <a:gd name="T17" fmla="*/ 1786866 h 2503"/>
                  <a:gd name="T18" fmla="*/ 168792 w 260"/>
                  <a:gd name="T19" fmla="*/ 1755269 h 2503"/>
                  <a:gd name="T20" fmla="*/ 182927 w 260"/>
                  <a:gd name="T21" fmla="*/ 1722010 h 2503"/>
                  <a:gd name="T22" fmla="*/ 157151 w 260"/>
                  <a:gd name="T23" fmla="*/ 1629715 h 2503"/>
                  <a:gd name="T24" fmla="*/ 172950 w 260"/>
                  <a:gd name="T25" fmla="*/ 1627220 h 2503"/>
                  <a:gd name="T26" fmla="*/ 155488 w 260"/>
                  <a:gd name="T27" fmla="*/ 1598118 h 2503"/>
                  <a:gd name="T28" fmla="*/ 151331 w 260"/>
                  <a:gd name="T29" fmla="*/ 1566522 h 2503"/>
                  <a:gd name="T30" fmla="*/ 162972 w 260"/>
                  <a:gd name="T31" fmla="*/ 1533262 h 2503"/>
                  <a:gd name="T32" fmla="*/ 139690 w 260"/>
                  <a:gd name="T33" fmla="*/ 1440967 h 2503"/>
                  <a:gd name="T34" fmla="*/ 155488 w 260"/>
                  <a:gd name="T35" fmla="*/ 1440967 h 2503"/>
                  <a:gd name="T36" fmla="*/ 135533 w 260"/>
                  <a:gd name="T37" fmla="*/ 1409370 h 2503"/>
                  <a:gd name="T38" fmla="*/ 133870 w 260"/>
                  <a:gd name="T39" fmla="*/ 1379437 h 2503"/>
                  <a:gd name="T40" fmla="*/ 145510 w 260"/>
                  <a:gd name="T41" fmla="*/ 1346177 h 2503"/>
                  <a:gd name="T42" fmla="*/ 121397 w 260"/>
                  <a:gd name="T43" fmla="*/ 1253882 h 2503"/>
                  <a:gd name="T44" fmla="*/ 137196 w 260"/>
                  <a:gd name="T45" fmla="*/ 1252219 h 2503"/>
                  <a:gd name="T46" fmla="*/ 118071 w 260"/>
                  <a:gd name="T47" fmla="*/ 1222286 h 2503"/>
                  <a:gd name="T48" fmla="*/ 115577 w 260"/>
                  <a:gd name="T49" fmla="*/ 1190689 h 2503"/>
                  <a:gd name="T50" fmla="*/ 128049 w 260"/>
                  <a:gd name="T51" fmla="*/ 1157430 h 2503"/>
                  <a:gd name="T52" fmla="*/ 102273 w 260"/>
                  <a:gd name="T53" fmla="*/ 1065135 h 2503"/>
                  <a:gd name="T54" fmla="*/ 118071 w 260"/>
                  <a:gd name="T55" fmla="*/ 1063472 h 2503"/>
                  <a:gd name="T56" fmla="*/ 99779 w 260"/>
                  <a:gd name="T57" fmla="*/ 1033538 h 2503"/>
                  <a:gd name="T58" fmla="*/ 96453 w 260"/>
                  <a:gd name="T59" fmla="*/ 1001942 h 2503"/>
                  <a:gd name="T60" fmla="*/ 109756 w 260"/>
                  <a:gd name="T61" fmla="*/ 971177 h 2503"/>
                  <a:gd name="T62" fmla="*/ 84812 w 260"/>
                  <a:gd name="T63" fmla="*/ 878882 h 2503"/>
                  <a:gd name="T64" fmla="*/ 99779 w 260"/>
                  <a:gd name="T65" fmla="*/ 876387 h 2503"/>
                  <a:gd name="T66" fmla="*/ 82317 w 260"/>
                  <a:gd name="T67" fmla="*/ 847285 h 2503"/>
                  <a:gd name="T68" fmla="*/ 78160 w 260"/>
                  <a:gd name="T69" fmla="*/ 815689 h 2503"/>
                  <a:gd name="T70" fmla="*/ 92295 w 260"/>
                  <a:gd name="T71" fmla="*/ 782429 h 2503"/>
                  <a:gd name="T72" fmla="*/ 66519 w 260"/>
                  <a:gd name="T73" fmla="*/ 690134 h 2503"/>
                  <a:gd name="T74" fmla="*/ 82317 w 260"/>
                  <a:gd name="T75" fmla="*/ 687640 h 2503"/>
                  <a:gd name="T76" fmla="*/ 64856 w 260"/>
                  <a:gd name="T77" fmla="*/ 658538 h 2503"/>
                  <a:gd name="T78" fmla="*/ 60699 w 260"/>
                  <a:gd name="T79" fmla="*/ 626941 h 2503"/>
                  <a:gd name="T80" fmla="*/ 72339 w 260"/>
                  <a:gd name="T81" fmla="*/ 595345 h 2503"/>
                  <a:gd name="T82" fmla="*/ 49058 w 260"/>
                  <a:gd name="T83" fmla="*/ 503050 h 2503"/>
                  <a:gd name="T84" fmla="*/ 64856 w 260"/>
                  <a:gd name="T85" fmla="*/ 501387 h 2503"/>
                  <a:gd name="T86" fmla="*/ 44900 w 260"/>
                  <a:gd name="T87" fmla="*/ 471453 h 2503"/>
                  <a:gd name="T88" fmla="*/ 43237 w 260"/>
                  <a:gd name="T89" fmla="*/ 439857 h 2503"/>
                  <a:gd name="T90" fmla="*/ 54878 w 260"/>
                  <a:gd name="T91" fmla="*/ 406597 h 2503"/>
                  <a:gd name="T92" fmla="*/ 31597 w 260"/>
                  <a:gd name="T93" fmla="*/ 314302 h 2503"/>
                  <a:gd name="T94" fmla="*/ 47395 w 260"/>
                  <a:gd name="T95" fmla="*/ 312639 h 2503"/>
                  <a:gd name="T96" fmla="*/ 27439 w 260"/>
                  <a:gd name="T97" fmla="*/ 282706 h 2503"/>
                  <a:gd name="T98" fmla="*/ 25776 w 260"/>
                  <a:gd name="T99" fmla="*/ 251109 h 2503"/>
                  <a:gd name="T100" fmla="*/ 37417 w 260"/>
                  <a:gd name="T101" fmla="*/ 217850 h 2503"/>
                  <a:gd name="T102" fmla="*/ 13304 w 260"/>
                  <a:gd name="T103" fmla="*/ 125555 h 2503"/>
                  <a:gd name="T104" fmla="*/ 27439 w 260"/>
                  <a:gd name="T105" fmla="*/ 125555 h 2503"/>
                  <a:gd name="T106" fmla="*/ 9978 w 260"/>
                  <a:gd name="T107" fmla="*/ 96452 h 2503"/>
                  <a:gd name="T108" fmla="*/ 5820 w 260"/>
                  <a:gd name="T109" fmla="*/ 64856 h 2503"/>
                  <a:gd name="T110" fmla="*/ 19956 w 260"/>
                  <a:gd name="T111" fmla="*/ 31597 h 250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260" h="2503">
                    <a:moveTo>
                      <a:pt x="239" y="2487"/>
                    </a:moveTo>
                    <a:lnTo>
                      <a:pt x="241" y="2503"/>
                    </a:lnTo>
                    <a:lnTo>
                      <a:pt x="260" y="2501"/>
                    </a:lnTo>
                    <a:lnTo>
                      <a:pt x="258" y="2485"/>
                    </a:lnTo>
                    <a:lnTo>
                      <a:pt x="239" y="2487"/>
                    </a:lnTo>
                    <a:close/>
                    <a:moveTo>
                      <a:pt x="232" y="2411"/>
                    </a:moveTo>
                    <a:lnTo>
                      <a:pt x="236" y="2449"/>
                    </a:lnTo>
                    <a:lnTo>
                      <a:pt x="255" y="2447"/>
                    </a:lnTo>
                    <a:lnTo>
                      <a:pt x="251" y="2409"/>
                    </a:lnTo>
                    <a:lnTo>
                      <a:pt x="232" y="2411"/>
                    </a:lnTo>
                    <a:close/>
                    <a:moveTo>
                      <a:pt x="225" y="2336"/>
                    </a:moveTo>
                    <a:lnTo>
                      <a:pt x="229" y="2373"/>
                    </a:lnTo>
                    <a:lnTo>
                      <a:pt x="248" y="2371"/>
                    </a:lnTo>
                    <a:lnTo>
                      <a:pt x="243" y="2333"/>
                    </a:lnTo>
                    <a:lnTo>
                      <a:pt x="225" y="2336"/>
                    </a:lnTo>
                    <a:close/>
                    <a:moveTo>
                      <a:pt x="217" y="2260"/>
                    </a:moveTo>
                    <a:lnTo>
                      <a:pt x="222" y="2298"/>
                    </a:lnTo>
                    <a:lnTo>
                      <a:pt x="241" y="2295"/>
                    </a:lnTo>
                    <a:lnTo>
                      <a:pt x="236" y="2260"/>
                    </a:lnTo>
                    <a:lnTo>
                      <a:pt x="217" y="2260"/>
                    </a:lnTo>
                    <a:close/>
                    <a:moveTo>
                      <a:pt x="210" y="2184"/>
                    </a:moveTo>
                    <a:lnTo>
                      <a:pt x="215" y="2222"/>
                    </a:lnTo>
                    <a:lnTo>
                      <a:pt x="234" y="2222"/>
                    </a:lnTo>
                    <a:lnTo>
                      <a:pt x="229" y="2184"/>
                    </a:lnTo>
                    <a:lnTo>
                      <a:pt x="210" y="2184"/>
                    </a:lnTo>
                    <a:close/>
                    <a:moveTo>
                      <a:pt x="203" y="2111"/>
                    </a:moveTo>
                    <a:lnTo>
                      <a:pt x="208" y="2149"/>
                    </a:lnTo>
                    <a:lnTo>
                      <a:pt x="227" y="2146"/>
                    </a:lnTo>
                    <a:lnTo>
                      <a:pt x="222" y="2109"/>
                    </a:lnTo>
                    <a:lnTo>
                      <a:pt x="203" y="2111"/>
                    </a:lnTo>
                    <a:close/>
                    <a:moveTo>
                      <a:pt x="196" y="2035"/>
                    </a:moveTo>
                    <a:lnTo>
                      <a:pt x="201" y="2073"/>
                    </a:lnTo>
                    <a:lnTo>
                      <a:pt x="220" y="2071"/>
                    </a:lnTo>
                    <a:lnTo>
                      <a:pt x="215" y="2033"/>
                    </a:lnTo>
                    <a:lnTo>
                      <a:pt x="196" y="2035"/>
                    </a:lnTo>
                    <a:close/>
                    <a:moveTo>
                      <a:pt x="189" y="1960"/>
                    </a:moveTo>
                    <a:lnTo>
                      <a:pt x="194" y="1997"/>
                    </a:lnTo>
                    <a:lnTo>
                      <a:pt x="213" y="1995"/>
                    </a:lnTo>
                    <a:lnTo>
                      <a:pt x="208" y="1957"/>
                    </a:lnTo>
                    <a:lnTo>
                      <a:pt x="189" y="1960"/>
                    </a:lnTo>
                    <a:close/>
                    <a:moveTo>
                      <a:pt x="182" y="1884"/>
                    </a:moveTo>
                    <a:lnTo>
                      <a:pt x="187" y="1922"/>
                    </a:lnTo>
                    <a:lnTo>
                      <a:pt x="203" y="1919"/>
                    </a:lnTo>
                    <a:lnTo>
                      <a:pt x="201" y="1882"/>
                    </a:lnTo>
                    <a:lnTo>
                      <a:pt x="182" y="1884"/>
                    </a:lnTo>
                    <a:close/>
                    <a:moveTo>
                      <a:pt x="175" y="1808"/>
                    </a:moveTo>
                    <a:lnTo>
                      <a:pt x="177" y="1846"/>
                    </a:lnTo>
                    <a:lnTo>
                      <a:pt x="196" y="1844"/>
                    </a:lnTo>
                    <a:lnTo>
                      <a:pt x="194" y="1806"/>
                    </a:lnTo>
                    <a:lnTo>
                      <a:pt x="175" y="1808"/>
                    </a:lnTo>
                    <a:close/>
                    <a:moveTo>
                      <a:pt x="168" y="1733"/>
                    </a:moveTo>
                    <a:lnTo>
                      <a:pt x="170" y="1771"/>
                    </a:lnTo>
                    <a:lnTo>
                      <a:pt x="189" y="1771"/>
                    </a:lnTo>
                    <a:lnTo>
                      <a:pt x="187" y="1733"/>
                    </a:lnTo>
                    <a:lnTo>
                      <a:pt x="168" y="1733"/>
                    </a:lnTo>
                    <a:close/>
                    <a:moveTo>
                      <a:pt x="161" y="1659"/>
                    </a:moveTo>
                    <a:lnTo>
                      <a:pt x="163" y="1695"/>
                    </a:lnTo>
                    <a:lnTo>
                      <a:pt x="182" y="1695"/>
                    </a:lnTo>
                    <a:lnTo>
                      <a:pt x="180" y="1657"/>
                    </a:lnTo>
                    <a:lnTo>
                      <a:pt x="161" y="1659"/>
                    </a:lnTo>
                    <a:close/>
                    <a:moveTo>
                      <a:pt x="154" y="1584"/>
                    </a:moveTo>
                    <a:lnTo>
                      <a:pt x="156" y="1622"/>
                    </a:lnTo>
                    <a:lnTo>
                      <a:pt x="175" y="1619"/>
                    </a:lnTo>
                    <a:lnTo>
                      <a:pt x="173" y="1581"/>
                    </a:lnTo>
                    <a:lnTo>
                      <a:pt x="154" y="1584"/>
                    </a:lnTo>
                    <a:close/>
                    <a:moveTo>
                      <a:pt x="146" y="1508"/>
                    </a:moveTo>
                    <a:lnTo>
                      <a:pt x="149" y="1546"/>
                    </a:lnTo>
                    <a:lnTo>
                      <a:pt x="168" y="1544"/>
                    </a:lnTo>
                    <a:lnTo>
                      <a:pt x="165" y="1506"/>
                    </a:lnTo>
                    <a:lnTo>
                      <a:pt x="146" y="1508"/>
                    </a:lnTo>
                    <a:close/>
                    <a:moveTo>
                      <a:pt x="139" y="1432"/>
                    </a:moveTo>
                    <a:lnTo>
                      <a:pt x="142" y="1470"/>
                    </a:lnTo>
                    <a:lnTo>
                      <a:pt x="161" y="1468"/>
                    </a:lnTo>
                    <a:lnTo>
                      <a:pt x="158" y="1430"/>
                    </a:lnTo>
                    <a:lnTo>
                      <a:pt x="139" y="1432"/>
                    </a:lnTo>
                    <a:close/>
                    <a:moveTo>
                      <a:pt x="132" y="1357"/>
                    </a:moveTo>
                    <a:lnTo>
                      <a:pt x="135" y="1395"/>
                    </a:lnTo>
                    <a:lnTo>
                      <a:pt x="154" y="1392"/>
                    </a:lnTo>
                    <a:lnTo>
                      <a:pt x="149" y="1354"/>
                    </a:lnTo>
                    <a:lnTo>
                      <a:pt x="132" y="1357"/>
                    </a:lnTo>
                    <a:close/>
                    <a:moveTo>
                      <a:pt x="123" y="1281"/>
                    </a:moveTo>
                    <a:lnTo>
                      <a:pt x="128" y="1319"/>
                    </a:lnTo>
                    <a:lnTo>
                      <a:pt x="146" y="1317"/>
                    </a:lnTo>
                    <a:lnTo>
                      <a:pt x="142" y="1279"/>
                    </a:lnTo>
                    <a:lnTo>
                      <a:pt x="123" y="1281"/>
                    </a:lnTo>
                    <a:close/>
                    <a:moveTo>
                      <a:pt x="116" y="1205"/>
                    </a:moveTo>
                    <a:lnTo>
                      <a:pt x="120" y="1243"/>
                    </a:lnTo>
                    <a:lnTo>
                      <a:pt x="139" y="1243"/>
                    </a:lnTo>
                    <a:lnTo>
                      <a:pt x="135" y="1205"/>
                    </a:lnTo>
                    <a:lnTo>
                      <a:pt x="116" y="1205"/>
                    </a:lnTo>
                    <a:close/>
                    <a:moveTo>
                      <a:pt x="109" y="1132"/>
                    </a:moveTo>
                    <a:lnTo>
                      <a:pt x="113" y="1168"/>
                    </a:lnTo>
                    <a:lnTo>
                      <a:pt x="132" y="1168"/>
                    </a:lnTo>
                    <a:lnTo>
                      <a:pt x="128" y="1130"/>
                    </a:lnTo>
                    <a:lnTo>
                      <a:pt x="109" y="1132"/>
                    </a:lnTo>
                    <a:close/>
                    <a:moveTo>
                      <a:pt x="102" y="1057"/>
                    </a:moveTo>
                    <a:lnTo>
                      <a:pt x="106" y="1094"/>
                    </a:lnTo>
                    <a:lnTo>
                      <a:pt x="125" y="1092"/>
                    </a:lnTo>
                    <a:lnTo>
                      <a:pt x="120" y="1054"/>
                    </a:lnTo>
                    <a:lnTo>
                      <a:pt x="102" y="1057"/>
                    </a:lnTo>
                    <a:close/>
                    <a:moveTo>
                      <a:pt x="94" y="981"/>
                    </a:moveTo>
                    <a:lnTo>
                      <a:pt x="99" y="1019"/>
                    </a:lnTo>
                    <a:lnTo>
                      <a:pt x="118" y="1016"/>
                    </a:lnTo>
                    <a:lnTo>
                      <a:pt x="113" y="979"/>
                    </a:lnTo>
                    <a:lnTo>
                      <a:pt x="94" y="981"/>
                    </a:lnTo>
                    <a:close/>
                    <a:moveTo>
                      <a:pt x="87" y="905"/>
                    </a:moveTo>
                    <a:lnTo>
                      <a:pt x="92" y="943"/>
                    </a:lnTo>
                    <a:lnTo>
                      <a:pt x="111" y="941"/>
                    </a:lnTo>
                    <a:lnTo>
                      <a:pt x="106" y="903"/>
                    </a:lnTo>
                    <a:lnTo>
                      <a:pt x="87" y="905"/>
                    </a:lnTo>
                    <a:close/>
                    <a:moveTo>
                      <a:pt x="80" y="830"/>
                    </a:moveTo>
                    <a:lnTo>
                      <a:pt x="85" y="867"/>
                    </a:lnTo>
                    <a:lnTo>
                      <a:pt x="104" y="865"/>
                    </a:lnTo>
                    <a:lnTo>
                      <a:pt x="99" y="827"/>
                    </a:lnTo>
                    <a:lnTo>
                      <a:pt x="80" y="830"/>
                    </a:lnTo>
                    <a:close/>
                    <a:moveTo>
                      <a:pt x="73" y="754"/>
                    </a:moveTo>
                    <a:lnTo>
                      <a:pt x="78" y="792"/>
                    </a:lnTo>
                    <a:lnTo>
                      <a:pt x="97" y="789"/>
                    </a:lnTo>
                    <a:lnTo>
                      <a:pt x="92" y="754"/>
                    </a:lnTo>
                    <a:lnTo>
                      <a:pt x="73" y="754"/>
                    </a:lnTo>
                    <a:close/>
                    <a:moveTo>
                      <a:pt x="66" y="678"/>
                    </a:moveTo>
                    <a:lnTo>
                      <a:pt x="68" y="716"/>
                    </a:lnTo>
                    <a:lnTo>
                      <a:pt x="87" y="716"/>
                    </a:lnTo>
                    <a:lnTo>
                      <a:pt x="85" y="678"/>
                    </a:lnTo>
                    <a:lnTo>
                      <a:pt x="66" y="678"/>
                    </a:lnTo>
                    <a:close/>
                    <a:moveTo>
                      <a:pt x="59" y="605"/>
                    </a:moveTo>
                    <a:lnTo>
                      <a:pt x="61" y="640"/>
                    </a:lnTo>
                    <a:lnTo>
                      <a:pt x="80" y="640"/>
                    </a:lnTo>
                    <a:lnTo>
                      <a:pt x="78" y="603"/>
                    </a:lnTo>
                    <a:lnTo>
                      <a:pt x="59" y="605"/>
                    </a:lnTo>
                    <a:close/>
                    <a:moveTo>
                      <a:pt x="52" y="529"/>
                    </a:moveTo>
                    <a:lnTo>
                      <a:pt x="54" y="567"/>
                    </a:lnTo>
                    <a:lnTo>
                      <a:pt x="73" y="565"/>
                    </a:lnTo>
                    <a:lnTo>
                      <a:pt x="71" y="527"/>
                    </a:lnTo>
                    <a:lnTo>
                      <a:pt x="52" y="529"/>
                    </a:lnTo>
                    <a:close/>
                    <a:moveTo>
                      <a:pt x="45" y="454"/>
                    </a:moveTo>
                    <a:lnTo>
                      <a:pt x="47" y="491"/>
                    </a:lnTo>
                    <a:lnTo>
                      <a:pt x="66" y="489"/>
                    </a:lnTo>
                    <a:lnTo>
                      <a:pt x="64" y="451"/>
                    </a:lnTo>
                    <a:lnTo>
                      <a:pt x="45" y="454"/>
                    </a:lnTo>
                    <a:close/>
                    <a:moveTo>
                      <a:pt x="38" y="378"/>
                    </a:moveTo>
                    <a:lnTo>
                      <a:pt x="40" y="416"/>
                    </a:lnTo>
                    <a:lnTo>
                      <a:pt x="59" y="413"/>
                    </a:lnTo>
                    <a:lnTo>
                      <a:pt x="57" y="376"/>
                    </a:lnTo>
                    <a:lnTo>
                      <a:pt x="38" y="378"/>
                    </a:lnTo>
                    <a:close/>
                    <a:moveTo>
                      <a:pt x="31" y="302"/>
                    </a:moveTo>
                    <a:lnTo>
                      <a:pt x="33" y="340"/>
                    </a:lnTo>
                    <a:lnTo>
                      <a:pt x="52" y="338"/>
                    </a:lnTo>
                    <a:lnTo>
                      <a:pt x="50" y="300"/>
                    </a:lnTo>
                    <a:lnTo>
                      <a:pt x="31" y="302"/>
                    </a:lnTo>
                    <a:close/>
                    <a:moveTo>
                      <a:pt x="24" y="227"/>
                    </a:moveTo>
                    <a:lnTo>
                      <a:pt x="26" y="265"/>
                    </a:lnTo>
                    <a:lnTo>
                      <a:pt x="45" y="262"/>
                    </a:lnTo>
                    <a:lnTo>
                      <a:pt x="42" y="227"/>
                    </a:lnTo>
                    <a:lnTo>
                      <a:pt x="24" y="227"/>
                    </a:lnTo>
                    <a:close/>
                    <a:moveTo>
                      <a:pt x="16" y="151"/>
                    </a:moveTo>
                    <a:lnTo>
                      <a:pt x="19" y="189"/>
                    </a:lnTo>
                    <a:lnTo>
                      <a:pt x="38" y="189"/>
                    </a:lnTo>
                    <a:lnTo>
                      <a:pt x="33" y="151"/>
                    </a:lnTo>
                    <a:lnTo>
                      <a:pt x="16" y="151"/>
                    </a:lnTo>
                    <a:close/>
                    <a:moveTo>
                      <a:pt x="7" y="78"/>
                    </a:moveTo>
                    <a:lnTo>
                      <a:pt x="12" y="116"/>
                    </a:lnTo>
                    <a:lnTo>
                      <a:pt x="31" y="113"/>
                    </a:lnTo>
                    <a:lnTo>
                      <a:pt x="26" y="75"/>
                    </a:lnTo>
                    <a:lnTo>
                      <a:pt x="7" y="78"/>
                    </a:lnTo>
                    <a:close/>
                    <a:moveTo>
                      <a:pt x="0" y="2"/>
                    </a:moveTo>
                    <a:lnTo>
                      <a:pt x="5" y="40"/>
                    </a:lnTo>
                    <a:lnTo>
                      <a:pt x="24" y="38"/>
                    </a:lnTo>
                    <a:lnTo>
                      <a:pt x="19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8"/>
              <p:cNvSpPr>
                <a:spLocks noEditPoints="1"/>
              </p:cNvSpPr>
              <p:nvPr/>
            </p:nvSpPr>
            <p:spPr bwMode="auto">
              <a:xfrm>
                <a:off x="5283242" y="3593557"/>
                <a:ext cx="1250557" cy="888860"/>
              </a:xfrm>
              <a:custGeom>
                <a:avLst/>
                <a:gdLst>
                  <a:gd name="T0" fmla="*/ 9978 w 1504"/>
                  <a:gd name="T1" fmla="*/ 0 h 1069"/>
                  <a:gd name="T2" fmla="*/ 7483 w 1504"/>
                  <a:gd name="T3" fmla="*/ 17461 h 1069"/>
                  <a:gd name="T4" fmla="*/ 66519 w 1504"/>
                  <a:gd name="T5" fmla="*/ 41574 h 1069"/>
                  <a:gd name="T6" fmla="*/ 33259 w 1504"/>
                  <a:gd name="T7" fmla="*/ 35754 h 1069"/>
                  <a:gd name="T8" fmla="*/ 66519 w 1504"/>
                  <a:gd name="T9" fmla="*/ 41574 h 1069"/>
                  <a:gd name="T10" fmla="*/ 92295 w 1504"/>
                  <a:gd name="T11" fmla="*/ 59036 h 1069"/>
                  <a:gd name="T12" fmla="*/ 109756 w 1504"/>
                  <a:gd name="T13" fmla="*/ 90632 h 1069"/>
                  <a:gd name="T14" fmla="*/ 171286 w 1504"/>
                  <a:gd name="T15" fmla="*/ 113914 h 1069"/>
                  <a:gd name="T16" fmla="*/ 135532 w 1504"/>
                  <a:gd name="T17" fmla="*/ 108093 h 1069"/>
                  <a:gd name="T18" fmla="*/ 171286 w 1504"/>
                  <a:gd name="T19" fmla="*/ 113914 h 1069"/>
                  <a:gd name="T20" fmla="*/ 196231 w 1504"/>
                  <a:gd name="T21" fmla="*/ 132206 h 1069"/>
                  <a:gd name="T22" fmla="*/ 212029 w 1504"/>
                  <a:gd name="T23" fmla="*/ 162972 h 1069"/>
                  <a:gd name="T24" fmla="*/ 272728 w 1504"/>
                  <a:gd name="T25" fmla="*/ 187085 h 1069"/>
                  <a:gd name="T26" fmla="*/ 237805 w 1504"/>
                  <a:gd name="T27" fmla="*/ 181264 h 1069"/>
                  <a:gd name="T28" fmla="*/ 272728 w 1504"/>
                  <a:gd name="T29" fmla="*/ 187085 h 1069"/>
                  <a:gd name="T30" fmla="*/ 298504 w 1504"/>
                  <a:gd name="T31" fmla="*/ 204546 h 1069"/>
                  <a:gd name="T32" fmla="*/ 315965 w 1504"/>
                  <a:gd name="T33" fmla="*/ 236142 h 1069"/>
                  <a:gd name="T34" fmla="*/ 375001 w 1504"/>
                  <a:gd name="T35" fmla="*/ 259424 h 1069"/>
                  <a:gd name="T36" fmla="*/ 341741 w 1504"/>
                  <a:gd name="T37" fmla="*/ 253604 h 1069"/>
                  <a:gd name="T38" fmla="*/ 375001 w 1504"/>
                  <a:gd name="T39" fmla="*/ 259424 h 1069"/>
                  <a:gd name="T40" fmla="*/ 400777 w 1504"/>
                  <a:gd name="T41" fmla="*/ 277717 h 1069"/>
                  <a:gd name="T42" fmla="*/ 418238 w 1504"/>
                  <a:gd name="T43" fmla="*/ 308482 h 1069"/>
                  <a:gd name="T44" fmla="*/ 479768 w 1504"/>
                  <a:gd name="T45" fmla="*/ 332595 h 1069"/>
                  <a:gd name="T46" fmla="*/ 444014 w 1504"/>
                  <a:gd name="T47" fmla="*/ 326775 h 1069"/>
                  <a:gd name="T48" fmla="*/ 479768 w 1504"/>
                  <a:gd name="T49" fmla="*/ 332595 h 1069"/>
                  <a:gd name="T50" fmla="*/ 504713 w 1504"/>
                  <a:gd name="T51" fmla="*/ 350056 h 1069"/>
                  <a:gd name="T52" fmla="*/ 520511 w 1504"/>
                  <a:gd name="T53" fmla="*/ 381653 h 1069"/>
                  <a:gd name="T54" fmla="*/ 582041 w 1504"/>
                  <a:gd name="T55" fmla="*/ 403271 h 1069"/>
                  <a:gd name="T56" fmla="*/ 546287 w 1504"/>
                  <a:gd name="T57" fmla="*/ 399114 h 1069"/>
                  <a:gd name="T58" fmla="*/ 582041 w 1504"/>
                  <a:gd name="T59" fmla="*/ 403271 h 1069"/>
                  <a:gd name="T60" fmla="*/ 606986 w 1504"/>
                  <a:gd name="T61" fmla="*/ 423227 h 1069"/>
                  <a:gd name="T62" fmla="*/ 622784 w 1504"/>
                  <a:gd name="T63" fmla="*/ 452329 h 1069"/>
                  <a:gd name="T64" fmla="*/ 684314 w 1504"/>
                  <a:gd name="T65" fmla="*/ 475611 h 1069"/>
                  <a:gd name="T66" fmla="*/ 648560 w 1504"/>
                  <a:gd name="T67" fmla="*/ 472285 h 1069"/>
                  <a:gd name="T68" fmla="*/ 684314 w 1504"/>
                  <a:gd name="T69" fmla="*/ 475611 h 1069"/>
                  <a:gd name="T70" fmla="*/ 709259 w 1504"/>
                  <a:gd name="T71" fmla="*/ 495566 h 1069"/>
                  <a:gd name="T72" fmla="*/ 727551 w 1504"/>
                  <a:gd name="T73" fmla="*/ 524669 h 1069"/>
                  <a:gd name="T74" fmla="*/ 786587 w 1504"/>
                  <a:gd name="T75" fmla="*/ 548782 h 1069"/>
                  <a:gd name="T76" fmla="*/ 752496 w 1504"/>
                  <a:gd name="T77" fmla="*/ 544624 h 1069"/>
                  <a:gd name="T78" fmla="*/ 786587 w 1504"/>
                  <a:gd name="T79" fmla="*/ 548782 h 1069"/>
                  <a:gd name="T80" fmla="*/ 814026 w 1504"/>
                  <a:gd name="T81" fmla="*/ 566243 h 1069"/>
                  <a:gd name="T82" fmla="*/ 829824 w 1504"/>
                  <a:gd name="T83" fmla="*/ 597839 h 1069"/>
                  <a:gd name="T84" fmla="*/ 890523 w 1504"/>
                  <a:gd name="T85" fmla="*/ 621121 h 1069"/>
                  <a:gd name="T86" fmla="*/ 854769 w 1504"/>
                  <a:gd name="T87" fmla="*/ 615301 h 1069"/>
                  <a:gd name="T88" fmla="*/ 890523 w 1504"/>
                  <a:gd name="T89" fmla="*/ 621121 h 1069"/>
                  <a:gd name="T90" fmla="*/ 916299 w 1504"/>
                  <a:gd name="T91" fmla="*/ 639414 h 1069"/>
                  <a:gd name="T92" fmla="*/ 932097 w 1504"/>
                  <a:gd name="T93" fmla="*/ 670179 h 1069"/>
                  <a:gd name="T94" fmla="*/ 992796 w 1504"/>
                  <a:gd name="T95" fmla="*/ 694292 h 1069"/>
                  <a:gd name="T96" fmla="*/ 957042 w 1504"/>
                  <a:gd name="T97" fmla="*/ 688472 h 1069"/>
                  <a:gd name="T98" fmla="*/ 992796 w 1504"/>
                  <a:gd name="T99" fmla="*/ 694292 h 1069"/>
                  <a:gd name="T100" fmla="*/ 1018572 w 1504"/>
                  <a:gd name="T101" fmla="*/ 711753 h 1069"/>
                  <a:gd name="T102" fmla="*/ 1036033 w 1504"/>
                  <a:gd name="T103" fmla="*/ 743350 h 1069"/>
                  <a:gd name="T104" fmla="*/ 1095069 w 1504"/>
                  <a:gd name="T105" fmla="*/ 766631 h 1069"/>
                  <a:gd name="T106" fmla="*/ 1061809 w 1504"/>
                  <a:gd name="T107" fmla="*/ 760811 h 1069"/>
                  <a:gd name="T108" fmla="*/ 1095069 w 1504"/>
                  <a:gd name="T109" fmla="*/ 766631 h 1069"/>
                  <a:gd name="T110" fmla="*/ 1120845 w 1504"/>
                  <a:gd name="T111" fmla="*/ 784924 h 1069"/>
                  <a:gd name="T112" fmla="*/ 1138306 w 1504"/>
                  <a:gd name="T113" fmla="*/ 815689 h 1069"/>
                  <a:gd name="T114" fmla="*/ 1199005 w 1504"/>
                  <a:gd name="T115" fmla="*/ 839802 h 1069"/>
                  <a:gd name="T116" fmla="*/ 1164082 w 1504"/>
                  <a:gd name="T117" fmla="*/ 833982 h 1069"/>
                  <a:gd name="T118" fmla="*/ 1199005 w 1504"/>
                  <a:gd name="T119" fmla="*/ 839802 h 1069"/>
                  <a:gd name="T120" fmla="*/ 1224781 w 1504"/>
                  <a:gd name="T121" fmla="*/ 857263 h 1069"/>
                  <a:gd name="T122" fmla="*/ 1240579 w 1504"/>
                  <a:gd name="T123" fmla="*/ 888860 h 106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504" h="1069">
                    <a:moveTo>
                      <a:pt x="19" y="7"/>
                    </a:moveTo>
                    <a:lnTo>
                      <a:pt x="12" y="0"/>
                    </a:lnTo>
                    <a:lnTo>
                      <a:pt x="0" y="17"/>
                    </a:lnTo>
                    <a:lnTo>
                      <a:pt x="9" y="21"/>
                    </a:lnTo>
                    <a:lnTo>
                      <a:pt x="19" y="7"/>
                    </a:lnTo>
                    <a:close/>
                    <a:moveTo>
                      <a:pt x="80" y="50"/>
                    </a:moveTo>
                    <a:lnTo>
                      <a:pt x="49" y="29"/>
                    </a:lnTo>
                    <a:lnTo>
                      <a:pt x="40" y="43"/>
                    </a:lnTo>
                    <a:lnTo>
                      <a:pt x="71" y="66"/>
                    </a:lnTo>
                    <a:lnTo>
                      <a:pt x="80" y="50"/>
                    </a:lnTo>
                    <a:close/>
                    <a:moveTo>
                      <a:pt x="144" y="92"/>
                    </a:moveTo>
                    <a:lnTo>
                      <a:pt x="111" y="71"/>
                    </a:lnTo>
                    <a:lnTo>
                      <a:pt x="101" y="88"/>
                    </a:lnTo>
                    <a:lnTo>
                      <a:pt x="132" y="109"/>
                    </a:lnTo>
                    <a:lnTo>
                      <a:pt x="144" y="92"/>
                    </a:lnTo>
                    <a:close/>
                    <a:moveTo>
                      <a:pt x="206" y="137"/>
                    </a:moveTo>
                    <a:lnTo>
                      <a:pt x="175" y="116"/>
                    </a:lnTo>
                    <a:lnTo>
                      <a:pt x="163" y="130"/>
                    </a:lnTo>
                    <a:lnTo>
                      <a:pt x="194" y="152"/>
                    </a:lnTo>
                    <a:lnTo>
                      <a:pt x="206" y="137"/>
                    </a:lnTo>
                    <a:close/>
                    <a:moveTo>
                      <a:pt x="267" y="180"/>
                    </a:moveTo>
                    <a:lnTo>
                      <a:pt x="236" y="159"/>
                    </a:lnTo>
                    <a:lnTo>
                      <a:pt x="224" y="175"/>
                    </a:lnTo>
                    <a:lnTo>
                      <a:pt x="255" y="196"/>
                    </a:lnTo>
                    <a:lnTo>
                      <a:pt x="267" y="180"/>
                    </a:lnTo>
                    <a:close/>
                    <a:moveTo>
                      <a:pt x="328" y="225"/>
                    </a:moveTo>
                    <a:lnTo>
                      <a:pt x="298" y="204"/>
                    </a:lnTo>
                    <a:lnTo>
                      <a:pt x="286" y="218"/>
                    </a:lnTo>
                    <a:lnTo>
                      <a:pt x="317" y="239"/>
                    </a:lnTo>
                    <a:lnTo>
                      <a:pt x="328" y="225"/>
                    </a:lnTo>
                    <a:close/>
                    <a:moveTo>
                      <a:pt x="390" y="267"/>
                    </a:moveTo>
                    <a:lnTo>
                      <a:pt x="359" y="246"/>
                    </a:lnTo>
                    <a:lnTo>
                      <a:pt x="347" y="263"/>
                    </a:lnTo>
                    <a:lnTo>
                      <a:pt x="380" y="284"/>
                    </a:lnTo>
                    <a:lnTo>
                      <a:pt x="390" y="267"/>
                    </a:lnTo>
                    <a:close/>
                    <a:moveTo>
                      <a:pt x="451" y="312"/>
                    </a:moveTo>
                    <a:lnTo>
                      <a:pt x="421" y="289"/>
                    </a:lnTo>
                    <a:lnTo>
                      <a:pt x="411" y="305"/>
                    </a:lnTo>
                    <a:lnTo>
                      <a:pt x="442" y="326"/>
                    </a:lnTo>
                    <a:lnTo>
                      <a:pt x="451" y="312"/>
                    </a:lnTo>
                    <a:close/>
                    <a:moveTo>
                      <a:pt x="513" y="355"/>
                    </a:moveTo>
                    <a:lnTo>
                      <a:pt x="482" y="334"/>
                    </a:lnTo>
                    <a:lnTo>
                      <a:pt x="473" y="348"/>
                    </a:lnTo>
                    <a:lnTo>
                      <a:pt x="503" y="371"/>
                    </a:lnTo>
                    <a:lnTo>
                      <a:pt x="513" y="355"/>
                    </a:lnTo>
                    <a:close/>
                    <a:moveTo>
                      <a:pt x="577" y="400"/>
                    </a:moveTo>
                    <a:lnTo>
                      <a:pt x="544" y="376"/>
                    </a:lnTo>
                    <a:lnTo>
                      <a:pt x="534" y="393"/>
                    </a:lnTo>
                    <a:lnTo>
                      <a:pt x="565" y="414"/>
                    </a:lnTo>
                    <a:lnTo>
                      <a:pt x="577" y="400"/>
                    </a:lnTo>
                    <a:close/>
                    <a:moveTo>
                      <a:pt x="638" y="442"/>
                    </a:moveTo>
                    <a:lnTo>
                      <a:pt x="607" y="421"/>
                    </a:lnTo>
                    <a:lnTo>
                      <a:pt x="596" y="435"/>
                    </a:lnTo>
                    <a:lnTo>
                      <a:pt x="626" y="459"/>
                    </a:lnTo>
                    <a:lnTo>
                      <a:pt x="638" y="442"/>
                    </a:lnTo>
                    <a:close/>
                    <a:moveTo>
                      <a:pt x="700" y="485"/>
                    </a:moveTo>
                    <a:lnTo>
                      <a:pt x="669" y="464"/>
                    </a:lnTo>
                    <a:lnTo>
                      <a:pt x="657" y="480"/>
                    </a:lnTo>
                    <a:lnTo>
                      <a:pt x="688" y="501"/>
                    </a:lnTo>
                    <a:lnTo>
                      <a:pt x="700" y="485"/>
                    </a:lnTo>
                    <a:close/>
                    <a:moveTo>
                      <a:pt x="761" y="530"/>
                    </a:moveTo>
                    <a:lnTo>
                      <a:pt x="730" y="509"/>
                    </a:lnTo>
                    <a:lnTo>
                      <a:pt x="719" y="523"/>
                    </a:lnTo>
                    <a:lnTo>
                      <a:pt x="749" y="544"/>
                    </a:lnTo>
                    <a:lnTo>
                      <a:pt x="761" y="530"/>
                    </a:lnTo>
                    <a:close/>
                    <a:moveTo>
                      <a:pt x="823" y="572"/>
                    </a:moveTo>
                    <a:lnTo>
                      <a:pt x="792" y="551"/>
                    </a:lnTo>
                    <a:lnTo>
                      <a:pt x="780" y="568"/>
                    </a:lnTo>
                    <a:lnTo>
                      <a:pt x="813" y="589"/>
                    </a:lnTo>
                    <a:lnTo>
                      <a:pt x="823" y="572"/>
                    </a:lnTo>
                    <a:close/>
                    <a:moveTo>
                      <a:pt x="884" y="617"/>
                    </a:moveTo>
                    <a:lnTo>
                      <a:pt x="853" y="596"/>
                    </a:lnTo>
                    <a:lnTo>
                      <a:pt x="844" y="610"/>
                    </a:lnTo>
                    <a:lnTo>
                      <a:pt x="875" y="631"/>
                    </a:lnTo>
                    <a:lnTo>
                      <a:pt x="884" y="617"/>
                    </a:lnTo>
                    <a:close/>
                    <a:moveTo>
                      <a:pt x="946" y="660"/>
                    </a:moveTo>
                    <a:lnTo>
                      <a:pt x="915" y="639"/>
                    </a:lnTo>
                    <a:lnTo>
                      <a:pt x="905" y="655"/>
                    </a:lnTo>
                    <a:lnTo>
                      <a:pt x="936" y="676"/>
                    </a:lnTo>
                    <a:lnTo>
                      <a:pt x="946" y="660"/>
                    </a:lnTo>
                    <a:close/>
                    <a:moveTo>
                      <a:pt x="1009" y="705"/>
                    </a:moveTo>
                    <a:lnTo>
                      <a:pt x="979" y="681"/>
                    </a:lnTo>
                    <a:lnTo>
                      <a:pt x="967" y="698"/>
                    </a:lnTo>
                    <a:lnTo>
                      <a:pt x="998" y="719"/>
                    </a:lnTo>
                    <a:lnTo>
                      <a:pt x="1009" y="705"/>
                    </a:lnTo>
                    <a:close/>
                    <a:moveTo>
                      <a:pt x="1071" y="747"/>
                    </a:moveTo>
                    <a:lnTo>
                      <a:pt x="1040" y="726"/>
                    </a:lnTo>
                    <a:lnTo>
                      <a:pt x="1028" y="740"/>
                    </a:lnTo>
                    <a:lnTo>
                      <a:pt x="1059" y="764"/>
                    </a:lnTo>
                    <a:lnTo>
                      <a:pt x="1071" y="747"/>
                    </a:lnTo>
                    <a:close/>
                    <a:moveTo>
                      <a:pt x="1132" y="792"/>
                    </a:moveTo>
                    <a:lnTo>
                      <a:pt x="1102" y="769"/>
                    </a:lnTo>
                    <a:lnTo>
                      <a:pt x="1090" y="785"/>
                    </a:lnTo>
                    <a:lnTo>
                      <a:pt x="1121" y="806"/>
                    </a:lnTo>
                    <a:lnTo>
                      <a:pt x="1132" y="792"/>
                    </a:lnTo>
                    <a:close/>
                    <a:moveTo>
                      <a:pt x="1194" y="835"/>
                    </a:moveTo>
                    <a:lnTo>
                      <a:pt x="1163" y="814"/>
                    </a:lnTo>
                    <a:lnTo>
                      <a:pt x="1151" y="828"/>
                    </a:lnTo>
                    <a:lnTo>
                      <a:pt x="1182" y="851"/>
                    </a:lnTo>
                    <a:lnTo>
                      <a:pt x="1194" y="835"/>
                    </a:lnTo>
                    <a:close/>
                    <a:moveTo>
                      <a:pt x="1255" y="877"/>
                    </a:moveTo>
                    <a:lnTo>
                      <a:pt x="1225" y="856"/>
                    </a:lnTo>
                    <a:lnTo>
                      <a:pt x="1215" y="873"/>
                    </a:lnTo>
                    <a:lnTo>
                      <a:pt x="1246" y="894"/>
                    </a:lnTo>
                    <a:lnTo>
                      <a:pt x="1255" y="877"/>
                    </a:lnTo>
                    <a:close/>
                    <a:moveTo>
                      <a:pt x="1317" y="922"/>
                    </a:moveTo>
                    <a:lnTo>
                      <a:pt x="1286" y="901"/>
                    </a:lnTo>
                    <a:lnTo>
                      <a:pt x="1277" y="915"/>
                    </a:lnTo>
                    <a:lnTo>
                      <a:pt x="1307" y="936"/>
                    </a:lnTo>
                    <a:lnTo>
                      <a:pt x="1317" y="922"/>
                    </a:lnTo>
                    <a:close/>
                    <a:moveTo>
                      <a:pt x="1381" y="965"/>
                    </a:moveTo>
                    <a:lnTo>
                      <a:pt x="1348" y="944"/>
                    </a:lnTo>
                    <a:lnTo>
                      <a:pt x="1338" y="960"/>
                    </a:lnTo>
                    <a:lnTo>
                      <a:pt x="1369" y="981"/>
                    </a:lnTo>
                    <a:lnTo>
                      <a:pt x="1381" y="965"/>
                    </a:lnTo>
                    <a:close/>
                    <a:moveTo>
                      <a:pt x="1442" y="1010"/>
                    </a:moveTo>
                    <a:lnTo>
                      <a:pt x="1411" y="988"/>
                    </a:lnTo>
                    <a:lnTo>
                      <a:pt x="1400" y="1003"/>
                    </a:lnTo>
                    <a:lnTo>
                      <a:pt x="1430" y="1024"/>
                    </a:lnTo>
                    <a:lnTo>
                      <a:pt x="1442" y="1010"/>
                    </a:lnTo>
                    <a:close/>
                    <a:moveTo>
                      <a:pt x="1504" y="1052"/>
                    </a:moveTo>
                    <a:lnTo>
                      <a:pt x="1473" y="1031"/>
                    </a:lnTo>
                    <a:lnTo>
                      <a:pt x="1461" y="1048"/>
                    </a:lnTo>
                    <a:lnTo>
                      <a:pt x="1492" y="1069"/>
                    </a:lnTo>
                    <a:lnTo>
                      <a:pt x="1504" y="1052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9"/>
              <p:cNvSpPr>
                <a:spLocks noEditPoints="1"/>
              </p:cNvSpPr>
              <p:nvPr/>
            </p:nvSpPr>
            <p:spPr bwMode="auto">
              <a:xfrm>
                <a:off x="5283242" y="3593557"/>
                <a:ext cx="1250557" cy="888860"/>
              </a:xfrm>
              <a:custGeom>
                <a:avLst/>
                <a:gdLst>
                  <a:gd name="T0" fmla="*/ 9978 w 1504"/>
                  <a:gd name="T1" fmla="*/ 0 h 1069"/>
                  <a:gd name="T2" fmla="*/ 7483 w 1504"/>
                  <a:gd name="T3" fmla="*/ 17461 h 1069"/>
                  <a:gd name="T4" fmla="*/ 66519 w 1504"/>
                  <a:gd name="T5" fmla="*/ 41574 h 1069"/>
                  <a:gd name="T6" fmla="*/ 33259 w 1504"/>
                  <a:gd name="T7" fmla="*/ 35754 h 1069"/>
                  <a:gd name="T8" fmla="*/ 66519 w 1504"/>
                  <a:gd name="T9" fmla="*/ 41574 h 1069"/>
                  <a:gd name="T10" fmla="*/ 92295 w 1504"/>
                  <a:gd name="T11" fmla="*/ 59036 h 1069"/>
                  <a:gd name="T12" fmla="*/ 109756 w 1504"/>
                  <a:gd name="T13" fmla="*/ 90632 h 1069"/>
                  <a:gd name="T14" fmla="*/ 171286 w 1504"/>
                  <a:gd name="T15" fmla="*/ 113914 h 1069"/>
                  <a:gd name="T16" fmla="*/ 135532 w 1504"/>
                  <a:gd name="T17" fmla="*/ 108093 h 1069"/>
                  <a:gd name="T18" fmla="*/ 171286 w 1504"/>
                  <a:gd name="T19" fmla="*/ 113914 h 1069"/>
                  <a:gd name="T20" fmla="*/ 196231 w 1504"/>
                  <a:gd name="T21" fmla="*/ 132206 h 1069"/>
                  <a:gd name="T22" fmla="*/ 212029 w 1504"/>
                  <a:gd name="T23" fmla="*/ 162972 h 1069"/>
                  <a:gd name="T24" fmla="*/ 272728 w 1504"/>
                  <a:gd name="T25" fmla="*/ 187085 h 1069"/>
                  <a:gd name="T26" fmla="*/ 237805 w 1504"/>
                  <a:gd name="T27" fmla="*/ 181264 h 1069"/>
                  <a:gd name="T28" fmla="*/ 272728 w 1504"/>
                  <a:gd name="T29" fmla="*/ 187085 h 1069"/>
                  <a:gd name="T30" fmla="*/ 298504 w 1504"/>
                  <a:gd name="T31" fmla="*/ 204546 h 1069"/>
                  <a:gd name="T32" fmla="*/ 315965 w 1504"/>
                  <a:gd name="T33" fmla="*/ 236142 h 1069"/>
                  <a:gd name="T34" fmla="*/ 375001 w 1504"/>
                  <a:gd name="T35" fmla="*/ 259424 h 1069"/>
                  <a:gd name="T36" fmla="*/ 341741 w 1504"/>
                  <a:gd name="T37" fmla="*/ 253604 h 1069"/>
                  <a:gd name="T38" fmla="*/ 375001 w 1504"/>
                  <a:gd name="T39" fmla="*/ 259424 h 1069"/>
                  <a:gd name="T40" fmla="*/ 400777 w 1504"/>
                  <a:gd name="T41" fmla="*/ 277717 h 1069"/>
                  <a:gd name="T42" fmla="*/ 418238 w 1504"/>
                  <a:gd name="T43" fmla="*/ 308482 h 1069"/>
                  <a:gd name="T44" fmla="*/ 479768 w 1504"/>
                  <a:gd name="T45" fmla="*/ 332595 h 1069"/>
                  <a:gd name="T46" fmla="*/ 444014 w 1504"/>
                  <a:gd name="T47" fmla="*/ 326775 h 1069"/>
                  <a:gd name="T48" fmla="*/ 479768 w 1504"/>
                  <a:gd name="T49" fmla="*/ 332595 h 1069"/>
                  <a:gd name="T50" fmla="*/ 504713 w 1504"/>
                  <a:gd name="T51" fmla="*/ 350056 h 1069"/>
                  <a:gd name="T52" fmla="*/ 520511 w 1504"/>
                  <a:gd name="T53" fmla="*/ 381653 h 1069"/>
                  <a:gd name="T54" fmla="*/ 582041 w 1504"/>
                  <a:gd name="T55" fmla="*/ 403271 h 1069"/>
                  <a:gd name="T56" fmla="*/ 546287 w 1504"/>
                  <a:gd name="T57" fmla="*/ 399114 h 1069"/>
                  <a:gd name="T58" fmla="*/ 582041 w 1504"/>
                  <a:gd name="T59" fmla="*/ 403271 h 1069"/>
                  <a:gd name="T60" fmla="*/ 606986 w 1504"/>
                  <a:gd name="T61" fmla="*/ 423227 h 1069"/>
                  <a:gd name="T62" fmla="*/ 622784 w 1504"/>
                  <a:gd name="T63" fmla="*/ 452329 h 1069"/>
                  <a:gd name="T64" fmla="*/ 684314 w 1504"/>
                  <a:gd name="T65" fmla="*/ 475611 h 1069"/>
                  <a:gd name="T66" fmla="*/ 648560 w 1504"/>
                  <a:gd name="T67" fmla="*/ 472285 h 1069"/>
                  <a:gd name="T68" fmla="*/ 684314 w 1504"/>
                  <a:gd name="T69" fmla="*/ 475611 h 1069"/>
                  <a:gd name="T70" fmla="*/ 709259 w 1504"/>
                  <a:gd name="T71" fmla="*/ 495566 h 1069"/>
                  <a:gd name="T72" fmla="*/ 727551 w 1504"/>
                  <a:gd name="T73" fmla="*/ 524669 h 1069"/>
                  <a:gd name="T74" fmla="*/ 786587 w 1504"/>
                  <a:gd name="T75" fmla="*/ 548782 h 1069"/>
                  <a:gd name="T76" fmla="*/ 752496 w 1504"/>
                  <a:gd name="T77" fmla="*/ 544624 h 1069"/>
                  <a:gd name="T78" fmla="*/ 786587 w 1504"/>
                  <a:gd name="T79" fmla="*/ 548782 h 1069"/>
                  <a:gd name="T80" fmla="*/ 814026 w 1504"/>
                  <a:gd name="T81" fmla="*/ 566243 h 1069"/>
                  <a:gd name="T82" fmla="*/ 829824 w 1504"/>
                  <a:gd name="T83" fmla="*/ 597839 h 1069"/>
                  <a:gd name="T84" fmla="*/ 890523 w 1504"/>
                  <a:gd name="T85" fmla="*/ 621121 h 1069"/>
                  <a:gd name="T86" fmla="*/ 854769 w 1504"/>
                  <a:gd name="T87" fmla="*/ 615301 h 1069"/>
                  <a:gd name="T88" fmla="*/ 890523 w 1504"/>
                  <a:gd name="T89" fmla="*/ 621121 h 1069"/>
                  <a:gd name="T90" fmla="*/ 916299 w 1504"/>
                  <a:gd name="T91" fmla="*/ 639414 h 1069"/>
                  <a:gd name="T92" fmla="*/ 932097 w 1504"/>
                  <a:gd name="T93" fmla="*/ 670179 h 1069"/>
                  <a:gd name="T94" fmla="*/ 992796 w 1504"/>
                  <a:gd name="T95" fmla="*/ 694292 h 1069"/>
                  <a:gd name="T96" fmla="*/ 957042 w 1504"/>
                  <a:gd name="T97" fmla="*/ 688472 h 1069"/>
                  <a:gd name="T98" fmla="*/ 992796 w 1504"/>
                  <a:gd name="T99" fmla="*/ 694292 h 1069"/>
                  <a:gd name="T100" fmla="*/ 1018572 w 1504"/>
                  <a:gd name="T101" fmla="*/ 711753 h 1069"/>
                  <a:gd name="T102" fmla="*/ 1036033 w 1504"/>
                  <a:gd name="T103" fmla="*/ 743350 h 1069"/>
                  <a:gd name="T104" fmla="*/ 1095069 w 1504"/>
                  <a:gd name="T105" fmla="*/ 766631 h 1069"/>
                  <a:gd name="T106" fmla="*/ 1061809 w 1504"/>
                  <a:gd name="T107" fmla="*/ 760811 h 1069"/>
                  <a:gd name="T108" fmla="*/ 1095069 w 1504"/>
                  <a:gd name="T109" fmla="*/ 766631 h 1069"/>
                  <a:gd name="T110" fmla="*/ 1120845 w 1504"/>
                  <a:gd name="T111" fmla="*/ 784924 h 1069"/>
                  <a:gd name="T112" fmla="*/ 1138306 w 1504"/>
                  <a:gd name="T113" fmla="*/ 815689 h 1069"/>
                  <a:gd name="T114" fmla="*/ 1199005 w 1504"/>
                  <a:gd name="T115" fmla="*/ 839802 h 1069"/>
                  <a:gd name="T116" fmla="*/ 1164082 w 1504"/>
                  <a:gd name="T117" fmla="*/ 833982 h 1069"/>
                  <a:gd name="T118" fmla="*/ 1199005 w 1504"/>
                  <a:gd name="T119" fmla="*/ 839802 h 1069"/>
                  <a:gd name="T120" fmla="*/ 1224781 w 1504"/>
                  <a:gd name="T121" fmla="*/ 857263 h 1069"/>
                  <a:gd name="T122" fmla="*/ 1240579 w 1504"/>
                  <a:gd name="T123" fmla="*/ 888860 h 106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504" h="1069">
                    <a:moveTo>
                      <a:pt x="19" y="7"/>
                    </a:moveTo>
                    <a:lnTo>
                      <a:pt x="12" y="0"/>
                    </a:lnTo>
                    <a:lnTo>
                      <a:pt x="0" y="17"/>
                    </a:lnTo>
                    <a:lnTo>
                      <a:pt x="9" y="21"/>
                    </a:lnTo>
                    <a:lnTo>
                      <a:pt x="19" y="7"/>
                    </a:lnTo>
                    <a:moveTo>
                      <a:pt x="80" y="50"/>
                    </a:moveTo>
                    <a:lnTo>
                      <a:pt x="49" y="29"/>
                    </a:lnTo>
                    <a:lnTo>
                      <a:pt x="40" y="43"/>
                    </a:lnTo>
                    <a:lnTo>
                      <a:pt x="71" y="66"/>
                    </a:lnTo>
                    <a:lnTo>
                      <a:pt x="80" y="50"/>
                    </a:lnTo>
                    <a:moveTo>
                      <a:pt x="144" y="92"/>
                    </a:moveTo>
                    <a:lnTo>
                      <a:pt x="111" y="71"/>
                    </a:lnTo>
                    <a:lnTo>
                      <a:pt x="101" y="88"/>
                    </a:lnTo>
                    <a:lnTo>
                      <a:pt x="132" y="109"/>
                    </a:lnTo>
                    <a:lnTo>
                      <a:pt x="144" y="92"/>
                    </a:lnTo>
                    <a:moveTo>
                      <a:pt x="206" y="137"/>
                    </a:moveTo>
                    <a:lnTo>
                      <a:pt x="175" y="116"/>
                    </a:lnTo>
                    <a:lnTo>
                      <a:pt x="163" y="130"/>
                    </a:lnTo>
                    <a:lnTo>
                      <a:pt x="194" y="152"/>
                    </a:lnTo>
                    <a:lnTo>
                      <a:pt x="206" y="137"/>
                    </a:lnTo>
                    <a:moveTo>
                      <a:pt x="267" y="180"/>
                    </a:moveTo>
                    <a:lnTo>
                      <a:pt x="236" y="159"/>
                    </a:lnTo>
                    <a:lnTo>
                      <a:pt x="224" y="175"/>
                    </a:lnTo>
                    <a:lnTo>
                      <a:pt x="255" y="196"/>
                    </a:lnTo>
                    <a:lnTo>
                      <a:pt x="267" y="180"/>
                    </a:lnTo>
                    <a:moveTo>
                      <a:pt x="328" y="225"/>
                    </a:moveTo>
                    <a:lnTo>
                      <a:pt x="298" y="204"/>
                    </a:lnTo>
                    <a:lnTo>
                      <a:pt x="286" y="218"/>
                    </a:lnTo>
                    <a:lnTo>
                      <a:pt x="317" y="239"/>
                    </a:lnTo>
                    <a:lnTo>
                      <a:pt x="328" y="225"/>
                    </a:lnTo>
                    <a:moveTo>
                      <a:pt x="390" y="267"/>
                    </a:moveTo>
                    <a:lnTo>
                      <a:pt x="359" y="246"/>
                    </a:lnTo>
                    <a:lnTo>
                      <a:pt x="347" y="263"/>
                    </a:lnTo>
                    <a:lnTo>
                      <a:pt x="380" y="284"/>
                    </a:lnTo>
                    <a:lnTo>
                      <a:pt x="390" y="267"/>
                    </a:lnTo>
                    <a:moveTo>
                      <a:pt x="451" y="312"/>
                    </a:moveTo>
                    <a:lnTo>
                      <a:pt x="421" y="289"/>
                    </a:lnTo>
                    <a:lnTo>
                      <a:pt x="411" y="305"/>
                    </a:lnTo>
                    <a:lnTo>
                      <a:pt x="442" y="326"/>
                    </a:lnTo>
                    <a:lnTo>
                      <a:pt x="451" y="312"/>
                    </a:lnTo>
                    <a:moveTo>
                      <a:pt x="513" y="355"/>
                    </a:moveTo>
                    <a:lnTo>
                      <a:pt x="482" y="334"/>
                    </a:lnTo>
                    <a:lnTo>
                      <a:pt x="473" y="348"/>
                    </a:lnTo>
                    <a:lnTo>
                      <a:pt x="503" y="371"/>
                    </a:lnTo>
                    <a:lnTo>
                      <a:pt x="513" y="355"/>
                    </a:lnTo>
                    <a:moveTo>
                      <a:pt x="577" y="400"/>
                    </a:moveTo>
                    <a:lnTo>
                      <a:pt x="544" y="376"/>
                    </a:lnTo>
                    <a:lnTo>
                      <a:pt x="534" y="393"/>
                    </a:lnTo>
                    <a:lnTo>
                      <a:pt x="565" y="414"/>
                    </a:lnTo>
                    <a:lnTo>
                      <a:pt x="577" y="400"/>
                    </a:lnTo>
                    <a:moveTo>
                      <a:pt x="638" y="442"/>
                    </a:moveTo>
                    <a:lnTo>
                      <a:pt x="607" y="421"/>
                    </a:lnTo>
                    <a:lnTo>
                      <a:pt x="596" y="435"/>
                    </a:lnTo>
                    <a:lnTo>
                      <a:pt x="626" y="459"/>
                    </a:lnTo>
                    <a:lnTo>
                      <a:pt x="638" y="442"/>
                    </a:lnTo>
                    <a:moveTo>
                      <a:pt x="700" y="485"/>
                    </a:moveTo>
                    <a:lnTo>
                      <a:pt x="669" y="464"/>
                    </a:lnTo>
                    <a:lnTo>
                      <a:pt x="657" y="480"/>
                    </a:lnTo>
                    <a:lnTo>
                      <a:pt x="688" y="501"/>
                    </a:lnTo>
                    <a:lnTo>
                      <a:pt x="700" y="485"/>
                    </a:lnTo>
                    <a:moveTo>
                      <a:pt x="761" y="530"/>
                    </a:moveTo>
                    <a:lnTo>
                      <a:pt x="730" y="509"/>
                    </a:lnTo>
                    <a:lnTo>
                      <a:pt x="719" y="523"/>
                    </a:lnTo>
                    <a:lnTo>
                      <a:pt x="749" y="544"/>
                    </a:lnTo>
                    <a:lnTo>
                      <a:pt x="761" y="530"/>
                    </a:lnTo>
                    <a:moveTo>
                      <a:pt x="823" y="572"/>
                    </a:moveTo>
                    <a:lnTo>
                      <a:pt x="792" y="551"/>
                    </a:lnTo>
                    <a:lnTo>
                      <a:pt x="780" y="568"/>
                    </a:lnTo>
                    <a:lnTo>
                      <a:pt x="813" y="589"/>
                    </a:lnTo>
                    <a:lnTo>
                      <a:pt x="823" y="572"/>
                    </a:lnTo>
                    <a:moveTo>
                      <a:pt x="884" y="617"/>
                    </a:moveTo>
                    <a:lnTo>
                      <a:pt x="853" y="596"/>
                    </a:lnTo>
                    <a:lnTo>
                      <a:pt x="844" y="610"/>
                    </a:lnTo>
                    <a:lnTo>
                      <a:pt x="875" y="631"/>
                    </a:lnTo>
                    <a:lnTo>
                      <a:pt x="884" y="617"/>
                    </a:lnTo>
                    <a:moveTo>
                      <a:pt x="946" y="660"/>
                    </a:moveTo>
                    <a:lnTo>
                      <a:pt x="915" y="639"/>
                    </a:lnTo>
                    <a:lnTo>
                      <a:pt x="905" y="655"/>
                    </a:lnTo>
                    <a:lnTo>
                      <a:pt x="936" y="676"/>
                    </a:lnTo>
                    <a:lnTo>
                      <a:pt x="946" y="660"/>
                    </a:lnTo>
                    <a:moveTo>
                      <a:pt x="1009" y="705"/>
                    </a:moveTo>
                    <a:lnTo>
                      <a:pt x="979" y="681"/>
                    </a:lnTo>
                    <a:lnTo>
                      <a:pt x="967" y="698"/>
                    </a:lnTo>
                    <a:lnTo>
                      <a:pt x="998" y="719"/>
                    </a:lnTo>
                    <a:lnTo>
                      <a:pt x="1009" y="705"/>
                    </a:lnTo>
                    <a:moveTo>
                      <a:pt x="1071" y="747"/>
                    </a:moveTo>
                    <a:lnTo>
                      <a:pt x="1040" y="726"/>
                    </a:lnTo>
                    <a:lnTo>
                      <a:pt x="1028" y="740"/>
                    </a:lnTo>
                    <a:lnTo>
                      <a:pt x="1059" y="764"/>
                    </a:lnTo>
                    <a:lnTo>
                      <a:pt x="1071" y="747"/>
                    </a:lnTo>
                    <a:moveTo>
                      <a:pt x="1132" y="792"/>
                    </a:moveTo>
                    <a:lnTo>
                      <a:pt x="1102" y="769"/>
                    </a:lnTo>
                    <a:lnTo>
                      <a:pt x="1090" y="785"/>
                    </a:lnTo>
                    <a:lnTo>
                      <a:pt x="1121" y="806"/>
                    </a:lnTo>
                    <a:lnTo>
                      <a:pt x="1132" y="792"/>
                    </a:lnTo>
                    <a:moveTo>
                      <a:pt x="1194" y="835"/>
                    </a:moveTo>
                    <a:lnTo>
                      <a:pt x="1163" y="814"/>
                    </a:lnTo>
                    <a:lnTo>
                      <a:pt x="1151" y="828"/>
                    </a:lnTo>
                    <a:lnTo>
                      <a:pt x="1182" y="851"/>
                    </a:lnTo>
                    <a:lnTo>
                      <a:pt x="1194" y="835"/>
                    </a:lnTo>
                    <a:moveTo>
                      <a:pt x="1255" y="877"/>
                    </a:moveTo>
                    <a:lnTo>
                      <a:pt x="1225" y="856"/>
                    </a:lnTo>
                    <a:lnTo>
                      <a:pt x="1215" y="873"/>
                    </a:lnTo>
                    <a:lnTo>
                      <a:pt x="1246" y="894"/>
                    </a:lnTo>
                    <a:lnTo>
                      <a:pt x="1255" y="877"/>
                    </a:lnTo>
                    <a:moveTo>
                      <a:pt x="1317" y="922"/>
                    </a:moveTo>
                    <a:lnTo>
                      <a:pt x="1286" y="901"/>
                    </a:lnTo>
                    <a:lnTo>
                      <a:pt x="1277" y="915"/>
                    </a:lnTo>
                    <a:lnTo>
                      <a:pt x="1307" y="936"/>
                    </a:lnTo>
                    <a:lnTo>
                      <a:pt x="1317" y="922"/>
                    </a:lnTo>
                    <a:moveTo>
                      <a:pt x="1381" y="965"/>
                    </a:moveTo>
                    <a:lnTo>
                      <a:pt x="1348" y="944"/>
                    </a:lnTo>
                    <a:lnTo>
                      <a:pt x="1338" y="960"/>
                    </a:lnTo>
                    <a:lnTo>
                      <a:pt x="1369" y="981"/>
                    </a:lnTo>
                    <a:lnTo>
                      <a:pt x="1381" y="965"/>
                    </a:lnTo>
                    <a:moveTo>
                      <a:pt x="1442" y="1010"/>
                    </a:moveTo>
                    <a:lnTo>
                      <a:pt x="1411" y="988"/>
                    </a:lnTo>
                    <a:lnTo>
                      <a:pt x="1400" y="1003"/>
                    </a:lnTo>
                    <a:lnTo>
                      <a:pt x="1430" y="1024"/>
                    </a:lnTo>
                    <a:lnTo>
                      <a:pt x="1442" y="1010"/>
                    </a:lnTo>
                    <a:moveTo>
                      <a:pt x="1504" y="1052"/>
                    </a:moveTo>
                    <a:lnTo>
                      <a:pt x="1473" y="1031"/>
                    </a:lnTo>
                    <a:lnTo>
                      <a:pt x="1461" y="1048"/>
                    </a:lnTo>
                    <a:lnTo>
                      <a:pt x="1492" y="1069"/>
                    </a:lnTo>
                    <a:lnTo>
                      <a:pt x="1504" y="105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20"/>
              <p:cNvSpPr>
                <a:spLocks noEditPoints="1"/>
              </p:cNvSpPr>
              <p:nvPr/>
            </p:nvSpPr>
            <p:spPr bwMode="auto">
              <a:xfrm>
                <a:off x="4978086" y="2367113"/>
                <a:ext cx="1555712" cy="1040190"/>
              </a:xfrm>
              <a:custGeom>
                <a:avLst/>
                <a:gdLst>
                  <a:gd name="T0" fmla="*/ 8315 w 1871"/>
                  <a:gd name="T1" fmla="*/ 1040190 h 1251"/>
                  <a:gd name="T2" fmla="*/ 78991 w 1871"/>
                  <a:gd name="T3" fmla="*/ 975334 h 1251"/>
                  <a:gd name="T4" fmla="*/ 86475 w 1871"/>
                  <a:gd name="T5" fmla="*/ 986975 h 1251"/>
                  <a:gd name="T6" fmla="*/ 104767 w 1871"/>
                  <a:gd name="T7" fmla="*/ 957041 h 1251"/>
                  <a:gd name="T8" fmla="*/ 132206 w 1871"/>
                  <a:gd name="T9" fmla="*/ 939580 h 1251"/>
                  <a:gd name="T10" fmla="*/ 165466 w 1871"/>
                  <a:gd name="T11" fmla="*/ 935423 h 1251"/>
                  <a:gd name="T12" fmla="*/ 236142 w 1871"/>
                  <a:gd name="T13" fmla="*/ 870567 h 1251"/>
                  <a:gd name="T14" fmla="*/ 244457 w 1871"/>
                  <a:gd name="T15" fmla="*/ 882208 h 1251"/>
                  <a:gd name="T16" fmla="*/ 261918 w 1871"/>
                  <a:gd name="T17" fmla="*/ 853105 h 1251"/>
                  <a:gd name="T18" fmla="*/ 289357 w 1871"/>
                  <a:gd name="T19" fmla="*/ 835644 h 1251"/>
                  <a:gd name="T20" fmla="*/ 322617 w 1871"/>
                  <a:gd name="T21" fmla="*/ 831487 h 1251"/>
                  <a:gd name="T22" fmla="*/ 393293 w 1871"/>
                  <a:gd name="T23" fmla="*/ 766631 h 1251"/>
                  <a:gd name="T24" fmla="*/ 401608 w 1871"/>
                  <a:gd name="T25" fmla="*/ 778272 h 1251"/>
                  <a:gd name="T26" fmla="*/ 419069 w 1871"/>
                  <a:gd name="T27" fmla="*/ 749170 h 1251"/>
                  <a:gd name="T28" fmla="*/ 446508 w 1871"/>
                  <a:gd name="T29" fmla="*/ 730877 h 1251"/>
                  <a:gd name="T30" fmla="*/ 479768 w 1871"/>
                  <a:gd name="T31" fmla="*/ 727551 h 1251"/>
                  <a:gd name="T32" fmla="*/ 550444 w 1871"/>
                  <a:gd name="T33" fmla="*/ 660201 h 1251"/>
                  <a:gd name="T34" fmla="*/ 558759 w 1871"/>
                  <a:gd name="T35" fmla="*/ 674336 h 1251"/>
                  <a:gd name="T36" fmla="*/ 576220 w 1871"/>
                  <a:gd name="T37" fmla="*/ 644402 h 1251"/>
                  <a:gd name="T38" fmla="*/ 601997 w 1871"/>
                  <a:gd name="T39" fmla="*/ 626941 h 1251"/>
                  <a:gd name="T40" fmla="*/ 636919 w 1871"/>
                  <a:gd name="T41" fmla="*/ 622784 h 1251"/>
                  <a:gd name="T42" fmla="*/ 708427 w 1871"/>
                  <a:gd name="T43" fmla="*/ 556265 h 1251"/>
                  <a:gd name="T44" fmla="*/ 715910 w 1871"/>
                  <a:gd name="T45" fmla="*/ 570400 h 1251"/>
                  <a:gd name="T46" fmla="*/ 733371 w 1871"/>
                  <a:gd name="T47" fmla="*/ 538803 h 1251"/>
                  <a:gd name="T48" fmla="*/ 759148 w 1871"/>
                  <a:gd name="T49" fmla="*/ 523005 h 1251"/>
                  <a:gd name="T50" fmla="*/ 794901 w 1871"/>
                  <a:gd name="T51" fmla="*/ 517185 h 1251"/>
                  <a:gd name="T52" fmla="*/ 865578 w 1871"/>
                  <a:gd name="T53" fmla="*/ 452329 h 1251"/>
                  <a:gd name="T54" fmla="*/ 873061 w 1871"/>
                  <a:gd name="T55" fmla="*/ 465633 h 1251"/>
                  <a:gd name="T56" fmla="*/ 890522 w 1871"/>
                  <a:gd name="T57" fmla="*/ 434036 h 1251"/>
                  <a:gd name="T58" fmla="*/ 916299 w 1871"/>
                  <a:gd name="T59" fmla="*/ 419069 h 1251"/>
                  <a:gd name="T60" fmla="*/ 952053 w 1871"/>
                  <a:gd name="T61" fmla="*/ 412417 h 1251"/>
                  <a:gd name="T62" fmla="*/ 1022729 w 1871"/>
                  <a:gd name="T63" fmla="*/ 347561 h 1251"/>
                  <a:gd name="T64" fmla="*/ 1030212 w 1871"/>
                  <a:gd name="T65" fmla="*/ 361697 h 1251"/>
                  <a:gd name="T66" fmla="*/ 1048505 w 1871"/>
                  <a:gd name="T67" fmla="*/ 330100 h 1251"/>
                  <a:gd name="T68" fmla="*/ 1073450 w 1871"/>
                  <a:gd name="T69" fmla="*/ 312639 h 1251"/>
                  <a:gd name="T70" fmla="*/ 1109204 w 1871"/>
                  <a:gd name="T71" fmla="*/ 308482 h 1251"/>
                  <a:gd name="T72" fmla="*/ 1179880 w 1871"/>
                  <a:gd name="T73" fmla="*/ 243626 h 1251"/>
                  <a:gd name="T74" fmla="*/ 1187363 w 1871"/>
                  <a:gd name="T75" fmla="*/ 257761 h 1251"/>
                  <a:gd name="T76" fmla="*/ 1205656 w 1871"/>
                  <a:gd name="T77" fmla="*/ 226164 h 1251"/>
                  <a:gd name="T78" fmla="*/ 1230601 w 1871"/>
                  <a:gd name="T79" fmla="*/ 208703 h 1251"/>
                  <a:gd name="T80" fmla="*/ 1266355 w 1871"/>
                  <a:gd name="T81" fmla="*/ 204546 h 1251"/>
                  <a:gd name="T82" fmla="*/ 1337031 w 1871"/>
                  <a:gd name="T83" fmla="*/ 139690 h 1251"/>
                  <a:gd name="T84" fmla="*/ 1345346 w 1871"/>
                  <a:gd name="T85" fmla="*/ 152994 h 1251"/>
                  <a:gd name="T86" fmla="*/ 1362807 w 1871"/>
                  <a:gd name="T87" fmla="*/ 122229 h 1251"/>
                  <a:gd name="T88" fmla="*/ 1388583 w 1871"/>
                  <a:gd name="T89" fmla="*/ 103936 h 1251"/>
                  <a:gd name="T90" fmla="*/ 1423506 w 1871"/>
                  <a:gd name="T91" fmla="*/ 100610 h 1251"/>
                  <a:gd name="T92" fmla="*/ 1494182 w 1871"/>
                  <a:gd name="T93" fmla="*/ 34922 h 1251"/>
                  <a:gd name="T94" fmla="*/ 1502497 w 1871"/>
                  <a:gd name="T95" fmla="*/ 47395 h 1251"/>
                  <a:gd name="T96" fmla="*/ 1519958 w 1871"/>
                  <a:gd name="T97" fmla="*/ 17461 h 1251"/>
                  <a:gd name="T98" fmla="*/ 1545734 w 1871"/>
                  <a:gd name="T99" fmla="*/ 0 h 125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871" h="1251">
                    <a:moveTo>
                      <a:pt x="31" y="1213"/>
                    </a:moveTo>
                    <a:lnTo>
                      <a:pt x="0" y="1234"/>
                    </a:lnTo>
                    <a:lnTo>
                      <a:pt x="10" y="1251"/>
                    </a:lnTo>
                    <a:lnTo>
                      <a:pt x="43" y="1229"/>
                    </a:lnTo>
                    <a:lnTo>
                      <a:pt x="31" y="1213"/>
                    </a:lnTo>
                    <a:close/>
                    <a:moveTo>
                      <a:pt x="95" y="1173"/>
                    </a:moveTo>
                    <a:lnTo>
                      <a:pt x="64" y="1194"/>
                    </a:lnTo>
                    <a:lnTo>
                      <a:pt x="74" y="1208"/>
                    </a:lnTo>
                    <a:lnTo>
                      <a:pt x="104" y="1187"/>
                    </a:lnTo>
                    <a:lnTo>
                      <a:pt x="95" y="1173"/>
                    </a:lnTo>
                    <a:close/>
                    <a:moveTo>
                      <a:pt x="159" y="1130"/>
                    </a:moveTo>
                    <a:lnTo>
                      <a:pt x="126" y="1151"/>
                    </a:lnTo>
                    <a:lnTo>
                      <a:pt x="137" y="1168"/>
                    </a:lnTo>
                    <a:lnTo>
                      <a:pt x="168" y="1147"/>
                    </a:lnTo>
                    <a:lnTo>
                      <a:pt x="159" y="1130"/>
                    </a:lnTo>
                    <a:close/>
                    <a:moveTo>
                      <a:pt x="220" y="1087"/>
                    </a:moveTo>
                    <a:lnTo>
                      <a:pt x="189" y="1109"/>
                    </a:lnTo>
                    <a:lnTo>
                      <a:pt x="199" y="1125"/>
                    </a:lnTo>
                    <a:lnTo>
                      <a:pt x="232" y="1104"/>
                    </a:lnTo>
                    <a:lnTo>
                      <a:pt x="220" y="1087"/>
                    </a:lnTo>
                    <a:close/>
                    <a:moveTo>
                      <a:pt x="284" y="1047"/>
                    </a:moveTo>
                    <a:lnTo>
                      <a:pt x="253" y="1069"/>
                    </a:lnTo>
                    <a:lnTo>
                      <a:pt x="263" y="1083"/>
                    </a:lnTo>
                    <a:lnTo>
                      <a:pt x="294" y="1061"/>
                    </a:lnTo>
                    <a:lnTo>
                      <a:pt x="284" y="1047"/>
                    </a:lnTo>
                    <a:close/>
                    <a:moveTo>
                      <a:pt x="348" y="1005"/>
                    </a:moveTo>
                    <a:lnTo>
                      <a:pt x="315" y="1026"/>
                    </a:lnTo>
                    <a:lnTo>
                      <a:pt x="327" y="1040"/>
                    </a:lnTo>
                    <a:lnTo>
                      <a:pt x="357" y="1021"/>
                    </a:lnTo>
                    <a:lnTo>
                      <a:pt x="348" y="1005"/>
                    </a:lnTo>
                    <a:close/>
                    <a:moveTo>
                      <a:pt x="409" y="962"/>
                    </a:moveTo>
                    <a:lnTo>
                      <a:pt x="379" y="983"/>
                    </a:lnTo>
                    <a:lnTo>
                      <a:pt x="388" y="1000"/>
                    </a:lnTo>
                    <a:lnTo>
                      <a:pt x="421" y="979"/>
                    </a:lnTo>
                    <a:lnTo>
                      <a:pt x="409" y="962"/>
                    </a:lnTo>
                    <a:close/>
                    <a:moveTo>
                      <a:pt x="473" y="922"/>
                    </a:moveTo>
                    <a:lnTo>
                      <a:pt x="442" y="941"/>
                    </a:lnTo>
                    <a:lnTo>
                      <a:pt x="452" y="957"/>
                    </a:lnTo>
                    <a:lnTo>
                      <a:pt x="483" y="936"/>
                    </a:lnTo>
                    <a:lnTo>
                      <a:pt x="473" y="922"/>
                    </a:lnTo>
                    <a:close/>
                    <a:moveTo>
                      <a:pt x="537" y="879"/>
                    </a:moveTo>
                    <a:lnTo>
                      <a:pt x="504" y="901"/>
                    </a:lnTo>
                    <a:lnTo>
                      <a:pt x="516" y="915"/>
                    </a:lnTo>
                    <a:lnTo>
                      <a:pt x="547" y="896"/>
                    </a:lnTo>
                    <a:lnTo>
                      <a:pt x="537" y="879"/>
                    </a:lnTo>
                    <a:close/>
                    <a:moveTo>
                      <a:pt x="599" y="837"/>
                    </a:moveTo>
                    <a:lnTo>
                      <a:pt x="568" y="858"/>
                    </a:lnTo>
                    <a:lnTo>
                      <a:pt x="577" y="875"/>
                    </a:lnTo>
                    <a:lnTo>
                      <a:pt x="610" y="853"/>
                    </a:lnTo>
                    <a:lnTo>
                      <a:pt x="599" y="837"/>
                    </a:lnTo>
                    <a:close/>
                    <a:moveTo>
                      <a:pt x="662" y="794"/>
                    </a:moveTo>
                    <a:lnTo>
                      <a:pt x="632" y="816"/>
                    </a:lnTo>
                    <a:lnTo>
                      <a:pt x="641" y="832"/>
                    </a:lnTo>
                    <a:lnTo>
                      <a:pt x="672" y="811"/>
                    </a:lnTo>
                    <a:lnTo>
                      <a:pt x="662" y="794"/>
                    </a:lnTo>
                    <a:close/>
                    <a:moveTo>
                      <a:pt x="724" y="754"/>
                    </a:moveTo>
                    <a:lnTo>
                      <a:pt x="693" y="775"/>
                    </a:lnTo>
                    <a:lnTo>
                      <a:pt x="705" y="790"/>
                    </a:lnTo>
                    <a:lnTo>
                      <a:pt x="736" y="768"/>
                    </a:lnTo>
                    <a:lnTo>
                      <a:pt x="724" y="754"/>
                    </a:lnTo>
                    <a:close/>
                    <a:moveTo>
                      <a:pt x="788" y="712"/>
                    </a:moveTo>
                    <a:lnTo>
                      <a:pt x="757" y="733"/>
                    </a:lnTo>
                    <a:lnTo>
                      <a:pt x="766" y="749"/>
                    </a:lnTo>
                    <a:lnTo>
                      <a:pt x="800" y="728"/>
                    </a:lnTo>
                    <a:lnTo>
                      <a:pt x="788" y="712"/>
                    </a:lnTo>
                    <a:close/>
                    <a:moveTo>
                      <a:pt x="852" y="669"/>
                    </a:moveTo>
                    <a:lnTo>
                      <a:pt x="818" y="690"/>
                    </a:lnTo>
                    <a:lnTo>
                      <a:pt x="830" y="707"/>
                    </a:lnTo>
                    <a:lnTo>
                      <a:pt x="861" y="686"/>
                    </a:lnTo>
                    <a:lnTo>
                      <a:pt x="852" y="669"/>
                    </a:lnTo>
                    <a:close/>
                    <a:moveTo>
                      <a:pt x="913" y="629"/>
                    </a:moveTo>
                    <a:lnTo>
                      <a:pt x="882" y="648"/>
                    </a:lnTo>
                    <a:lnTo>
                      <a:pt x="894" y="664"/>
                    </a:lnTo>
                    <a:lnTo>
                      <a:pt x="925" y="643"/>
                    </a:lnTo>
                    <a:lnTo>
                      <a:pt x="913" y="629"/>
                    </a:lnTo>
                    <a:close/>
                    <a:moveTo>
                      <a:pt x="977" y="586"/>
                    </a:moveTo>
                    <a:lnTo>
                      <a:pt x="946" y="608"/>
                    </a:lnTo>
                    <a:lnTo>
                      <a:pt x="956" y="622"/>
                    </a:lnTo>
                    <a:lnTo>
                      <a:pt x="989" y="603"/>
                    </a:lnTo>
                    <a:lnTo>
                      <a:pt x="977" y="586"/>
                    </a:lnTo>
                    <a:close/>
                    <a:moveTo>
                      <a:pt x="1041" y="544"/>
                    </a:moveTo>
                    <a:lnTo>
                      <a:pt x="1008" y="565"/>
                    </a:lnTo>
                    <a:lnTo>
                      <a:pt x="1019" y="582"/>
                    </a:lnTo>
                    <a:lnTo>
                      <a:pt x="1050" y="560"/>
                    </a:lnTo>
                    <a:lnTo>
                      <a:pt x="1041" y="544"/>
                    </a:lnTo>
                    <a:close/>
                    <a:moveTo>
                      <a:pt x="1102" y="504"/>
                    </a:moveTo>
                    <a:lnTo>
                      <a:pt x="1071" y="522"/>
                    </a:lnTo>
                    <a:lnTo>
                      <a:pt x="1083" y="539"/>
                    </a:lnTo>
                    <a:lnTo>
                      <a:pt x="1114" y="518"/>
                    </a:lnTo>
                    <a:lnTo>
                      <a:pt x="1102" y="504"/>
                    </a:lnTo>
                    <a:close/>
                    <a:moveTo>
                      <a:pt x="1166" y="461"/>
                    </a:moveTo>
                    <a:lnTo>
                      <a:pt x="1135" y="482"/>
                    </a:lnTo>
                    <a:lnTo>
                      <a:pt x="1145" y="496"/>
                    </a:lnTo>
                    <a:lnTo>
                      <a:pt x="1178" y="475"/>
                    </a:lnTo>
                    <a:lnTo>
                      <a:pt x="1166" y="461"/>
                    </a:lnTo>
                    <a:close/>
                    <a:moveTo>
                      <a:pt x="1230" y="418"/>
                    </a:moveTo>
                    <a:lnTo>
                      <a:pt x="1197" y="440"/>
                    </a:lnTo>
                    <a:lnTo>
                      <a:pt x="1209" y="456"/>
                    </a:lnTo>
                    <a:lnTo>
                      <a:pt x="1239" y="435"/>
                    </a:lnTo>
                    <a:lnTo>
                      <a:pt x="1230" y="418"/>
                    </a:lnTo>
                    <a:close/>
                    <a:moveTo>
                      <a:pt x="1291" y="376"/>
                    </a:moveTo>
                    <a:lnTo>
                      <a:pt x="1261" y="397"/>
                    </a:lnTo>
                    <a:lnTo>
                      <a:pt x="1270" y="414"/>
                    </a:lnTo>
                    <a:lnTo>
                      <a:pt x="1303" y="392"/>
                    </a:lnTo>
                    <a:lnTo>
                      <a:pt x="1291" y="376"/>
                    </a:lnTo>
                    <a:close/>
                    <a:moveTo>
                      <a:pt x="1355" y="336"/>
                    </a:moveTo>
                    <a:lnTo>
                      <a:pt x="1324" y="357"/>
                    </a:lnTo>
                    <a:lnTo>
                      <a:pt x="1334" y="371"/>
                    </a:lnTo>
                    <a:lnTo>
                      <a:pt x="1365" y="350"/>
                    </a:lnTo>
                    <a:lnTo>
                      <a:pt x="1355" y="336"/>
                    </a:lnTo>
                    <a:close/>
                    <a:moveTo>
                      <a:pt x="1419" y="293"/>
                    </a:moveTo>
                    <a:lnTo>
                      <a:pt x="1386" y="314"/>
                    </a:lnTo>
                    <a:lnTo>
                      <a:pt x="1398" y="331"/>
                    </a:lnTo>
                    <a:lnTo>
                      <a:pt x="1428" y="310"/>
                    </a:lnTo>
                    <a:lnTo>
                      <a:pt x="1419" y="293"/>
                    </a:lnTo>
                    <a:close/>
                    <a:moveTo>
                      <a:pt x="1480" y="251"/>
                    </a:moveTo>
                    <a:lnTo>
                      <a:pt x="1450" y="272"/>
                    </a:lnTo>
                    <a:lnTo>
                      <a:pt x="1459" y="288"/>
                    </a:lnTo>
                    <a:lnTo>
                      <a:pt x="1492" y="267"/>
                    </a:lnTo>
                    <a:lnTo>
                      <a:pt x="1480" y="251"/>
                    </a:lnTo>
                    <a:close/>
                    <a:moveTo>
                      <a:pt x="1544" y="210"/>
                    </a:moveTo>
                    <a:lnTo>
                      <a:pt x="1514" y="229"/>
                    </a:lnTo>
                    <a:lnTo>
                      <a:pt x="1523" y="246"/>
                    </a:lnTo>
                    <a:lnTo>
                      <a:pt x="1554" y="225"/>
                    </a:lnTo>
                    <a:lnTo>
                      <a:pt x="1544" y="210"/>
                    </a:lnTo>
                    <a:close/>
                    <a:moveTo>
                      <a:pt x="1608" y="168"/>
                    </a:moveTo>
                    <a:lnTo>
                      <a:pt x="1575" y="189"/>
                    </a:lnTo>
                    <a:lnTo>
                      <a:pt x="1587" y="203"/>
                    </a:lnTo>
                    <a:lnTo>
                      <a:pt x="1618" y="184"/>
                    </a:lnTo>
                    <a:lnTo>
                      <a:pt x="1608" y="168"/>
                    </a:lnTo>
                    <a:close/>
                    <a:moveTo>
                      <a:pt x="1670" y="125"/>
                    </a:moveTo>
                    <a:lnTo>
                      <a:pt x="1639" y="147"/>
                    </a:lnTo>
                    <a:lnTo>
                      <a:pt x="1648" y="163"/>
                    </a:lnTo>
                    <a:lnTo>
                      <a:pt x="1681" y="142"/>
                    </a:lnTo>
                    <a:lnTo>
                      <a:pt x="1670" y="125"/>
                    </a:lnTo>
                    <a:close/>
                    <a:moveTo>
                      <a:pt x="1733" y="83"/>
                    </a:moveTo>
                    <a:lnTo>
                      <a:pt x="1703" y="104"/>
                    </a:lnTo>
                    <a:lnTo>
                      <a:pt x="1712" y="121"/>
                    </a:lnTo>
                    <a:lnTo>
                      <a:pt x="1743" y="99"/>
                    </a:lnTo>
                    <a:lnTo>
                      <a:pt x="1733" y="83"/>
                    </a:lnTo>
                    <a:close/>
                    <a:moveTo>
                      <a:pt x="1797" y="42"/>
                    </a:moveTo>
                    <a:lnTo>
                      <a:pt x="1764" y="64"/>
                    </a:lnTo>
                    <a:lnTo>
                      <a:pt x="1776" y="78"/>
                    </a:lnTo>
                    <a:lnTo>
                      <a:pt x="1807" y="57"/>
                    </a:lnTo>
                    <a:lnTo>
                      <a:pt x="1797" y="42"/>
                    </a:lnTo>
                    <a:close/>
                    <a:moveTo>
                      <a:pt x="1859" y="0"/>
                    </a:moveTo>
                    <a:lnTo>
                      <a:pt x="1828" y="21"/>
                    </a:lnTo>
                    <a:lnTo>
                      <a:pt x="1837" y="38"/>
                    </a:lnTo>
                    <a:lnTo>
                      <a:pt x="1871" y="16"/>
                    </a:lnTo>
                    <a:lnTo>
                      <a:pt x="1859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21"/>
              <p:cNvSpPr>
                <a:spLocks noEditPoints="1"/>
              </p:cNvSpPr>
              <p:nvPr/>
            </p:nvSpPr>
            <p:spPr bwMode="auto">
              <a:xfrm>
                <a:off x="3305134" y="1580526"/>
                <a:ext cx="1979771" cy="1653828"/>
              </a:xfrm>
              <a:custGeom>
                <a:avLst/>
                <a:gdLst>
                  <a:gd name="T0" fmla="*/ 1978108 w 2381"/>
                  <a:gd name="T1" fmla="*/ 14135 h 1989"/>
                  <a:gd name="T2" fmla="*/ 1952332 w 2381"/>
                  <a:gd name="T3" fmla="*/ 70676 h 1989"/>
                  <a:gd name="T4" fmla="*/ 1929050 w 2381"/>
                  <a:gd name="T5" fmla="*/ 129712 h 1989"/>
                  <a:gd name="T6" fmla="*/ 1903274 w 2381"/>
                  <a:gd name="T7" fmla="*/ 187085 h 1989"/>
                  <a:gd name="T8" fmla="*/ 1879993 w 2381"/>
                  <a:gd name="T9" fmla="*/ 246120 h 1989"/>
                  <a:gd name="T10" fmla="*/ 1854216 w 2381"/>
                  <a:gd name="T11" fmla="*/ 302661 h 1989"/>
                  <a:gd name="T12" fmla="*/ 1830103 w 2381"/>
                  <a:gd name="T13" fmla="*/ 361697 h 1989"/>
                  <a:gd name="T14" fmla="*/ 1805159 w 2381"/>
                  <a:gd name="T15" fmla="*/ 419070 h 1989"/>
                  <a:gd name="T16" fmla="*/ 1781046 w 2381"/>
                  <a:gd name="T17" fmla="*/ 478105 h 1989"/>
                  <a:gd name="T18" fmla="*/ 1756101 w 2381"/>
                  <a:gd name="T19" fmla="*/ 534646 h 1989"/>
                  <a:gd name="T20" fmla="*/ 1731988 w 2381"/>
                  <a:gd name="T21" fmla="*/ 593682 h 1989"/>
                  <a:gd name="T22" fmla="*/ 1707043 w 2381"/>
                  <a:gd name="T23" fmla="*/ 651054 h 1989"/>
                  <a:gd name="T24" fmla="*/ 1682930 w 2381"/>
                  <a:gd name="T25" fmla="*/ 710090 h 1989"/>
                  <a:gd name="T26" fmla="*/ 1659648 w 2381"/>
                  <a:gd name="T27" fmla="*/ 766631 h 1989"/>
                  <a:gd name="T28" fmla="*/ 1633872 w 2381"/>
                  <a:gd name="T29" fmla="*/ 825667 h 1989"/>
                  <a:gd name="T30" fmla="*/ 1610591 w 2381"/>
                  <a:gd name="T31" fmla="*/ 883039 h 1989"/>
                  <a:gd name="T32" fmla="*/ 1584815 w 2381"/>
                  <a:gd name="T33" fmla="*/ 939581 h 1989"/>
                  <a:gd name="T34" fmla="*/ 1561533 w 2381"/>
                  <a:gd name="T35" fmla="*/ 998616 h 1989"/>
                  <a:gd name="T36" fmla="*/ 1535757 w 2381"/>
                  <a:gd name="T37" fmla="*/ 1055989 h 1989"/>
                  <a:gd name="T38" fmla="*/ 1511644 w 2381"/>
                  <a:gd name="T39" fmla="*/ 1115024 h 1989"/>
                  <a:gd name="T40" fmla="*/ 1486699 w 2381"/>
                  <a:gd name="T41" fmla="*/ 1171565 h 1989"/>
                  <a:gd name="T42" fmla="*/ 1462586 w 2381"/>
                  <a:gd name="T43" fmla="*/ 1230601 h 1989"/>
                  <a:gd name="T44" fmla="*/ 1437641 w 2381"/>
                  <a:gd name="T45" fmla="*/ 1287974 h 1989"/>
                  <a:gd name="T46" fmla="*/ 1413528 w 2381"/>
                  <a:gd name="T47" fmla="*/ 1347009 h 1989"/>
                  <a:gd name="T48" fmla="*/ 1387752 w 2381"/>
                  <a:gd name="T49" fmla="*/ 1403550 h 1989"/>
                  <a:gd name="T50" fmla="*/ 1364470 w 2381"/>
                  <a:gd name="T51" fmla="*/ 1462586 h 1989"/>
                  <a:gd name="T52" fmla="*/ 1341189 w 2381"/>
                  <a:gd name="T53" fmla="*/ 1519959 h 1989"/>
                  <a:gd name="T54" fmla="*/ 1315413 w 2381"/>
                  <a:gd name="T55" fmla="*/ 1578994 h 1989"/>
                  <a:gd name="T56" fmla="*/ 1292131 w 2381"/>
                  <a:gd name="T57" fmla="*/ 1635535 h 1989"/>
                  <a:gd name="T58" fmla="*/ 1243073 w 2381"/>
                  <a:gd name="T59" fmla="*/ 1629715 h 1989"/>
                  <a:gd name="T60" fmla="*/ 1199836 w 2381"/>
                  <a:gd name="T61" fmla="*/ 1584815 h 1989"/>
                  <a:gd name="T62" fmla="*/ 1155767 w 2381"/>
                  <a:gd name="T63" fmla="*/ 1537420 h 1989"/>
                  <a:gd name="T64" fmla="*/ 1112530 w 2381"/>
                  <a:gd name="T65" fmla="*/ 1492519 h 1989"/>
                  <a:gd name="T66" fmla="*/ 1069293 w 2381"/>
                  <a:gd name="T67" fmla="*/ 1445125 h 1989"/>
                  <a:gd name="T68" fmla="*/ 1028550 w 2381"/>
                  <a:gd name="T69" fmla="*/ 1400224 h 1989"/>
                  <a:gd name="T70" fmla="*/ 985312 w 2381"/>
                  <a:gd name="T71" fmla="*/ 1354493 h 1989"/>
                  <a:gd name="T72" fmla="*/ 942075 w 2381"/>
                  <a:gd name="T73" fmla="*/ 1307098 h 1989"/>
                  <a:gd name="T74" fmla="*/ 898838 w 2381"/>
                  <a:gd name="T75" fmla="*/ 1262198 h 1989"/>
                  <a:gd name="T76" fmla="*/ 857263 w 2381"/>
                  <a:gd name="T77" fmla="*/ 1214803 h 1989"/>
                  <a:gd name="T78" fmla="*/ 814026 w 2381"/>
                  <a:gd name="T79" fmla="*/ 1169902 h 1989"/>
                  <a:gd name="T80" fmla="*/ 770789 w 2381"/>
                  <a:gd name="T81" fmla="*/ 1122508 h 1989"/>
                  <a:gd name="T82" fmla="*/ 727551 w 2381"/>
                  <a:gd name="T83" fmla="*/ 1077607 h 1989"/>
                  <a:gd name="T84" fmla="*/ 684314 w 2381"/>
                  <a:gd name="T85" fmla="*/ 1031876 h 1989"/>
                  <a:gd name="T86" fmla="*/ 642740 w 2381"/>
                  <a:gd name="T87" fmla="*/ 985312 h 1989"/>
                  <a:gd name="T88" fmla="*/ 599502 w 2381"/>
                  <a:gd name="T89" fmla="*/ 939581 h 1989"/>
                  <a:gd name="T90" fmla="*/ 556265 w 2381"/>
                  <a:gd name="T91" fmla="*/ 893017 h 1989"/>
                  <a:gd name="T92" fmla="*/ 513028 w 2381"/>
                  <a:gd name="T93" fmla="*/ 847285 h 1989"/>
                  <a:gd name="T94" fmla="*/ 472285 w 2381"/>
                  <a:gd name="T95" fmla="*/ 799891 h 1989"/>
                  <a:gd name="T96" fmla="*/ 429047 w 2381"/>
                  <a:gd name="T97" fmla="*/ 754990 h 1989"/>
                  <a:gd name="T98" fmla="*/ 385810 w 2381"/>
                  <a:gd name="T99" fmla="*/ 707596 h 1989"/>
                  <a:gd name="T100" fmla="*/ 342573 w 2381"/>
                  <a:gd name="T101" fmla="*/ 662695 h 1989"/>
                  <a:gd name="T102" fmla="*/ 299335 w 2381"/>
                  <a:gd name="T103" fmla="*/ 617795 h 1989"/>
                  <a:gd name="T104" fmla="*/ 257761 w 2381"/>
                  <a:gd name="T105" fmla="*/ 570400 h 1989"/>
                  <a:gd name="T106" fmla="*/ 214524 w 2381"/>
                  <a:gd name="T107" fmla="*/ 524668 h 1989"/>
                  <a:gd name="T108" fmla="*/ 171286 w 2381"/>
                  <a:gd name="T109" fmla="*/ 478105 h 1989"/>
                  <a:gd name="T110" fmla="*/ 128049 w 2381"/>
                  <a:gd name="T111" fmla="*/ 432373 h 1989"/>
                  <a:gd name="T112" fmla="*/ 84812 w 2381"/>
                  <a:gd name="T113" fmla="*/ 385810 h 1989"/>
                  <a:gd name="T114" fmla="*/ 43237 w 2381"/>
                  <a:gd name="T115" fmla="*/ 340078 h 1989"/>
                  <a:gd name="T116" fmla="*/ 0 w 2381"/>
                  <a:gd name="T117" fmla="*/ 292683 h 198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381" h="1989">
                    <a:moveTo>
                      <a:pt x="2379" y="17"/>
                    </a:moveTo>
                    <a:lnTo>
                      <a:pt x="2381" y="10"/>
                    </a:lnTo>
                    <a:lnTo>
                      <a:pt x="2365" y="0"/>
                    </a:lnTo>
                    <a:lnTo>
                      <a:pt x="2360" y="10"/>
                    </a:lnTo>
                    <a:lnTo>
                      <a:pt x="2379" y="17"/>
                    </a:lnTo>
                    <a:close/>
                    <a:moveTo>
                      <a:pt x="2348" y="85"/>
                    </a:moveTo>
                    <a:lnTo>
                      <a:pt x="2362" y="52"/>
                    </a:lnTo>
                    <a:lnTo>
                      <a:pt x="2346" y="43"/>
                    </a:lnTo>
                    <a:lnTo>
                      <a:pt x="2332" y="78"/>
                    </a:lnTo>
                    <a:lnTo>
                      <a:pt x="2348" y="85"/>
                    </a:lnTo>
                    <a:close/>
                    <a:moveTo>
                      <a:pt x="2320" y="156"/>
                    </a:moveTo>
                    <a:lnTo>
                      <a:pt x="2334" y="121"/>
                    </a:lnTo>
                    <a:lnTo>
                      <a:pt x="2315" y="114"/>
                    </a:lnTo>
                    <a:lnTo>
                      <a:pt x="2301" y="149"/>
                    </a:lnTo>
                    <a:lnTo>
                      <a:pt x="2320" y="156"/>
                    </a:lnTo>
                    <a:close/>
                    <a:moveTo>
                      <a:pt x="2289" y="225"/>
                    </a:moveTo>
                    <a:lnTo>
                      <a:pt x="2303" y="192"/>
                    </a:lnTo>
                    <a:lnTo>
                      <a:pt x="2287" y="182"/>
                    </a:lnTo>
                    <a:lnTo>
                      <a:pt x="2272" y="218"/>
                    </a:lnTo>
                    <a:lnTo>
                      <a:pt x="2289" y="225"/>
                    </a:lnTo>
                    <a:close/>
                    <a:moveTo>
                      <a:pt x="2261" y="296"/>
                    </a:moveTo>
                    <a:lnTo>
                      <a:pt x="2275" y="260"/>
                    </a:lnTo>
                    <a:lnTo>
                      <a:pt x="2258" y="253"/>
                    </a:lnTo>
                    <a:lnTo>
                      <a:pt x="2242" y="289"/>
                    </a:lnTo>
                    <a:lnTo>
                      <a:pt x="2261" y="296"/>
                    </a:lnTo>
                    <a:close/>
                    <a:moveTo>
                      <a:pt x="2230" y="364"/>
                    </a:moveTo>
                    <a:lnTo>
                      <a:pt x="2244" y="331"/>
                    </a:lnTo>
                    <a:lnTo>
                      <a:pt x="2227" y="322"/>
                    </a:lnTo>
                    <a:lnTo>
                      <a:pt x="2213" y="357"/>
                    </a:lnTo>
                    <a:lnTo>
                      <a:pt x="2230" y="364"/>
                    </a:lnTo>
                    <a:close/>
                    <a:moveTo>
                      <a:pt x="2201" y="435"/>
                    </a:moveTo>
                    <a:lnTo>
                      <a:pt x="2216" y="400"/>
                    </a:lnTo>
                    <a:lnTo>
                      <a:pt x="2199" y="393"/>
                    </a:lnTo>
                    <a:lnTo>
                      <a:pt x="2183" y="428"/>
                    </a:lnTo>
                    <a:lnTo>
                      <a:pt x="2201" y="435"/>
                    </a:lnTo>
                    <a:close/>
                    <a:moveTo>
                      <a:pt x="2171" y="504"/>
                    </a:moveTo>
                    <a:lnTo>
                      <a:pt x="2187" y="468"/>
                    </a:lnTo>
                    <a:lnTo>
                      <a:pt x="2168" y="461"/>
                    </a:lnTo>
                    <a:lnTo>
                      <a:pt x="2154" y="497"/>
                    </a:lnTo>
                    <a:lnTo>
                      <a:pt x="2171" y="504"/>
                    </a:lnTo>
                    <a:close/>
                    <a:moveTo>
                      <a:pt x="2142" y="575"/>
                    </a:moveTo>
                    <a:lnTo>
                      <a:pt x="2157" y="539"/>
                    </a:lnTo>
                    <a:lnTo>
                      <a:pt x="2140" y="532"/>
                    </a:lnTo>
                    <a:lnTo>
                      <a:pt x="2123" y="568"/>
                    </a:lnTo>
                    <a:lnTo>
                      <a:pt x="2142" y="575"/>
                    </a:lnTo>
                    <a:close/>
                    <a:moveTo>
                      <a:pt x="2112" y="643"/>
                    </a:moveTo>
                    <a:lnTo>
                      <a:pt x="2128" y="608"/>
                    </a:lnTo>
                    <a:lnTo>
                      <a:pt x="2109" y="601"/>
                    </a:lnTo>
                    <a:lnTo>
                      <a:pt x="2095" y="636"/>
                    </a:lnTo>
                    <a:lnTo>
                      <a:pt x="2112" y="643"/>
                    </a:lnTo>
                    <a:close/>
                    <a:moveTo>
                      <a:pt x="2083" y="714"/>
                    </a:moveTo>
                    <a:lnTo>
                      <a:pt x="2097" y="679"/>
                    </a:lnTo>
                    <a:lnTo>
                      <a:pt x="2081" y="672"/>
                    </a:lnTo>
                    <a:lnTo>
                      <a:pt x="2067" y="705"/>
                    </a:lnTo>
                    <a:lnTo>
                      <a:pt x="2083" y="714"/>
                    </a:lnTo>
                    <a:close/>
                    <a:moveTo>
                      <a:pt x="2053" y="783"/>
                    </a:moveTo>
                    <a:lnTo>
                      <a:pt x="2069" y="747"/>
                    </a:lnTo>
                    <a:lnTo>
                      <a:pt x="2050" y="740"/>
                    </a:lnTo>
                    <a:lnTo>
                      <a:pt x="2036" y="776"/>
                    </a:lnTo>
                    <a:lnTo>
                      <a:pt x="2053" y="783"/>
                    </a:lnTo>
                    <a:close/>
                    <a:moveTo>
                      <a:pt x="2024" y="854"/>
                    </a:moveTo>
                    <a:lnTo>
                      <a:pt x="2038" y="818"/>
                    </a:lnTo>
                    <a:lnTo>
                      <a:pt x="2022" y="811"/>
                    </a:lnTo>
                    <a:lnTo>
                      <a:pt x="2008" y="844"/>
                    </a:lnTo>
                    <a:lnTo>
                      <a:pt x="2024" y="854"/>
                    </a:lnTo>
                    <a:close/>
                    <a:moveTo>
                      <a:pt x="1996" y="922"/>
                    </a:moveTo>
                    <a:lnTo>
                      <a:pt x="2010" y="887"/>
                    </a:lnTo>
                    <a:lnTo>
                      <a:pt x="1991" y="880"/>
                    </a:lnTo>
                    <a:lnTo>
                      <a:pt x="1977" y="915"/>
                    </a:lnTo>
                    <a:lnTo>
                      <a:pt x="1996" y="922"/>
                    </a:lnTo>
                    <a:close/>
                    <a:moveTo>
                      <a:pt x="1965" y="993"/>
                    </a:moveTo>
                    <a:lnTo>
                      <a:pt x="1979" y="958"/>
                    </a:lnTo>
                    <a:lnTo>
                      <a:pt x="1963" y="951"/>
                    </a:lnTo>
                    <a:lnTo>
                      <a:pt x="1948" y="984"/>
                    </a:lnTo>
                    <a:lnTo>
                      <a:pt x="1965" y="993"/>
                    </a:lnTo>
                    <a:close/>
                    <a:moveTo>
                      <a:pt x="1937" y="1062"/>
                    </a:moveTo>
                    <a:lnTo>
                      <a:pt x="1951" y="1026"/>
                    </a:lnTo>
                    <a:lnTo>
                      <a:pt x="1932" y="1019"/>
                    </a:lnTo>
                    <a:lnTo>
                      <a:pt x="1918" y="1055"/>
                    </a:lnTo>
                    <a:lnTo>
                      <a:pt x="1937" y="1062"/>
                    </a:lnTo>
                    <a:close/>
                    <a:moveTo>
                      <a:pt x="1906" y="1130"/>
                    </a:moveTo>
                    <a:lnTo>
                      <a:pt x="1920" y="1097"/>
                    </a:lnTo>
                    <a:lnTo>
                      <a:pt x="1904" y="1090"/>
                    </a:lnTo>
                    <a:lnTo>
                      <a:pt x="1889" y="1123"/>
                    </a:lnTo>
                    <a:lnTo>
                      <a:pt x="1906" y="1130"/>
                    </a:lnTo>
                    <a:close/>
                    <a:moveTo>
                      <a:pt x="1878" y="1201"/>
                    </a:moveTo>
                    <a:lnTo>
                      <a:pt x="1892" y="1166"/>
                    </a:lnTo>
                    <a:lnTo>
                      <a:pt x="1875" y="1159"/>
                    </a:lnTo>
                    <a:lnTo>
                      <a:pt x="1859" y="1194"/>
                    </a:lnTo>
                    <a:lnTo>
                      <a:pt x="1878" y="1201"/>
                    </a:lnTo>
                    <a:close/>
                    <a:moveTo>
                      <a:pt x="1847" y="1270"/>
                    </a:moveTo>
                    <a:lnTo>
                      <a:pt x="1861" y="1237"/>
                    </a:lnTo>
                    <a:lnTo>
                      <a:pt x="1844" y="1230"/>
                    </a:lnTo>
                    <a:lnTo>
                      <a:pt x="1830" y="1263"/>
                    </a:lnTo>
                    <a:lnTo>
                      <a:pt x="1847" y="1270"/>
                    </a:lnTo>
                    <a:close/>
                    <a:moveTo>
                      <a:pt x="1818" y="1341"/>
                    </a:moveTo>
                    <a:lnTo>
                      <a:pt x="1833" y="1305"/>
                    </a:lnTo>
                    <a:lnTo>
                      <a:pt x="1816" y="1298"/>
                    </a:lnTo>
                    <a:lnTo>
                      <a:pt x="1800" y="1334"/>
                    </a:lnTo>
                    <a:lnTo>
                      <a:pt x="1818" y="1341"/>
                    </a:lnTo>
                    <a:close/>
                    <a:moveTo>
                      <a:pt x="1788" y="1409"/>
                    </a:moveTo>
                    <a:lnTo>
                      <a:pt x="1804" y="1376"/>
                    </a:lnTo>
                    <a:lnTo>
                      <a:pt x="1785" y="1367"/>
                    </a:lnTo>
                    <a:lnTo>
                      <a:pt x="1771" y="1402"/>
                    </a:lnTo>
                    <a:lnTo>
                      <a:pt x="1788" y="1409"/>
                    </a:lnTo>
                    <a:close/>
                    <a:moveTo>
                      <a:pt x="1759" y="1480"/>
                    </a:moveTo>
                    <a:lnTo>
                      <a:pt x="1774" y="1445"/>
                    </a:lnTo>
                    <a:lnTo>
                      <a:pt x="1757" y="1438"/>
                    </a:lnTo>
                    <a:lnTo>
                      <a:pt x="1740" y="1473"/>
                    </a:lnTo>
                    <a:lnTo>
                      <a:pt x="1759" y="1480"/>
                    </a:lnTo>
                    <a:close/>
                    <a:moveTo>
                      <a:pt x="1729" y="1549"/>
                    </a:moveTo>
                    <a:lnTo>
                      <a:pt x="1745" y="1516"/>
                    </a:lnTo>
                    <a:lnTo>
                      <a:pt x="1726" y="1506"/>
                    </a:lnTo>
                    <a:lnTo>
                      <a:pt x="1712" y="1542"/>
                    </a:lnTo>
                    <a:lnTo>
                      <a:pt x="1729" y="1549"/>
                    </a:lnTo>
                    <a:close/>
                    <a:moveTo>
                      <a:pt x="1700" y="1620"/>
                    </a:moveTo>
                    <a:lnTo>
                      <a:pt x="1714" y="1584"/>
                    </a:lnTo>
                    <a:lnTo>
                      <a:pt x="1698" y="1577"/>
                    </a:lnTo>
                    <a:lnTo>
                      <a:pt x="1684" y="1613"/>
                    </a:lnTo>
                    <a:lnTo>
                      <a:pt x="1700" y="1620"/>
                    </a:lnTo>
                    <a:close/>
                    <a:moveTo>
                      <a:pt x="1669" y="1688"/>
                    </a:moveTo>
                    <a:lnTo>
                      <a:pt x="1686" y="1655"/>
                    </a:lnTo>
                    <a:lnTo>
                      <a:pt x="1667" y="1646"/>
                    </a:lnTo>
                    <a:lnTo>
                      <a:pt x="1653" y="1681"/>
                    </a:lnTo>
                    <a:lnTo>
                      <a:pt x="1669" y="1688"/>
                    </a:lnTo>
                    <a:close/>
                    <a:moveTo>
                      <a:pt x="1641" y="1759"/>
                    </a:moveTo>
                    <a:lnTo>
                      <a:pt x="1655" y="1724"/>
                    </a:lnTo>
                    <a:lnTo>
                      <a:pt x="1639" y="1717"/>
                    </a:lnTo>
                    <a:lnTo>
                      <a:pt x="1625" y="1752"/>
                    </a:lnTo>
                    <a:lnTo>
                      <a:pt x="1641" y="1759"/>
                    </a:lnTo>
                    <a:close/>
                    <a:moveTo>
                      <a:pt x="1613" y="1828"/>
                    </a:moveTo>
                    <a:lnTo>
                      <a:pt x="1627" y="1792"/>
                    </a:lnTo>
                    <a:lnTo>
                      <a:pt x="1608" y="1785"/>
                    </a:lnTo>
                    <a:lnTo>
                      <a:pt x="1594" y="1821"/>
                    </a:lnTo>
                    <a:lnTo>
                      <a:pt x="1613" y="1828"/>
                    </a:lnTo>
                    <a:close/>
                    <a:moveTo>
                      <a:pt x="1582" y="1899"/>
                    </a:moveTo>
                    <a:lnTo>
                      <a:pt x="1596" y="1863"/>
                    </a:lnTo>
                    <a:lnTo>
                      <a:pt x="1580" y="1856"/>
                    </a:lnTo>
                    <a:lnTo>
                      <a:pt x="1565" y="1892"/>
                    </a:lnTo>
                    <a:lnTo>
                      <a:pt x="1582" y="1899"/>
                    </a:lnTo>
                    <a:close/>
                    <a:moveTo>
                      <a:pt x="1554" y="1967"/>
                    </a:moveTo>
                    <a:lnTo>
                      <a:pt x="1568" y="1932"/>
                    </a:lnTo>
                    <a:lnTo>
                      <a:pt x="1549" y="1925"/>
                    </a:lnTo>
                    <a:lnTo>
                      <a:pt x="1535" y="1960"/>
                    </a:lnTo>
                    <a:lnTo>
                      <a:pt x="1554" y="1967"/>
                    </a:lnTo>
                    <a:close/>
                    <a:moveTo>
                      <a:pt x="1495" y="1960"/>
                    </a:moveTo>
                    <a:lnTo>
                      <a:pt x="1521" y="1989"/>
                    </a:lnTo>
                    <a:lnTo>
                      <a:pt x="1532" y="1977"/>
                    </a:lnTo>
                    <a:lnTo>
                      <a:pt x="1506" y="1948"/>
                    </a:lnTo>
                    <a:lnTo>
                      <a:pt x="1495" y="1960"/>
                    </a:lnTo>
                    <a:close/>
                    <a:moveTo>
                      <a:pt x="1443" y="1906"/>
                    </a:moveTo>
                    <a:lnTo>
                      <a:pt x="1469" y="1934"/>
                    </a:lnTo>
                    <a:lnTo>
                      <a:pt x="1483" y="1920"/>
                    </a:lnTo>
                    <a:lnTo>
                      <a:pt x="1457" y="1892"/>
                    </a:lnTo>
                    <a:lnTo>
                      <a:pt x="1443" y="1906"/>
                    </a:lnTo>
                    <a:close/>
                    <a:moveTo>
                      <a:pt x="1390" y="1849"/>
                    </a:moveTo>
                    <a:lnTo>
                      <a:pt x="1417" y="1877"/>
                    </a:lnTo>
                    <a:lnTo>
                      <a:pt x="1431" y="1866"/>
                    </a:lnTo>
                    <a:lnTo>
                      <a:pt x="1405" y="1837"/>
                    </a:lnTo>
                    <a:lnTo>
                      <a:pt x="1390" y="1849"/>
                    </a:lnTo>
                    <a:close/>
                    <a:moveTo>
                      <a:pt x="1338" y="1795"/>
                    </a:moveTo>
                    <a:lnTo>
                      <a:pt x="1364" y="1823"/>
                    </a:lnTo>
                    <a:lnTo>
                      <a:pt x="1379" y="1809"/>
                    </a:lnTo>
                    <a:lnTo>
                      <a:pt x="1353" y="1781"/>
                    </a:lnTo>
                    <a:lnTo>
                      <a:pt x="1338" y="1795"/>
                    </a:lnTo>
                    <a:close/>
                    <a:moveTo>
                      <a:pt x="1286" y="1738"/>
                    </a:moveTo>
                    <a:lnTo>
                      <a:pt x="1312" y="1766"/>
                    </a:lnTo>
                    <a:lnTo>
                      <a:pt x="1327" y="1754"/>
                    </a:lnTo>
                    <a:lnTo>
                      <a:pt x="1301" y="1726"/>
                    </a:lnTo>
                    <a:lnTo>
                      <a:pt x="1286" y="1738"/>
                    </a:lnTo>
                    <a:close/>
                    <a:moveTo>
                      <a:pt x="1237" y="1684"/>
                    </a:moveTo>
                    <a:lnTo>
                      <a:pt x="1263" y="1712"/>
                    </a:lnTo>
                    <a:lnTo>
                      <a:pt x="1275" y="1698"/>
                    </a:lnTo>
                    <a:lnTo>
                      <a:pt x="1251" y="1672"/>
                    </a:lnTo>
                    <a:lnTo>
                      <a:pt x="1237" y="1684"/>
                    </a:lnTo>
                    <a:close/>
                    <a:moveTo>
                      <a:pt x="1185" y="1629"/>
                    </a:moveTo>
                    <a:lnTo>
                      <a:pt x="1211" y="1655"/>
                    </a:lnTo>
                    <a:lnTo>
                      <a:pt x="1225" y="1643"/>
                    </a:lnTo>
                    <a:lnTo>
                      <a:pt x="1199" y="1615"/>
                    </a:lnTo>
                    <a:lnTo>
                      <a:pt x="1185" y="1629"/>
                    </a:lnTo>
                    <a:close/>
                    <a:moveTo>
                      <a:pt x="1133" y="1572"/>
                    </a:moveTo>
                    <a:lnTo>
                      <a:pt x="1159" y="1601"/>
                    </a:lnTo>
                    <a:lnTo>
                      <a:pt x="1173" y="1587"/>
                    </a:lnTo>
                    <a:lnTo>
                      <a:pt x="1147" y="1561"/>
                    </a:lnTo>
                    <a:lnTo>
                      <a:pt x="1133" y="1572"/>
                    </a:lnTo>
                    <a:close/>
                    <a:moveTo>
                      <a:pt x="1081" y="1518"/>
                    </a:moveTo>
                    <a:lnTo>
                      <a:pt x="1107" y="1544"/>
                    </a:lnTo>
                    <a:lnTo>
                      <a:pt x="1121" y="1532"/>
                    </a:lnTo>
                    <a:lnTo>
                      <a:pt x="1095" y="1504"/>
                    </a:lnTo>
                    <a:lnTo>
                      <a:pt x="1081" y="1518"/>
                    </a:lnTo>
                    <a:close/>
                    <a:moveTo>
                      <a:pt x="1031" y="1461"/>
                    </a:moveTo>
                    <a:lnTo>
                      <a:pt x="1055" y="1490"/>
                    </a:lnTo>
                    <a:lnTo>
                      <a:pt x="1069" y="1478"/>
                    </a:lnTo>
                    <a:lnTo>
                      <a:pt x="1043" y="1450"/>
                    </a:lnTo>
                    <a:lnTo>
                      <a:pt x="1031" y="1461"/>
                    </a:lnTo>
                    <a:close/>
                    <a:moveTo>
                      <a:pt x="979" y="1407"/>
                    </a:moveTo>
                    <a:lnTo>
                      <a:pt x="1005" y="1435"/>
                    </a:lnTo>
                    <a:lnTo>
                      <a:pt x="1019" y="1421"/>
                    </a:lnTo>
                    <a:lnTo>
                      <a:pt x="993" y="1393"/>
                    </a:lnTo>
                    <a:lnTo>
                      <a:pt x="979" y="1407"/>
                    </a:lnTo>
                    <a:close/>
                    <a:moveTo>
                      <a:pt x="927" y="1350"/>
                    </a:moveTo>
                    <a:lnTo>
                      <a:pt x="953" y="1379"/>
                    </a:lnTo>
                    <a:lnTo>
                      <a:pt x="967" y="1367"/>
                    </a:lnTo>
                    <a:lnTo>
                      <a:pt x="941" y="1338"/>
                    </a:lnTo>
                    <a:lnTo>
                      <a:pt x="927" y="1350"/>
                    </a:lnTo>
                    <a:close/>
                    <a:moveTo>
                      <a:pt x="875" y="1296"/>
                    </a:moveTo>
                    <a:lnTo>
                      <a:pt x="901" y="1324"/>
                    </a:lnTo>
                    <a:lnTo>
                      <a:pt x="915" y="1310"/>
                    </a:lnTo>
                    <a:lnTo>
                      <a:pt x="889" y="1282"/>
                    </a:lnTo>
                    <a:lnTo>
                      <a:pt x="875" y="1296"/>
                    </a:lnTo>
                    <a:close/>
                    <a:moveTo>
                      <a:pt x="823" y="1241"/>
                    </a:moveTo>
                    <a:lnTo>
                      <a:pt x="849" y="1267"/>
                    </a:lnTo>
                    <a:lnTo>
                      <a:pt x="863" y="1256"/>
                    </a:lnTo>
                    <a:lnTo>
                      <a:pt x="837" y="1227"/>
                    </a:lnTo>
                    <a:lnTo>
                      <a:pt x="823" y="1241"/>
                    </a:lnTo>
                    <a:close/>
                    <a:moveTo>
                      <a:pt x="773" y="1185"/>
                    </a:moveTo>
                    <a:lnTo>
                      <a:pt x="799" y="1213"/>
                    </a:lnTo>
                    <a:lnTo>
                      <a:pt x="811" y="1199"/>
                    </a:lnTo>
                    <a:lnTo>
                      <a:pt x="788" y="1173"/>
                    </a:lnTo>
                    <a:lnTo>
                      <a:pt x="773" y="1185"/>
                    </a:lnTo>
                    <a:close/>
                    <a:moveTo>
                      <a:pt x="721" y="1130"/>
                    </a:moveTo>
                    <a:lnTo>
                      <a:pt x="747" y="1156"/>
                    </a:lnTo>
                    <a:lnTo>
                      <a:pt x="762" y="1145"/>
                    </a:lnTo>
                    <a:lnTo>
                      <a:pt x="736" y="1116"/>
                    </a:lnTo>
                    <a:lnTo>
                      <a:pt x="721" y="1130"/>
                    </a:lnTo>
                    <a:close/>
                    <a:moveTo>
                      <a:pt x="669" y="1074"/>
                    </a:moveTo>
                    <a:lnTo>
                      <a:pt x="695" y="1102"/>
                    </a:lnTo>
                    <a:lnTo>
                      <a:pt x="710" y="1088"/>
                    </a:lnTo>
                    <a:lnTo>
                      <a:pt x="684" y="1062"/>
                    </a:lnTo>
                    <a:lnTo>
                      <a:pt x="669" y="1074"/>
                    </a:lnTo>
                    <a:close/>
                    <a:moveTo>
                      <a:pt x="617" y="1019"/>
                    </a:moveTo>
                    <a:lnTo>
                      <a:pt x="643" y="1045"/>
                    </a:lnTo>
                    <a:lnTo>
                      <a:pt x="658" y="1033"/>
                    </a:lnTo>
                    <a:lnTo>
                      <a:pt x="632" y="1005"/>
                    </a:lnTo>
                    <a:lnTo>
                      <a:pt x="617" y="1019"/>
                    </a:lnTo>
                    <a:close/>
                    <a:moveTo>
                      <a:pt x="568" y="962"/>
                    </a:moveTo>
                    <a:lnTo>
                      <a:pt x="591" y="991"/>
                    </a:lnTo>
                    <a:lnTo>
                      <a:pt x="606" y="979"/>
                    </a:lnTo>
                    <a:lnTo>
                      <a:pt x="580" y="951"/>
                    </a:lnTo>
                    <a:lnTo>
                      <a:pt x="568" y="962"/>
                    </a:lnTo>
                    <a:close/>
                    <a:moveTo>
                      <a:pt x="516" y="908"/>
                    </a:moveTo>
                    <a:lnTo>
                      <a:pt x="542" y="936"/>
                    </a:lnTo>
                    <a:lnTo>
                      <a:pt x="553" y="922"/>
                    </a:lnTo>
                    <a:lnTo>
                      <a:pt x="530" y="894"/>
                    </a:lnTo>
                    <a:lnTo>
                      <a:pt x="516" y="908"/>
                    </a:lnTo>
                    <a:close/>
                    <a:moveTo>
                      <a:pt x="464" y="851"/>
                    </a:moveTo>
                    <a:lnTo>
                      <a:pt x="490" y="880"/>
                    </a:lnTo>
                    <a:lnTo>
                      <a:pt x="504" y="868"/>
                    </a:lnTo>
                    <a:lnTo>
                      <a:pt x="478" y="840"/>
                    </a:lnTo>
                    <a:lnTo>
                      <a:pt x="464" y="851"/>
                    </a:lnTo>
                    <a:close/>
                    <a:moveTo>
                      <a:pt x="412" y="797"/>
                    </a:moveTo>
                    <a:lnTo>
                      <a:pt x="438" y="825"/>
                    </a:lnTo>
                    <a:lnTo>
                      <a:pt x="452" y="811"/>
                    </a:lnTo>
                    <a:lnTo>
                      <a:pt x="426" y="785"/>
                    </a:lnTo>
                    <a:lnTo>
                      <a:pt x="412" y="797"/>
                    </a:lnTo>
                    <a:close/>
                    <a:moveTo>
                      <a:pt x="360" y="743"/>
                    </a:moveTo>
                    <a:lnTo>
                      <a:pt x="386" y="769"/>
                    </a:lnTo>
                    <a:lnTo>
                      <a:pt x="400" y="757"/>
                    </a:lnTo>
                    <a:lnTo>
                      <a:pt x="374" y="728"/>
                    </a:lnTo>
                    <a:lnTo>
                      <a:pt x="360" y="743"/>
                    </a:lnTo>
                    <a:close/>
                    <a:moveTo>
                      <a:pt x="310" y="686"/>
                    </a:moveTo>
                    <a:lnTo>
                      <a:pt x="334" y="714"/>
                    </a:lnTo>
                    <a:lnTo>
                      <a:pt x="348" y="700"/>
                    </a:lnTo>
                    <a:lnTo>
                      <a:pt x="322" y="674"/>
                    </a:lnTo>
                    <a:lnTo>
                      <a:pt x="310" y="686"/>
                    </a:lnTo>
                    <a:close/>
                    <a:moveTo>
                      <a:pt x="258" y="631"/>
                    </a:moveTo>
                    <a:lnTo>
                      <a:pt x="284" y="657"/>
                    </a:lnTo>
                    <a:lnTo>
                      <a:pt x="298" y="646"/>
                    </a:lnTo>
                    <a:lnTo>
                      <a:pt x="272" y="617"/>
                    </a:lnTo>
                    <a:lnTo>
                      <a:pt x="258" y="631"/>
                    </a:lnTo>
                    <a:close/>
                    <a:moveTo>
                      <a:pt x="206" y="575"/>
                    </a:moveTo>
                    <a:lnTo>
                      <a:pt x="232" y="603"/>
                    </a:lnTo>
                    <a:lnTo>
                      <a:pt x="246" y="589"/>
                    </a:lnTo>
                    <a:lnTo>
                      <a:pt x="220" y="563"/>
                    </a:lnTo>
                    <a:lnTo>
                      <a:pt x="206" y="575"/>
                    </a:lnTo>
                    <a:close/>
                    <a:moveTo>
                      <a:pt x="154" y="520"/>
                    </a:moveTo>
                    <a:lnTo>
                      <a:pt x="180" y="546"/>
                    </a:lnTo>
                    <a:lnTo>
                      <a:pt x="194" y="535"/>
                    </a:lnTo>
                    <a:lnTo>
                      <a:pt x="168" y="506"/>
                    </a:lnTo>
                    <a:lnTo>
                      <a:pt x="154" y="520"/>
                    </a:lnTo>
                    <a:close/>
                    <a:moveTo>
                      <a:pt x="102" y="464"/>
                    </a:moveTo>
                    <a:lnTo>
                      <a:pt x="128" y="492"/>
                    </a:lnTo>
                    <a:lnTo>
                      <a:pt x="142" y="480"/>
                    </a:lnTo>
                    <a:lnTo>
                      <a:pt x="116" y="452"/>
                    </a:lnTo>
                    <a:lnTo>
                      <a:pt x="102" y="464"/>
                    </a:lnTo>
                    <a:close/>
                    <a:moveTo>
                      <a:pt x="52" y="409"/>
                    </a:moveTo>
                    <a:lnTo>
                      <a:pt x="78" y="438"/>
                    </a:lnTo>
                    <a:lnTo>
                      <a:pt x="90" y="423"/>
                    </a:lnTo>
                    <a:lnTo>
                      <a:pt x="66" y="395"/>
                    </a:lnTo>
                    <a:lnTo>
                      <a:pt x="52" y="409"/>
                    </a:lnTo>
                    <a:close/>
                    <a:moveTo>
                      <a:pt x="0" y="352"/>
                    </a:moveTo>
                    <a:lnTo>
                      <a:pt x="26" y="381"/>
                    </a:lnTo>
                    <a:lnTo>
                      <a:pt x="40" y="369"/>
                    </a:lnTo>
                    <a:lnTo>
                      <a:pt x="14" y="341"/>
                    </a:lnTo>
                    <a:lnTo>
                      <a:pt x="0" y="352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22"/>
              <p:cNvSpPr>
                <a:spLocks noEditPoints="1"/>
              </p:cNvSpPr>
              <p:nvPr/>
            </p:nvSpPr>
            <p:spPr bwMode="auto">
              <a:xfrm>
                <a:off x="3407407" y="828031"/>
                <a:ext cx="4292136" cy="5219244"/>
              </a:xfrm>
              <a:custGeom>
                <a:avLst/>
                <a:gdLst>
                  <a:gd name="T0" fmla="*/ 1533262 w 5162"/>
                  <a:gd name="T1" fmla="*/ 4723678 h 6277"/>
                  <a:gd name="T2" fmla="*/ 1716189 w 5162"/>
                  <a:gd name="T3" fmla="*/ 4772735 h 6277"/>
                  <a:gd name="T4" fmla="*/ 1897453 w 5162"/>
                  <a:gd name="T5" fmla="*/ 4821793 h 6277"/>
                  <a:gd name="T6" fmla="*/ 2080381 w 5162"/>
                  <a:gd name="T7" fmla="*/ 4873345 h 6277"/>
                  <a:gd name="T8" fmla="*/ 2263308 w 5162"/>
                  <a:gd name="T9" fmla="*/ 4922403 h 6277"/>
                  <a:gd name="T10" fmla="*/ 2443740 w 5162"/>
                  <a:gd name="T11" fmla="*/ 4971461 h 6277"/>
                  <a:gd name="T12" fmla="*/ 2626667 w 5162"/>
                  <a:gd name="T13" fmla="*/ 5022182 h 6277"/>
                  <a:gd name="T14" fmla="*/ 2809595 w 5162"/>
                  <a:gd name="T15" fmla="*/ 5071239 h 6277"/>
                  <a:gd name="T16" fmla="*/ 2990027 w 5162"/>
                  <a:gd name="T17" fmla="*/ 5121129 h 6277"/>
                  <a:gd name="T18" fmla="*/ 3172954 w 5162"/>
                  <a:gd name="T19" fmla="*/ 5170186 h 6277"/>
                  <a:gd name="T20" fmla="*/ 3271901 w 5162"/>
                  <a:gd name="T21" fmla="*/ 5199288 h 6277"/>
                  <a:gd name="T22" fmla="*/ 3247788 w 5162"/>
                  <a:gd name="T23" fmla="*/ 5010541 h 6277"/>
                  <a:gd name="T24" fmla="*/ 3222012 w 5162"/>
                  <a:gd name="T25" fmla="*/ 4824288 h 6277"/>
                  <a:gd name="T26" fmla="*/ 3197068 w 5162"/>
                  <a:gd name="T27" fmla="*/ 4637203 h 6277"/>
                  <a:gd name="T28" fmla="*/ 3171291 w 5162"/>
                  <a:gd name="T29" fmla="*/ 4450119 h 6277"/>
                  <a:gd name="T30" fmla="*/ 3145515 w 5162"/>
                  <a:gd name="T31" fmla="*/ 4263865 h 6277"/>
                  <a:gd name="T32" fmla="*/ 3119739 w 5162"/>
                  <a:gd name="T33" fmla="*/ 4076781 h 6277"/>
                  <a:gd name="T34" fmla="*/ 3094795 w 5162"/>
                  <a:gd name="T35" fmla="*/ 3890528 h 6277"/>
                  <a:gd name="T36" fmla="*/ 3070682 w 5162"/>
                  <a:gd name="T37" fmla="*/ 3703443 h 6277"/>
                  <a:gd name="T38" fmla="*/ 3126391 w 5162"/>
                  <a:gd name="T39" fmla="*/ 3530494 h 6277"/>
                  <a:gd name="T40" fmla="*/ 3240305 w 5162"/>
                  <a:gd name="T41" fmla="*/ 3379163 h 6277"/>
                  <a:gd name="T42" fmla="*/ 3354219 w 5162"/>
                  <a:gd name="T43" fmla="*/ 3229496 h 6277"/>
                  <a:gd name="T44" fmla="*/ 3466469 w 5162"/>
                  <a:gd name="T45" fmla="*/ 3078165 h 6277"/>
                  <a:gd name="T46" fmla="*/ 3580383 w 5162"/>
                  <a:gd name="T47" fmla="*/ 2928497 h 6277"/>
                  <a:gd name="T48" fmla="*/ 3694297 w 5162"/>
                  <a:gd name="T49" fmla="*/ 2777167 h 6277"/>
                  <a:gd name="T50" fmla="*/ 3808211 w 5162"/>
                  <a:gd name="T51" fmla="*/ 2628330 h 6277"/>
                  <a:gd name="T52" fmla="*/ 3922124 w 5162"/>
                  <a:gd name="T53" fmla="*/ 2477000 h 6277"/>
                  <a:gd name="T54" fmla="*/ 4036038 w 5162"/>
                  <a:gd name="T55" fmla="*/ 2325669 h 6277"/>
                  <a:gd name="T56" fmla="*/ 4149952 w 5162"/>
                  <a:gd name="T57" fmla="*/ 2176002 h 6277"/>
                  <a:gd name="T58" fmla="*/ 4264697 w 5162"/>
                  <a:gd name="T59" fmla="*/ 2024671 h 6277"/>
                  <a:gd name="T60" fmla="*/ 4213145 w 5162"/>
                  <a:gd name="T61" fmla="*/ 1863362 h 6277"/>
                  <a:gd name="T62" fmla="*/ 4136648 w 5162"/>
                  <a:gd name="T63" fmla="*/ 1690413 h 6277"/>
                  <a:gd name="T64" fmla="*/ 4060151 w 5162"/>
                  <a:gd name="T65" fmla="*/ 1519127 h 6277"/>
                  <a:gd name="T66" fmla="*/ 3982823 w 5162"/>
                  <a:gd name="T67" fmla="*/ 1346177 h 6277"/>
                  <a:gd name="T68" fmla="*/ 3906326 w 5162"/>
                  <a:gd name="T69" fmla="*/ 1173228 h 6277"/>
                  <a:gd name="T70" fmla="*/ 3829829 w 5162"/>
                  <a:gd name="T71" fmla="*/ 1001942 h 6277"/>
                  <a:gd name="T72" fmla="*/ 3753332 w 5162"/>
                  <a:gd name="T73" fmla="*/ 828993 h 6277"/>
                  <a:gd name="T74" fmla="*/ 3676836 w 5162"/>
                  <a:gd name="T75" fmla="*/ 656043 h 6277"/>
                  <a:gd name="T76" fmla="*/ 3599507 w 5162"/>
                  <a:gd name="T77" fmla="*/ 483094 h 6277"/>
                  <a:gd name="T78" fmla="*/ 3542966 w 5162"/>
                  <a:gd name="T79" fmla="*/ 318460 h 6277"/>
                  <a:gd name="T80" fmla="*/ 3364196 w 5162"/>
                  <a:gd name="T81" fmla="*/ 300167 h 6277"/>
                  <a:gd name="T82" fmla="*/ 3175449 w 5162"/>
                  <a:gd name="T83" fmla="*/ 281043 h 6277"/>
                  <a:gd name="T84" fmla="*/ 2988364 w 5162"/>
                  <a:gd name="T85" fmla="*/ 261087 h 6277"/>
                  <a:gd name="T86" fmla="*/ 2799617 w 5162"/>
                  <a:gd name="T87" fmla="*/ 243626 h 6277"/>
                  <a:gd name="T88" fmla="*/ 2612532 w 5162"/>
                  <a:gd name="T89" fmla="*/ 223670 h 6277"/>
                  <a:gd name="T90" fmla="*/ 2423785 w 5162"/>
                  <a:gd name="T91" fmla="*/ 206209 h 6277"/>
                  <a:gd name="T92" fmla="*/ 2237532 w 5162"/>
                  <a:gd name="T93" fmla="*/ 186253 h 6277"/>
                  <a:gd name="T94" fmla="*/ 2048784 w 5162"/>
                  <a:gd name="T95" fmla="*/ 167129 h 6277"/>
                  <a:gd name="T96" fmla="*/ 1861699 w 5162"/>
                  <a:gd name="T97" fmla="*/ 148836 h 6277"/>
                  <a:gd name="T98" fmla="*/ 1672952 w 5162"/>
                  <a:gd name="T99" fmla="*/ 129712 h 6277"/>
                  <a:gd name="T100" fmla="*/ 1484204 w 5162"/>
                  <a:gd name="T101" fmla="*/ 111419 h 6277"/>
                  <a:gd name="T102" fmla="*/ 1297951 w 5162"/>
                  <a:gd name="T103" fmla="*/ 92295 h 6277"/>
                  <a:gd name="T104" fmla="*/ 1109204 w 5162"/>
                  <a:gd name="T105" fmla="*/ 72339 h 6277"/>
                  <a:gd name="T106" fmla="*/ 922119 w 5162"/>
                  <a:gd name="T107" fmla="*/ 54878 h 6277"/>
                  <a:gd name="T108" fmla="*/ 733372 w 5162"/>
                  <a:gd name="T109" fmla="*/ 34922 h 6277"/>
                  <a:gd name="T110" fmla="*/ 546287 w 5162"/>
                  <a:gd name="T111" fmla="*/ 15798 h 6277"/>
                  <a:gd name="T112" fmla="*/ 361697 w 5162"/>
                  <a:gd name="T113" fmla="*/ 21619 h 6277"/>
                  <a:gd name="T114" fmla="*/ 302661 w 5162"/>
                  <a:gd name="T115" fmla="*/ 200388 h 6277"/>
                  <a:gd name="T116" fmla="*/ 243626 w 5162"/>
                  <a:gd name="T117" fmla="*/ 380821 h 6277"/>
                  <a:gd name="T118" fmla="*/ 184590 w 5162"/>
                  <a:gd name="T119" fmla="*/ 560422 h 6277"/>
                  <a:gd name="T120" fmla="*/ 128049 w 5162"/>
                  <a:gd name="T121" fmla="*/ 739192 h 6277"/>
                  <a:gd name="T122" fmla="*/ 69013 w 5162"/>
                  <a:gd name="T123" fmla="*/ 917962 h 6277"/>
                  <a:gd name="T124" fmla="*/ 9978 w 5162"/>
                  <a:gd name="T125" fmla="*/ 1096731 h 6277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162" h="6277">
                    <a:moveTo>
                      <a:pt x="1698" y="5641"/>
                    </a:moveTo>
                    <a:lnTo>
                      <a:pt x="1662" y="5631"/>
                    </a:lnTo>
                    <a:lnTo>
                      <a:pt x="1658" y="5650"/>
                    </a:lnTo>
                    <a:lnTo>
                      <a:pt x="1693" y="5660"/>
                    </a:lnTo>
                    <a:lnTo>
                      <a:pt x="1698" y="5641"/>
                    </a:lnTo>
                    <a:close/>
                    <a:moveTo>
                      <a:pt x="1771" y="5662"/>
                    </a:moveTo>
                    <a:lnTo>
                      <a:pt x="1736" y="5650"/>
                    </a:lnTo>
                    <a:lnTo>
                      <a:pt x="1731" y="5669"/>
                    </a:lnTo>
                    <a:lnTo>
                      <a:pt x="1766" y="5679"/>
                    </a:lnTo>
                    <a:lnTo>
                      <a:pt x="1771" y="5662"/>
                    </a:lnTo>
                    <a:close/>
                    <a:moveTo>
                      <a:pt x="1844" y="5681"/>
                    </a:moveTo>
                    <a:lnTo>
                      <a:pt x="1809" y="5672"/>
                    </a:lnTo>
                    <a:lnTo>
                      <a:pt x="1804" y="5688"/>
                    </a:lnTo>
                    <a:lnTo>
                      <a:pt x="1840" y="5700"/>
                    </a:lnTo>
                    <a:lnTo>
                      <a:pt x="1844" y="5681"/>
                    </a:lnTo>
                    <a:close/>
                    <a:moveTo>
                      <a:pt x="1918" y="5700"/>
                    </a:moveTo>
                    <a:lnTo>
                      <a:pt x="1882" y="5690"/>
                    </a:lnTo>
                    <a:lnTo>
                      <a:pt x="1878" y="5709"/>
                    </a:lnTo>
                    <a:lnTo>
                      <a:pt x="1913" y="5719"/>
                    </a:lnTo>
                    <a:lnTo>
                      <a:pt x="1918" y="5700"/>
                    </a:lnTo>
                    <a:close/>
                    <a:moveTo>
                      <a:pt x="1991" y="5721"/>
                    </a:moveTo>
                    <a:lnTo>
                      <a:pt x="1956" y="5712"/>
                    </a:lnTo>
                    <a:lnTo>
                      <a:pt x="1948" y="5728"/>
                    </a:lnTo>
                    <a:lnTo>
                      <a:pt x="1986" y="5740"/>
                    </a:lnTo>
                    <a:lnTo>
                      <a:pt x="1991" y="5721"/>
                    </a:lnTo>
                    <a:close/>
                    <a:moveTo>
                      <a:pt x="2064" y="5740"/>
                    </a:moveTo>
                    <a:lnTo>
                      <a:pt x="2026" y="5731"/>
                    </a:lnTo>
                    <a:lnTo>
                      <a:pt x="2022" y="5750"/>
                    </a:lnTo>
                    <a:lnTo>
                      <a:pt x="2060" y="5759"/>
                    </a:lnTo>
                    <a:lnTo>
                      <a:pt x="2064" y="5740"/>
                    </a:lnTo>
                    <a:close/>
                    <a:moveTo>
                      <a:pt x="2138" y="5761"/>
                    </a:moveTo>
                    <a:lnTo>
                      <a:pt x="2100" y="5750"/>
                    </a:lnTo>
                    <a:lnTo>
                      <a:pt x="2095" y="5768"/>
                    </a:lnTo>
                    <a:lnTo>
                      <a:pt x="2133" y="5778"/>
                    </a:lnTo>
                    <a:lnTo>
                      <a:pt x="2138" y="5761"/>
                    </a:lnTo>
                    <a:close/>
                    <a:moveTo>
                      <a:pt x="2211" y="5780"/>
                    </a:moveTo>
                    <a:lnTo>
                      <a:pt x="2173" y="5771"/>
                    </a:lnTo>
                    <a:lnTo>
                      <a:pt x="2168" y="5790"/>
                    </a:lnTo>
                    <a:lnTo>
                      <a:pt x="2204" y="5799"/>
                    </a:lnTo>
                    <a:lnTo>
                      <a:pt x="2211" y="5780"/>
                    </a:lnTo>
                    <a:close/>
                    <a:moveTo>
                      <a:pt x="2282" y="5799"/>
                    </a:moveTo>
                    <a:lnTo>
                      <a:pt x="2246" y="5790"/>
                    </a:lnTo>
                    <a:lnTo>
                      <a:pt x="2242" y="5809"/>
                    </a:lnTo>
                    <a:lnTo>
                      <a:pt x="2277" y="5818"/>
                    </a:lnTo>
                    <a:lnTo>
                      <a:pt x="2282" y="5799"/>
                    </a:lnTo>
                    <a:close/>
                    <a:moveTo>
                      <a:pt x="2355" y="5820"/>
                    </a:moveTo>
                    <a:lnTo>
                      <a:pt x="2320" y="5811"/>
                    </a:lnTo>
                    <a:lnTo>
                      <a:pt x="2315" y="5828"/>
                    </a:lnTo>
                    <a:lnTo>
                      <a:pt x="2350" y="5839"/>
                    </a:lnTo>
                    <a:lnTo>
                      <a:pt x="2355" y="5820"/>
                    </a:lnTo>
                    <a:close/>
                    <a:moveTo>
                      <a:pt x="2428" y="5839"/>
                    </a:moveTo>
                    <a:lnTo>
                      <a:pt x="2393" y="5830"/>
                    </a:lnTo>
                    <a:lnTo>
                      <a:pt x="2388" y="5849"/>
                    </a:lnTo>
                    <a:lnTo>
                      <a:pt x="2424" y="5858"/>
                    </a:lnTo>
                    <a:lnTo>
                      <a:pt x="2428" y="5839"/>
                    </a:lnTo>
                    <a:close/>
                    <a:moveTo>
                      <a:pt x="2502" y="5861"/>
                    </a:moveTo>
                    <a:lnTo>
                      <a:pt x="2466" y="5851"/>
                    </a:lnTo>
                    <a:lnTo>
                      <a:pt x="2462" y="5868"/>
                    </a:lnTo>
                    <a:lnTo>
                      <a:pt x="2497" y="5877"/>
                    </a:lnTo>
                    <a:lnTo>
                      <a:pt x="2502" y="5861"/>
                    </a:lnTo>
                    <a:close/>
                    <a:moveTo>
                      <a:pt x="2575" y="5880"/>
                    </a:moveTo>
                    <a:lnTo>
                      <a:pt x="2537" y="5870"/>
                    </a:lnTo>
                    <a:lnTo>
                      <a:pt x="2532" y="5889"/>
                    </a:lnTo>
                    <a:lnTo>
                      <a:pt x="2570" y="5899"/>
                    </a:lnTo>
                    <a:lnTo>
                      <a:pt x="2575" y="5880"/>
                    </a:lnTo>
                    <a:close/>
                    <a:moveTo>
                      <a:pt x="2648" y="5901"/>
                    </a:moveTo>
                    <a:lnTo>
                      <a:pt x="2610" y="5889"/>
                    </a:lnTo>
                    <a:lnTo>
                      <a:pt x="2606" y="5908"/>
                    </a:lnTo>
                    <a:lnTo>
                      <a:pt x="2644" y="5917"/>
                    </a:lnTo>
                    <a:lnTo>
                      <a:pt x="2648" y="5901"/>
                    </a:lnTo>
                    <a:close/>
                    <a:moveTo>
                      <a:pt x="2722" y="5920"/>
                    </a:moveTo>
                    <a:lnTo>
                      <a:pt x="2684" y="5910"/>
                    </a:lnTo>
                    <a:lnTo>
                      <a:pt x="2679" y="5929"/>
                    </a:lnTo>
                    <a:lnTo>
                      <a:pt x="2717" y="5939"/>
                    </a:lnTo>
                    <a:lnTo>
                      <a:pt x="2722" y="5920"/>
                    </a:lnTo>
                    <a:close/>
                    <a:moveTo>
                      <a:pt x="2795" y="5939"/>
                    </a:moveTo>
                    <a:lnTo>
                      <a:pt x="2757" y="5929"/>
                    </a:lnTo>
                    <a:lnTo>
                      <a:pt x="2752" y="5948"/>
                    </a:lnTo>
                    <a:lnTo>
                      <a:pt x="2788" y="5958"/>
                    </a:lnTo>
                    <a:lnTo>
                      <a:pt x="2795" y="5939"/>
                    </a:lnTo>
                    <a:close/>
                    <a:moveTo>
                      <a:pt x="2866" y="5960"/>
                    </a:moveTo>
                    <a:lnTo>
                      <a:pt x="2830" y="5951"/>
                    </a:lnTo>
                    <a:lnTo>
                      <a:pt x="2826" y="5967"/>
                    </a:lnTo>
                    <a:lnTo>
                      <a:pt x="2861" y="5979"/>
                    </a:lnTo>
                    <a:lnTo>
                      <a:pt x="2866" y="5960"/>
                    </a:lnTo>
                    <a:close/>
                    <a:moveTo>
                      <a:pt x="2939" y="5979"/>
                    </a:moveTo>
                    <a:lnTo>
                      <a:pt x="2904" y="5969"/>
                    </a:lnTo>
                    <a:lnTo>
                      <a:pt x="2899" y="5988"/>
                    </a:lnTo>
                    <a:lnTo>
                      <a:pt x="2934" y="5998"/>
                    </a:lnTo>
                    <a:lnTo>
                      <a:pt x="2939" y="5979"/>
                    </a:lnTo>
                    <a:close/>
                    <a:moveTo>
                      <a:pt x="3012" y="6000"/>
                    </a:moveTo>
                    <a:lnTo>
                      <a:pt x="2977" y="5988"/>
                    </a:lnTo>
                    <a:lnTo>
                      <a:pt x="2972" y="6007"/>
                    </a:lnTo>
                    <a:lnTo>
                      <a:pt x="3008" y="6017"/>
                    </a:lnTo>
                    <a:lnTo>
                      <a:pt x="3012" y="6000"/>
                    </a:lnTo>
                    <a:close/>
                    <a:moveTo>
                      <a:pt x="3086" y="6019"/>
                    </a:moveTo>
                    <a:lnTo>
                      <a:pt x="3050" y="6010"/>
                    </a:lnTo>
                    <a:lnTo>
                      <a:pt x="3043" y="6029"/>
                    </a:lnTo>
                    <a:lnTo>
                      <a:pt x="3081" y="6038"/>
                    </a:lnTo>
                    <a:lnTo>
                      <a:pt x="3086" y="6019"/>
                    </a:lnTo>
                    <a:close/>
                    <a:moveTo>
                      <a:pt x="3159" y="6040"/>
                    </a:moveTo>
                    <a:lnTo>
                      <a:pt x="3121" y="6029"/>
                    </a:lnTo>
                    <a:lnTo>
                      <a:pt x="3116" y="6047"/>
                    </a:lnTo>
                    <a:lnTo>
                      <a:pt x="3154" y="6057"/>
                    </a:lnTo>
                    <a:lnTo>
                      <a:pt x="3159" y="6040"/>
                    </a:lnTo>
                    <a:close/>
                    <a:moveTo>
                      <a:pt x="3232" y="6059"/>
                    </a:moveTo>
                    <a:lnTo>
                      <a:pt x="3194" y="6050"/>
                    </a:lnTo>
                    <a:lnTo>
                      <a:pt x="3190" y="6066"/>
                    </a:lnTo>
                    <a:lnTo>
                      <a:pt x="3228" y="6078"/>
                    </a:lnTo>
                    <a:lnTo>
                      <a:pt x="3232" y="6059"/>
                    </a:lnTo>
                    <a:close/>
                    <a:moveTo>
                      <a:pt x="3306" y="6078"/>
                    </a:moveTo>
                    <a:lnTo>
                      <a:pt x="3268" y="6069"/>
                    </a:lnTo>
                    <a:lnTo>
                      <a:pt x="3263" y="6088"/>
                    </a:lnTo>
                    <a:lnTo>
                      <a:pt x="3301" y="6097"/>
                    </a:lnTo>
                    <a:lnTo>
                      <a:pt x="3306" y="6078"/>
                    </a:lnTo>
                    <a:close/>
                    <a:moveTo>
                      <a:pt x="3379" y="6099"/>
                    </a:moveTo>
                    <a:lnTo>
                      <a:pt x="3341" y="6090"/>
                    </a:lnTo>
                    <a:lnTo>
                      <a:pt x="3336" y="6107"/>
                    </a:lnTo>
                    <a:lnTo>
                      <a:pt x="3372" y="6116"/>
                    </a:lnTo>
                    <a:lnTo>
                      <a:pt x="3379" y="6099"/>
                    </a:lnTo>
                    <a:close/>
                    <a:moveTo>
                      <a:pt x="3450" y="6118"/>
                    </a:moveTo>
                    <a:lnTo>
                      <a:pt x="3414" y="6109"/>
                    </a:lnTo>
                    <a:lnTo>
                      <a:pt x="3410" y="6128"/>
                    </a:lnTo>
                    <a:lnTo>
                      <a:pt x="3445" y="6137"/>
                    </a:lnTo>
                    <a:lnTo>
                      <a:pt x="3450" y="6118"/>
                    </a:lnTo>
                    <a:close/>
                    <a:moveTo>
                      <a:pt x="3523" y="6140"/>
                    </a:moveTo>
                    <a:lnTo>
                      <a:pt x="3488" y="6128"/>
                    </a:lnTo>
                    <a:lnTo>
                      <a:pt x="3483" y="6147"/>
                    </a:lnTo>
                    <a:lnTo>
                      <a:pt x="3518" y="6156"/>
                    </a:lnTo>
                    <a:lnTo>
                      <a:pt x="3523" y="6140"/>
                    </a:lnTo>
                    <a:close/>
                    <a:moveTo>
                      <a:pt x="3596" y="6159"/>
                    </a:moveTo>
                    <a:lnTo>
                      <a:pt x="3561" y="6149"/>
                    </a:lnTo>
                    <a:lnTo>
                      <a:pt x="3556" y="6168"/>
                    </a:lnTo>
                    <a:lnTo>
                      <a:pt x="3592" y="6177"/>
                    </a:lnTo>
                    <a:lnTo>
                      <a:pt x="3596" y="6159"/>
                    </a:lnTo>
                    <a:close/>
                    <a:moveTo>
                      <a:pt x="3670" y="6177"/>
                    </a:moveTo>
                    <a:lnTo>
                      <a:pt x="3634" y="6168"/>
                    </a:lnTo>
                    <a:lnTo>
                      <a:pt x="3627" y="6187"/>
                    </a:lnTo>
                    <a:lnTo>
                      <a:pt x="3665" y="6196"/>
                    </a:lnTo>
                    <a:lnTo>
                      <a:pt x="3670" y="6177"/>
                    </a:lnTo>
                    <a:close/>
                    <a:moveTo>
                      <a:pt x="3743" y="6199"/>
                    </a:moveTo>
                    <a:lnTo>
                      <a:pt x="3705" y="6189"/>
                    </a:lnTo>
                    <a:lnTo>
                      <a:pt x="3700" y="6206"/>
                    </a:lnTo>
                    <a:lnTo>
                      <a:pt x="3738" y="6218"/>
                    </a:lnTo>
                    <a:lnTo>
                      <a:pt x="3743" y="6199"/>
                    </a:lnTo>
                    <a:close/>
                    <a:moveTo>
                      <a:pt x="3816" y="6218"/>
                    </a:moveTo>
                    <a:lnTo>
                      <a:pt x="3778" y="6208"/>
                    </a:lnTo>
                    <a:lnTo>
                      <a:pt x="3774" y="6227"/>
                    </a:lnTo>
                    <a:lnTo>
                      <a:pt x="3812" y="6237"/>
                    </a:lnTo>
                    <a:lnTo>
                      <a:pt x="3816" y="6218"/>
                    </a:lnTo>
                    <a:close/>
                    <a:moveTo>
                      <a:pt x="3890" y="6239"/>
                    </a:moveTo>
                    <a:lnTo>
                      <a:pt x="3852" y="6227"/>
                    </a:lnTo>
                    <a:lnTo>
                      <a:pt x="3847" y="6246"/>
                    </a:lnTo>
                    <a:lnTo>
                      <a:pt x="3885" y="6256"/>
                    </a:lnTo>
                    <a:lnTo>
                      <a:pt x="3890" y="6239"/>
                    </a:lnTo>
                    <a:close/>
                    <a:moveTo>
                      <a:pt x="3935" y="6253"/>
                    </a:moveTo>
                    <a:lnTo>
                      <a:pt x="3937" y="6265"/>
                    </a:lnTo>
                    <a:lnTo>
                      <a:pt x="3946" y="6265"/>
                    </a:lnTo>
                    <a:lnTo>
                      <a:pt x="3949" y="6256"/>
                    </a:lnTo>
                    <a:lnTo>
                      <a:pt x="3925" y="6248"/>
                    </a:lnTo>
                    <a:lnTo>
                      <a:pt x="3920" y="6267"/>
                    </a:lnTo>
                    <a:lnTo>
                      <a:pt x="3958" y="6277"/>
                    </a:lnTo>
                    <a:lnTo>
                      <a:pt x="3953" y="6251"/>
                    </a:lnTo>
                    <a:lnTo>
                      <a:pt x="3935" y="6253"/>
                    </a:lnTo>
                    <a:close/>
                    <a:moveTo>
                      <a:pt x="3925" y="6177"/>
                    </a:moveTo>
                    <a:lnTo>
                      <a:pt x="3930" y="6215"/>
                    </a:lnTo>
                    <a:lnTo>
                      <a:pt x="3949" y="6213"/>
                    </a:lnTo>
                    <a:lnTo>
                      <a:pt x="3944" y="6175"/>
                    </a:lnTo>
                    <a:lnTo>
                      <a:pt x="3925" y="6177"/>
                    </a:lnTo>
                    <a:close/>
                    <a:moveTo>
                      <a:pt x="3916" y="6102"/>
                    </a:moveTo>
                    <a:lnTo>
                      <a:pt x="3920" y="6140"/>
                    </a:lnTo>
                    <a:lnTo>
                      <a:pt x="3939" y="6137"/>
                    </a:lnTo>
                    <a:lnTo>
                      <a:pt x="3935" y="6099"/>
                    </a:lnTo>
                    <a:lnTo>
                      <a:pt x="3916" y="6102"/>
                    </a:lnTo>
                    <a:close/>
                    <a:moveTo>
                      <a:pt x="3906" y="6026"/>
                    </a:moveTo>
                    <a:lnTo>
                      <a:pt x="3911" y="6064"/>
                    </a:lnTo>
                    <a:lnTo>
                      <a:pt x="3930" y="6062"/>
                    </a:lnTo>
                    <a:lnTo>
                      <a:pt x="3923" y="6024"/>
                    </a:lnTo>
                    <a:lnTo>
                      <a:pt x="3906" y="6026"/>
                    </a:lnTo>
                    <a:close/>
                    <a:moveTo>
                      <a:pt x="3894" y="5953"/>
                    </a:moveTo>
                    <a:lnTo>
                      <a:pt x="3899" y="5991"/>
                    </a:lnTo>
                    <a:lnTo>
                      <a:pt x="3918" y="5988"/>
                    </a:lnTo>
                    <a:lnTo>
                      <a:pt x="3913" y="5951"/>
                    </a:lnTo>
                    <a:lnTo>
                      <a:pt x="3894" y="5953"/>
                    </a:lnTo>
                    <a:close/>
                    <a:moveTo>
                      <a:pt x="3885" y="5877"/>
                    </a:moveTo>
                    <a:lnTo>
                      <a:pt x="3890" y="5915"/>
                    </a:lnTo>
                    <a:lnTo>
                      <a:pt x="3909" y="5913"/>
                    </a:lnTo>
                    <a:lnTo>
                      <a:pt x="3904" y="5875"/>
                    </a:lnTo>
                    <a:lnTo>
                      <a:pt x="3885" y="5877"/>
                    </a:lnTo>
                    <a:close/>
                    <a:moveTo>
                      <a:pt x="3875" y="5802"/>
                    </a:moveTo>
                    <a:lnTo>
                      <a:pt x="3880" y="5839"/>
                    </a:lnTo>
                    <a:lnTo>
                      <a:pt x="3899" y="5837"/>
                    </a:lnTo>
                    <a:lnTo>
                      <a:pt x="3894" y="5799"/>
                    </a:lnTo>
                    <a:lnTo>
                      <a:pt x="3875" y="5802"/>
                    </a:lnTo>
                    <a:close/>
                    <a:moveTo>
                      <a:pt x="3864" y="5728"/>
                    </a:moveTo>
                    <a:lnTo>
                      <a:pt x="3871" y="5764"/>
                    </a:lnTo>
                    <a:lnTo>
                      <a:pt x="3887" y="5761"/>
                    </a:lnTo>
                    <a:lnTo>
                      <a:pt x="3883" y="5726"/>
                    </a:lnTo>
                    <a:lnTo>
                      <a:pt x="3864" y="5728"/>
                    </a:lnTo>
                    <a:close/>
                    <a:moveTo>
                      <a:pt x="3854" y="5653"/>
                    </a:moveTo>
                    <a:lnTo>
                      <a:pt x="3859" y="5690"/>
                    </a:lnTo>
                    <a:lnTo>
                      <a:pt x="3878" y="5688"/>
                    </a:lnTo>
                    <a:lnTo>
                      <a:pt x="3873" y="5650"/>
                    </a:lnTo>
                    <a:lnTo>
                      <a:pt x="3854" y="5653"/>
                    </a:lnTo>
                    <a:close/>
                    <a:moveTo>
                      <a:pt x="3845" y="5577"/>
                    </a:moveTo>
                    <a:lnTo>
                      <a:pt x="3849" y="5615"/>
                    </a:lnTo>
                    <a:lnTo>
                      <a:pt x="3868" y="5612"/>
                    </a:lnTo>
                    <a:lnTo>
                      <a:pt x="3864" y="5575"/>
                    </a:lnTo>
                    <a:lnTo>
                      <a:pt x="3845" y="5577"/>
                    </a:lnTo>
                    <a:close/>
                    <a:moveTo>
                      <a:pt x="3835" y="5501"/>
                    </a:moveTo>
                    <a:lnTo>
                      <a:pt x="3840" y="5539"/>
                    </a:lnTo>
                    <a:lnTo>
                      <a:pt x="3859" y="5537"/>
                    </a:lnTo>
                    <a:lnTo>
                      <a:pt x="3852" y="5499"/>
                    </a:lnTo>
                    <a:lnTo>
                      <a:pt x="3835" y="5501"/>
                    </a:lnTo>
                    <a:close/>
                    <a:moveTo>
                      <a:pt x="3823" y="5428"/>
                    </a:moveTo>
                    <a:lnTo>
                      <a:pt x="3828" y="5466"/>
                    </a:lnTo>
                    <a:lnTo>
                      <a:pt x="3847" y="5463"/>
                    </a:lnTo>
                    <a:lnTo>
                      <a:pt x="3842" y="5426"/>
                    </a:lnTo>
                    <a:lnTo>
                      <a:pt x="3823" y="5428"/>
                    </a:lnTo>
                    <a:close/>
                    <a:moveTo>
                      <a:pt x="3814" y="5352"/>
                    </a:moveTo>
                    <a:lnTo>
                      <a:pt x="3819" y="5390"/>
                    </a:lnTo>
                    <a:lnTo>
                      <a:pt x="3838" y="5388"/>
                    </a:lnTo>
                    <a:lnTo>
                      <a:pt x="3833" y="5350"/>
                    </a:lnTo>
                    <a:lnTo>
                      <a:pt x="3814" y="5352"/>
                    </a:lnTo>
                    <a:close/>
                    <a:moveTo>
                      <a:pt x="3804" y="5277"/>
                    </a:moveTo>
                    <a:lnTo>
                      <a:pt x="3809" y="5315"/>
                    </a:lnTo>
                    <a:lnTo>
                      <a:pt x="3828" y="5312"/>
                    </a:lnTo>
                    <a:lnTo>
                      <a:pt x="3823" y="5274"/>
                    </a:lnTo>
                    <a:lnTo>
                      <a:pt x="3804" y="5277"/>
                    </a:lnTo>
                    <a:close/>
                    <a:moveTo>
                      <a:pt x="3793" y="5203"/>
                    </a:moveTo>
                    <a:lnTo>
                      <a:pt x="3800" y="5239"/>
                    </a:lnTo>
                    <a:lnTo>
                      <a:pt x="3816" y="5237"/>
                    </a:lnTo>
                    <a:lnTo>
                      <a:pt x="3812" y="5201"/>
                    </a:lnTo>
                    <a:lnTo>
                      <a:pt x="3793" y="5203"/>
                    </a:lnTo>
                    <a:close/>
                    <a:moveTo>
                      <a:pt x="3783" y="5128"/>
                    </a:moveTo>
                    <a:lnTo>
                      <a:pt x="3788" y="5166"/>
                    </a:lnTo>
                    <a:lnTo>
                      <a:pt x="3807" y="5163"/>
                    </a:lnTo>
                    <a:lnTo>
                      <a:pt x="3802" y="5125"/>
                    </a:lnTo>
                    <a:lnTo>
                      <a:pt x="3783" y="5128"/>
                    </a:lnTo>
                    <a:close/>
                    <a:moveTo>
                      <a:pt x="3774" y="5052"/>
                    </a:moveTo>
                    <a:lnTo>
                      <a:pt x="3778" y="5090"/>
                    </a:lnTo>
                    <a:lnTo>
                      <a:pt x="3797" y="5088"/>
                    </a:lnTo>
                    <a:lnTo>
                      <a:pt x="3793" y="5050"/>
                    </a:lnTo>
                    <a:lnTo>
                      <a:pt x="3774" y="5052"/>
                    </a:lnTo>
                    <a:close/>
                    <a:moveTo>
                      <a:pt x="3764" y="4976"/>
                    </a:moveTo>
                    <a:lnTo>
                      <a:pt x="3769" y="5014"/>
                    </a:lnTo>
                    <a:lnTo>
                      <a:pt x="3788" y="5012"/>
                    </a:lnTo>
                    <a:lnTo>
                      <a:pt x="3781" y="4974"/>
                    </a:lnTo>
                    <a:lnTo>
                      <a:pt x="3764" y="4976"/>
                    </a:lnTo>
                    <a:close/>
                    <a:moveTo>
                      <a:pt x="3752" y="4903"/>
                    </a:moveTo>
                    <a:lnTo>
                      <a:pt x="3757" y="4941"/>
                    </a:lnTo>
                    <a:lnTo>
                      <a:pt x="3776" y="4939"/>
                    </a:lnTo>
                    <a:lnTo>
                      <a:pt x="3771" y="4901"/>
                    </a:lnTo>
                    <a:lnTo>
                      <a:pt x="3752" y="4903"/>
                    </a:lnTo>
                    <a:close/>
                    <a:moveTo>
                      <a:pt x="3743" y="4828"/>
                    </a:moveTo>
                    <a:lnTo>
                      <a:pt x="3748" y="4865"/>
                    </a:lnTo>
                    <a:lnTo>
                      <a:pt x="3767" y="4863"/>
                    </a:lnTo>
                    <a:lnTo>
                      <a:pt x="3762" y="4825"/>
                    </a:lnTo>
                    <a:lnTo>
                      <a:pt x="3743" y="4828"/>
                    </a:lnTo>
                    <a:close/>
                    <a:moveTo>
                      <a:pt x="3734" y="4752"/>
                    </a:moveTo>
                    <a:lnTo>
                      <a:pt x="3738" y="4790"/>
                    </a:lnTo>
                    <a:lnTo>
                      <a:pt x="3757" y="4787"/>
                    </a:lnTo>
                    <a:lnTo>
                      <a:pt x="3752" y="4749"/>
                    </a:lnTo>
                    <a:lnTo>
                      <a:pt x="3734" y="4752"/>
                    </a:lnTo>
                    <a:close/>
                    <a:moveTo>
                      <a:pt x="3722" y="4679"/>
                    </a:moveTo>
                    <a:lnTo>
                      <a:pt x="3729" y="4716"/>
                    </a:lnTo>
                    <a:lnTo>
                      <a:pt x="3748" y="4712"/>
                    </a:lnTo>
                    <a:lnTo>
                      <a:pt x="3741" y="4676"/>
                    </a:lnTo>
                    <a:lnTo>
                      <a:pt x="3722" y="4679"/>
                    </a:lnTo>
                    <a:close/>
                    <a:moveTo>
                      <a:pt x="3712" y="4603"/>
                    </a:moveTo>
                    <a:lnTo>
                      <a:pt x="3717" y="4641"/>
                    </a:lnTo>
                    <a:lnTo>
                      <a:pt x="3736" y="4638"/>
                    </a:lnTo>
                    <a:lnTo>
                      <a:pt x="3731" y="4601"/>
                    </a:lnTo>
                    <a:lnTo>
                      <a:pt x="3712" y="4603"/>
                    </a:lnTo>
                    <a:close/>
                    <a:moveTo>
                      <a:pt x="3703" y="4527"/>
                    </a:moveTo>
                    <a:lnTo>
                      <a:pt x="3708" y="4565"/>
                    </a:lnTo>
                    <a:lnTo>
                      <a:pt x="3726" y="4563"/>
                    </a:lnTo>
                    <a:lnTo>
                      <a:pt x="3722" y="4525"/>
                    </a:lnTo>
                    <a:lnTo>
                      <a:pt x="3703" y="4527"/>
                    </a:lnTo>
                    <a:close/>
                    <a:moveTo>
                      <a:pt x="3693" y="4454"/>
                    </a:moveTo>
                    <a:lnTo>
                      <a:pt x="3698" y="4489"/>
                    </a:lnTo>
                    <a:lnTo>
                      <a:pt x="3717" y="4487"/>
                    </a:lnTo>
                    <a:lnTo>
                      <a:pt x="3712" y="4449"/>
                    </a:lnTo>
                    <a:lnTo>
                      <a:pt x="3693" y="4454"/>
                    </a:lnTo>
                    <a:close/>
                    <a:moveTo>
                      <a:pt x="3682" y="4378"/>
                    </a:moveTo>
                    <a:lnTo>
                      <a:pt x="3686" y="4416"/>
                    </a:lnTo>
                    <a:lnTo>
                      <a:pt x="3705" y="4414"/>
                    </a:lnTo>
                    <a:lnTo>
                      <a:pt x="3700" y="4376"/>
                    </a:lnTo>
                    <a:lnTo>
                      <a:pt x="3682" y="4378"/>
                    </a:lnTo>
                    <a:close/>
                    <a:moveTo>
                      <a:pt x="3712" y="4307"/>
                    </a:moveTo>
                    <a:lnTo>
                      <a:pt x="3691" y="4336"/>
                    </a:lnTo>
                    <a:lnTo>
                      <a:pt x="3705" y="4348"/>
                    </a:lnTo>
                    <a:lnTo>
                      <a:pt x="3729" y="4317"/>
                    </a:lnTo>
                    <a:lnTo>
                      <a:pt x="3712" y="4307"/>
                    </a:lnTo>
                    <a:close/>
                    <a:moveTo>
                      <a:pt x="3760" y="4246"/>
                    </a:moveTo>
                    <a:lnTo>
                      <a:pt x="3736" y="4277"/>
                    </a:lnTo>
                    <a:lnTo>
                      <a:pt x="3752" y="4288"/>
                    </a:lnTo>
                    <a:lnTo>
                      <a:pt x="3774" y="4258"/>
                    </a:lnTo>
                    <a:lnTo>
                      <a:pt x="3760" y="4246"/>
                    </a:lnTo>
                    <a:close/>
                    <a:moveTo>
                      <a:pt x="3804" y="4184"/>
                    </a:moveTo>
                    <a:lnTo>
                      <a:pt x="3781" y="4215"/>
                    </a:lnTo>
                    <a:lnTo>
                      <a:pt x="3797" y="4227"/>
                    </a:lnTo>
                    <a:lnTo>
                      <a:pt x="3819" y="4196"/>
                    </a:lnTo>
                    <a:lnTo>
                      <a:pt x="3804" y="4184"/>
                    </a:lnTo>
                    <a:close/>
                    <a:moveTo>
                      <a:pt x="3849" y="4125"/>
                    </a:moveTo>
                    <a:lnTo>
                      <a:pt x="3828" y="4156"/>
                    </a:lnTo>
                    <a:lnTo>
                      <a:pt x="3842" y="4168"/>
                    </a:lnTo>
                    <a:lnTo>
                      <a:pt x="3866" y="4137"/>
                    </a:lnTo>
                    <a:lnTo>
                      <a:pt x="3849" y="4125"/>
                    </a:lnTo>
                    <a:close/>
                    <a:moveTo>
                      <a:pt x="3897" y="4064"/>
                    </a:moveTo>
                    <a:lnTo>
                      <a:pt x="3873" y="4095"/>
                    </a:lnTo>
                    <a:lnTo>
                      <a:pt x="3887" y="4106"/>
                    </a:lnTo>
                    <a:lnTo>
                      <a:pt x="3911" y="4076"/>
                    </a:lnTo>
                    <a:lnTo>
                      <a:pt x="3897" y="4064"/>
                    </a:lnTo>
                    <a:close/>
                    <a:moveTo>
                      <a:pt x="3942" y="4005"/>
                    </a:moveTo>
                    <a:lnTo>
                      <a:pt x="3918" y="4035"/>
                    </a:lnTo>
                    <a:lnTo>
                      <a:pt x="3935" y="4045"/>
                    </a:lnTo>
                    <a:lnTo>
                      <a:pt x="3956" y="4017"/>
                    </a:lnTo>
                    <a:lnTo>
                      <a:pt x="3942" y="4005"/>
                    </a:lnTo>
                    <a:close/>
                    <a:moveTo>
                      <a:pt x="3987" y="3943"/>
                    </a:moveTo>
                    <a:lnTo>
                      <a:pt x="3965" y="3974"/>
                    </a:lnTo>
                    <a:lnTo>
                      <a:pt x="3979" y="3986"/>
                    </a:lnTo>
                    <a:lnTo>
                      <a:pt x="4003" y="3955"/>
                    </a:lnTo>
                    <a:lnTo>
                      <a:pt x="3987" y="3943"/>
                    </a:lnTo>
                    <a:close/>
                    <a:moveTo>
                      <a:pt x="4034" y="3884"/>
                    </a:moveTo>
                    <a:lnTo>
                      <a:pt x="4010" y="3915"/>
                    </a:lnTo>
                    <a:lnTo>
                      <a:pt x="4024" y="3924"/>
                    </a:lnTo>
                    <a:lnTo>
                      <a:pt x="4048" y="3896"/>
                    </a:lnTo>
                    <a:lnTo>
                      <a:pt x="4034" y="3884"/>
                    </a:lnTo>
                    <a:close/>
                    <a:moveTo>
                      <a:pt x="4079" y="3823"/>
                    </a:moveTo>
                    <a:lnTo>
                      <a:pt x="4055" y="3853"/>
                    </a:lnTo>
                    <a:lnTo>
                      <a:pt x="4072" y="3865"/>
                    </a:lnTo>
                    <a:lnTo>
                      <a:pt x="4093" y="3835"/>
                    </a:lnTo>
                    <a:lnTo>
                      <a:pt x="4079" y="3823"/>
                    </a:lnTo>
                    <a:close/>
                    <a:moveTo>
                      <a:pt x="4124" y="3764"/>
                    </a:moveTo>
                    <a:lnTo>
                      <a:pt x="4102" y="3794"/>
                    </a:lnTo>
                    <a:lnTo>
                      <a:pt x="4117" y="3804"/>
                    </a:lnTo>
                    <a:lnTo>
                      <a:pt x="4140" y="3775"/>
                    </a:lnTo>
                    <a:lnTo>
                      <a:pt x="4124" y="3764"/>
                    </a:lnTo>
                    <a:close/>
                    <a:moveTo>
                      <a:pt x="4169" y="3702"/>
                    </a:moveTo>
                    <a:lnTo>
                      <a:pt x="4147" y="3733"/>
                    </a:lnTo>
                    <a:lnTo>
                      <a:pt x="4162" y="3745"/>
                    </a:lnTo>
                    <a:lnTo>
                      <a:pt x="4185" y="3714"/>
                    </a:lnTo>
                    <a:lnTo>
                      <a:pt x="4169" y="3702"/>
                    </a:lnTo>
                    <a:close/>
                    <a:moveTo>
                      <a:pt x="4216" y="3643"/>
                    </a:moveTo>
                    <a:lnTo>
                      <a:pt x="4192" y="3674"/>
                    </a:lnTo>
                    <a:lnTo>
                      <a:pt x="4206" y="3683"/>
                    </a:lnTo>
                    <a:lnTo>
                      <a:pt x="4230" y="3655"/>
                    </a:lnTo>
                    <a:lnTo>
                      <a:pt x="4216" y="3643"/>
                    </a:lnTo>
                    <a:close/>
                    <a:moveTo>
                      <a:pt x="4261" y="3582"/>
                    </a:moveTo>
                    <a:lnTo>
                      <a:pt x="4237" y="3612"/>
                    </a:lnTo>
                    <a:lnTo>
                      <a:pt x="4254" y="3624"/>
                    </a:lnTo>
                    <a:lnTo>
                      <a:pt x="4275" y="3593"/>
                    </a:lnTo>
                    <a:lnTo>
                      <a:pt x="4261" y="3582"/>
                    </a:lnTo>
                    <a:close/>
                    <a:moveTo>
                      <a:pt x="4306" y="3522"/>
                    </a:moveTo>
                    <a:lnTo>
                      <a:pt x="4284" y="3551"/>
                    </a:lnTo>
                    <a:lnTo>
                      <a:pt x="4299" y="3563"/>
                    </a:lnTo>
                    <a:lnTo>
                      <a:pt x="4322" y="3534"/>
                    </a:lnTo>
                    <a:lnTo>
                      <a:pt x="4306" y="3522"/>
                    </a:lnTo>
                    <a:close/>
                    <a:moveTo>
                      <a:pt x="4353" y="3461"/>
                    </a:moveTo>
                    <a:lnTo>
                      <a:pt x="4329" y="3492"/>
                    </a:lnTo>
                    <a:lnTo>
                      <a:pt x="4344" y="3504"/>
                    </a:lnTo>
                    <a:lnTo>
                      <a:pt x="4367" y="3473"/>
                    </a:lnTo>
                    <a:lnTo>
                      <a:pt x="4353" y="3461"/>
                    </a:lnTo>
                    <a:close/>
                    <a:moveTo>
                      <a:pt x="4398" y="3402"/>
                    </a:moveTo>
                    <a:lnTo>
                      <a:pt x="4374" y="3430"/>
                    </a:lnTo>
                    <a:lnTo>
                      <a:pt x="4391" y="3442"/>
                    </a:lnTo>
                    <a:lnTo>
                      <a:pt x="4412" y="3411"/>
                    </a:lnTo>
                    <a:lnTo>
                      <a:pt x="4398" y="3402"/>
                    </a:lnTo>
                    <a:close/>
                    <a:moveTo>
                      <a:pt x="4443" y="3340"/>
                    </a:moveTo>
                    <a:lnTo>
                      <a:pt x="4422" y="3371"/>
                    </a:lnTo>
                    <a:lnTo>
                      <a:pt x="4436" y="3383"/>
                    </a:lnTo>
                    <a:lnTo>
                      <a:pt x="4459" y="3352"/>
                    </a:lnTo>
                    <a:lnTo>
                      <a:pt x="4443" y="3340"/>
                    </a:lnTo>
                    <a:close/>
                    <a:moveTo>
                      <a:pt x="4490" y="3281"/>
                    </a:moveTo>
                    <a:lnTo>
                      <a:pt x="4467" y="3310"/>
                    </a:lnTo>
                    <a:lnTo>
                      <a:pt x="4481" y="3321"/>
                    </a:lnTo>
                    <a:lnTo>
                      <a:pt x="4504" y="3291"/>
                    </a:lnTo>
                    <a:lnTo>
                      <a:pt x="4490" y="3281"/>
                    </a:lnTo>
                    <a:close/>
                    <a:moveTo>
                      <a:pt x="4535" y="3220"/>
                    </a:moveTo>
                    <a:lnTo>
                      <a:pt x="4511" y="3251"/>
                    </a:lnTo>
                    <a:lnTo>
                      <a:pt x="4528" y="3262"/>
                    </a:lnTo>
                    <a:lnTo>
                      <a:pt x="4549" y="3232"/>
                    </a:lnTo>
                    <a:lnTo>
                      <a:pt x="4535" y="3220"/>
                    </a:lnTo>
                    <a:close/>
                    <a:moveTo>
                      <a:pt x="4580" y="3161"/>
                    </a:moveTo>
                    <a:lnTo>
                      <a:pt x="4559" y="3189"/>
                    </a:lnTo>
                    <a:lnTo>
                      <a:pt x="4573" y="3201"/>
                    </a:lnTo>
                    <a:lnTo>
                      <a:pt x="4597" y="3170"/>
                    </a:lnTo>
                    <a:lnTo>
                      <a:pt x="4580" y="3161"/>
                    </a:lnTo>
                    <a:close/>
                    <a:moveTo>
                      <a:pt x="4625" y="3099"/>
                    </a:moveTo>
                    <a:lnTo>
                      <a:pt x="4604" y="3130"/>
                    </a:lnTo>
                    <a:lnTo>
                      <a:pt x="4618" y="3142"/>
                    </a:lnTo>
                    <a:lnTo>
                      <a:pt x="4641" y="3111"/>
                    </a:lnTo>
                    <a:lnTo>
                      <a:pt x="4625" y="3099"/>
                    </a:lnTo>
                    <a:close/>
                    <a:moveTo>
                      <a:pt x="4672" y="3038"/>
                    </a:moveTo>
                    <a:lnTo>
                      <a:pt x="4649" y="3069"/>
                    </a:lnTo>
                    <a:lnTo>
                      <a:pt x="4663" y="3080"/>
                    </a:lnTo>
                    <a:lnTo>
                      <a:pt x="4686" y="3050"/>
                    </a:lnTo>
                    <a:lnTo>
                      <a:pt x="4672" y="3038"/>
                    </a:lnTo>
                    <a:close/>
                    <a:moveTo>
                      <a:pt x="4717" y="2979"/>
                    </a:moveTo>
                    <a:lnTo>
                      <a:pt x="4694" y="3009"/>
                    </a:lnTo>
                    <a:lnTo>
                      <a:pt x="4710" y="3021"/>
                    </a:lnTo>
                    <a:lnTo>
                      <a:pt x="4731" y="2990"/>
                    </a:lnTo>
                    <a:lnTo>
                      <a:pt x="4717" y="2979"/>
                    </a:lnTo>
                    <a:close/>
                    <a:moveTo>
                      <a:pt x="4762" y="2917"/>
                    </a:moveTo>
                    <a:lnTo>
                      <a:pt x="4741" y="2948"/>
                    </a:lnTo>
                    <a:lnTo>
                      <a:pt x="4755" y="2960"/>
                    </a:lnTo>
                    <a:lnTo>
                      <a:pt x="4779" y="2929"/>
                    </a:lnTo>
                    <a:lnTo>
                      <a:pt x="4762" y="2917"/>
                    </a:lnTo>
                    <a:close/>
                    <a:moveTo>
                      <a:pt x="4809" y="2858"/>
                    </a:moveTo>
                    <a:lnTo>
                      <a:pt x="4786" y="2889"/>
                    </a:lnTo>
                    <a:lnTo>
                      <a:pt x="4800" y="2901"/>
                    </a:lnTo>
                    <a:lnTo>
                      <a:pt x="4824" y="2870"/>
                    </a:lnTo>
                    <a:lnTo>
                      <a:pt x="4809" y="2858"/>
                    </a:lnTo>
                    <a:close/>
                    <a:moveTo>
                      <a:pt x="4854" y="2797"/>
                    </a:moveTo>
                    <a:lnTo>
                      <a:pt x="4831" y="2827"/>
                    </a:lnTo>
                    <a:lnTo>
                      <a:pt x="4847" y="2839"/>
                    </a:lnTo>
                    <a:lnTo>
                      <a:pt x="4868" y="2808"/>
                    </a:lnTo>
                    <a:lnTo>
                      <a:pt x="4854" y="2797"/>
                    </a:lnTo>
                    <a:close/>
                    <a:moveTo>
                      <a:pt x="4899" y="2738"/>
                    </a:moveTo>
                    <a:lnTo>
                      <a:pt x="4878" y="2768"/>
                    </a:lnTo>
                    <a:lnTo>
                      <a:pt x="4892" y="2778"/>
                    </a:lnTo>
                    <a:lnTo>
                      <a:pt x="4916" y="2749"/>
                    </a:lnTo>
                    <a:lnTo>
                      <a:pt x="4899" y="2738"/>
                    </a:lnTo>
                    <a:close/>
                    <a:moveTo>
                      <a:pt x="4947" y="2676"/>
                    </a:moveTo>
                    <a:lnTo>
                      <a:pt x="4923" y="2707"/>
                    </a:lnTo>
                    <a:lnTo>
                      <a:pt x="4937" y="2719"/>
                    </a:lnTo>
                    <a:lnTo>
                      <a:pt x="4961" y="2688"/>
                    </a:lnTo>
                    <a:lnTo>
                      <a:pt x="4947" y="2676"/>
                    </a:lnTo>
                    <a:close/>
                    <a:moveTo>
                      <a:pt x="4991" y="2617"/>
                    </a:moveTo>
                    <a:lnTo>
                      <a:pt x="4968" y="2648"/>
                    </a:lnTo>
                    <a:lnTo>
                      <a:pt x="4984" y="2657"/>
                    </a:lnTo>
                    <a:lnTo>
                      <a:pt x="5006" y="2629"/>
                    </a:lnTo>
                    <a:lnTo>
                      <a:pt x="4991" y="2617"/>
                    </a:lnTo>
                    <a:close/>
                    <a:moveTo>
                      <a:pt x="5036" y="2555"/>
                    </a:moveTo>
                    <a:lnTo>
                      <a:pt x="5015" y="2586"/>
                    </a:lnTo>
                    <a:lnTo>
                      <a:pt x="5029" y="2598"/>
                    </a:lnTo>
                    <a:lnTo>
                      <a:pt x="5053" y="2567"/>
                    </a:lnTo>
                    <a:lnTo>
                      <a:pt x="5036" y="2555"/>
                    </a:lnTo>
                    <a:close/>
                    <a:moveTo>
                      <a:pt x="5081" y="2496"/>
                    </a:moveTo>
                    <a:lnTo>
                      <a:pt x="5060" y="2527"/>
                    </a:lnTo>
                    <a:lnTo>
                      <a:pt x="5074" y="2537"/>
                    </a:lnTo>
                    <a:lnTo>
                      <a:pt x="5098" y="2508"/>
                    </a:lnTo>
                    <a:lnTo>
                      <a:pt x="5081" y="2496"/>
                    </a:lnTo>
                    <a:close/>
                    <a:moveTo>
                      <a:pt x="5129" y="2435"/>
                    </a:moveTo>
                    <a:lnTo>
                      <a:pt x="5105" y="2466"/>
                    </a:lnTo>
                    <a:lnTo>
                      <a:pt x="5119" y="2477"/>
                    </a:lnTo>
                    <a:lnTo>
                      <a:pt x="5143" y="2447"/>
                    </a:lnTo>
                    <a:lnTo>
                      <a:pt x="5129" y="2435"/>
                    </a:lnTo>
                    <a:close/>
                    <a:moveTo>
                      <a:pt x="5129" y="2381"/>
                    </a:moveTo>
                    <a:lnTo>
                      <a:pt x="5143" y="2414"/>
                    </a:lnTo>
                    <a:lnTo>
                      <a:pt x="5162" y="2407"/>
                    </a:lnTo>
                    <a:lnTo>
                      <a:pt x="5145" y="2371"/>
                    </a:lnTo>
                    <a:lnTo>
                      <a:pt x="5129" y="2381"/>
                    </a:lnTo>
                    <a:close/>
                    <a:moveTo>
                      <a:pt x="5098" y="2310"/>
                    </a:moveTo>
                    <a:lnTo>
                      <a:pt x="5112" y="2345"/>
                    </a:lnTo>
                    <a:lnTo>
                      <a:pt x="5131" y="2338"/>
                    </a:lnTo>
                    <a:lnTo>
                      <a:pt x="5114" y="2302"/>
                    </a:lnTo>
                    <a:lnTo>
                      <a:pt x="5098" y="2310"/>
                    </a:lnTo>
                    <a:close/>
                    <a:moveTo>
                      <a:pt x="5067" y="2241"/>
                    </a:moveTo>
                    <a:lnTo>
                      <a:pt x="5081" y="2276"/>
                    </a:lnTo>
                    <a:lnTo>
                      <a:pt x="5100" y="2267"/>
                    </a:lnTo>
                    <a:lnTo>
                      <a:pt x="5084" y="2234"/>
                    </a:lnTo>
                    <a:lnTo>
                      <a:pt x="5067" y="2241"/>
                    </a:lnTo>
                    <a:close/>
                    <a:moveTo>
                      <a:pt x="5036" y="2172"/>
                    </a:moveTo>
                    <a:lnTo>
                      <a:pt x="5051" y="2206"/>
                    </a:lnTo>
                    <a:lnTo>
                      <a:pt x="5069" y="2198"/>
                    </a:lnTo>
                    <a:lnTo>
                      <a:pt x="5053" y="2165"/>
                    </a:lnTo>
                    <a:lnTo>
                      <a:pt x="5036" y="2172"/>
                    </a:lnTo>
                    <a:close/>
                    <a:moveTo>
                      <a:pt x="5006" y="2104"/>
                    </a:moveTo>
                    <a:lnTo>
                      <a:pt x="5020" y="2137"/>
                    </a:lnTo>
                    <a:lnTo>
                      <a:pt x="5039" y="2130"/>
                    </a:lnTo>
                    <a:lnTo>
                      <a:pt x="5022" y="2094"/>
                    </a:lnTo>
                    <a:lnTo>
                      <a:pt x="5006" y="2104"/>
                    </a:lnTo>
                    <a:close/>
                    <a:moveTo>
                      <a:pt x="4975" y="2033"/>
                    </a:moveTo>
                    <a:lnTo>
                      <a:pt x="4989" y="2068"/>
                    </a:lnTo>
                    <a:lnTo>
                      <a:pt x="5008" y="2061"/>
                    </a:lnTo>
                    <a:lnTo>
                      <a:pt x="4991" y="2026"/>
                    </a:lnTo>
                    <a:lnTo>
                      <a:pt x="4975" y="2033"/>
                    </a:lnTo>
                    <a:close/>
                    <a:moveTo>
                      <a:pt x="4944" y="1964"/>
                    </a:moveTo>
                    <a:lnTo>
                      <a:pt x="4958" y="2000"/>
                    </a:lnTo>
                    <a:lnTo>
                      <a:pt x="4977" y="1993"/>
                    </a:lnTo>
                    <a:lnTo>
                      <a:pt x="4961" y="1957"/>
                    </a:lnTo>
                    <a:lnTo>
                      <a:pt x="4944" y="1964"/>
                    </a:lnTo>
                    <a:close/>
                    <a:moveTo>
                      <a:pt x="4913" y="1896"/>
                    </a:moveTo>
                    <a:lnTo>
                      <a:pt x="4928" y="1931"/>
                    </a:lnTo>
                    <a:lnTo>
                      <a:pt x="4947" y="1922"/>
                    </a:lnTo>
                    <a:lnTo>
                      <a:pt x="4930" y="1889"/>
                    </a:lnTo>
                    <a:lnTo>
                      <a:pt x="4913" y="1896"/>
                    </a:lnTo>
                    <a:close/>
                    <a:moveTo>
                      <a:pt x="4883" y="1827"/>
                    </a:moveTo>
                    <a:lnTo>
                      <a:pt x="4897" y="1860"/>
                    </a:lnTo>
                    <a:lnTo>
                      <a:pt x="4916" y="1853"/>
                    </a:lnTo>
                    <a:lnTo>
                      <a:pt x="4899" y="1818"/>
                    </a:lnTo>
                    <a:lnTo>
                      <a:pt x="4883" y="1827"/>
                    </a:lnTo>
                    <a:close/>
                    <a:moveTo>
                      <a:pt x="4852" y="1756"/>
                    </a:moveTo>
                    <a:lnTo>
                      <a:pt x="4866" y="1792"/>
                    </a:lnTo>
                    <a:lnTo>
                      <a:pt x="4885" y="1785"/>
                    </a:lnTo>
                    <a:lnTo>
                      <a:pt x="4868" y="1749"/>
                    </a:lnTo>
                    <a:lnTo>
                      <a:pt x="4852" y="1756"/>
                    </a:lnTo>
                    <a:close/>
                    <a:moveTo>
                      <a:pt x="4821" y="1688"/>
                    </a:moveTo>
                    <a:lnTo>
                      <a:pt x="4835" y="1723"/>
                    </a:lnTo>
                    <a:lnTo>
                      <a:pt x="4854" y="1716"/>
                    </a:lnTo>
                    <a:lnTo>
                      <a:pt x="4838" y="1681"/>
                    </a:lnTo>
                    <a:lnTo>
                      <a:pt x="4821" y="1688"/>
                    </a:lnTo>
                    <a:close/>
                    <a:moveTo>
                      <a:pt x="4790" y="1619"/>
                    </a:moveTo>
                    <a:lnTo>
                      <a:pt x="4805" y="1655"/>
                    </a:lnTo>
                    <a:lnTo>
                      <a:pt x="4824" y="1645"/>
                    </a:lnTo>
                    <a:lnTo>
                      <a:pt x="4807" y="1612"/>
                    </a:lnTo>
                    <a:lnTo>
                      <a:pt x="4790" y="1619"/>
                    </a:lnTo>
                    <a:close/>
                    <a:moveTo>
                      <a:pt x="4760" y="1551"/>
                    </a:moveTo>
                    <a:lnTo>
                      <a:pt x="4774" y="1584"/>
                    </a:lnTo>
                    <a:lnTo>
                      <a:pt x="4793" y="1577"/>
                    </a:lnTo>
                    <a:lnTo>
                      <a:pt x="4776" y="1541"/>
                    </a:lnTo>
                    <a:lnTo>
                      <a:pt x="4760" y="1551"/>
                    </a:lnTo>
                    <a:close/>
                    <a:moveTo>
                      <a:pt x="4729" y="1480"/>
                    </a:moveTo>
                    <a:lnTo>
                      <a:pt x="4743" y="1515"/>
                    </a:lnTo>
                    <a:lnTo>
                      <a:pt x="4762" y="1508"/>
                    </a:lnTo>
                    <a:lnTo>
                      <a:pt x="4746" y="1473"/>
                    </a:lnTo>
                    <a:lnTo>
                      <a:pt x="4729" y="1480"/>
                    </a:lnTo>
                    <a:close/>
                    <a:moveTo>
                      <a:pt x="4698" y="1411"/>
                    </a:moveTo>
                    <a:lnTo>
                      <a:pt x="4712" y="1447"/>
                    </a:lnTo>
                    <a:lnTo>
                      <a:pt x="4731" y="1440"/>
                    </a:lnTo>
                    <a:lnTo>
                      <a:pt x="4715" y="1404"/>
                    </a:lnTo>
                    <a:lnTo>
                      <a:pt x="4698" y="1411"/>
                    </a:lnTo>
                    <a:close/>
                    <a:moveTo>
                      <a:pt x="4668" y="1343"/>
                    </a:moveTo>
                    <a:lnTo>
                      <a:pt x="4682" y="1378"/>
                    </a:lnTo>
                    <a:lnTo>
                      <a:pt x="4701" y="1369"/>
                    </a:lnTo>
                    <a:lnTo>
                      <a:pt x="4684" y="1336"/>
                    </a:lnTo>
                    <a:lnTo>
                      <a:pt x="4668" y="1343"/>
                    </a:lnTo>
                    <a:close/>
                    <a:moveTo>
                      <a:pt x="4637" y="1274"/>
                    </a:moveTo>
                    <a:lnTo>
                      <a:pt x="4651" y="1307"/>
                    </a:lnTo>
                    <a:lnTo>
                      <a:pt x="4670" y="1300"/>
                    </a:lnTo>
                    <a:lnTo>
                      <a:pt x="4653" y="1267"/>
                    </a:lnTo>
                    <a:lnTo>
                      <a:pt x="4637" y="1274"/>
                    </a:lnTo>
                    <a:close/>
                    <a:moveTo>
                      <a:pt x="4606" y="1205"/>
                    </a:moveTo>
                    <a:lnTo>
                      <a:pt x="4620" y="1239"/>
                    </a:lnTo>
                    <a:lnTo>
                      <a:pt x="4639" y="1231"/>
                    </a:lnTo>
                    <a:lnTo>
                      <a:pt x="4623" y="1196"/>
                    </a:lnTo>
                    <a:lnTo>
                      <a:pt x="4606" y="1205"/>
                    </a:lnTo>
                    <a:close/>
                    <a:moveTo>
                      <a:pt x="4575" y="1135"/>
                    </a:moveTo>
                    <a:lnTo>
                      <a:pt x="4589" y="1170"/>
                    </a:lnTo>
                    <a:lnTo>
                      <a:pt x="4608" y="1163"/>
                    </a:lnTo>
                    <a:lnTo>
                      <a:pt x="4592" y="1127"/>
                    </a:lnTo>
                    <a:lnTo>
                      <a:pt x="4575" y="1135"/>
                    </a:lnTo>
                    <a:close/>
                    <a:moveTo>
                      <a:pt x="4545" y="1066"/>
                    </a:moveTo>
                    <a:lnTo>
                      <a:pt x="4559" y="1101"/>
                    </a:lnTo>
                    <a:lnTo>
                      <a:pt x="4578" y="1092"/>
                    </a:lnTo>
                    <a:lnTo>
                      <a:pt x="4561" y="1059"/>
                    </a:lnTo>
                    <a:lnTo>
                      <a:pt x="4545" y="1066"/>
                    </a:lnTo>
                    <a:close/>
                    <a:moveTo>
                      <a:pt x="4514" y="997"/>
                    </a:moveTo>
                    <a:lnTo>
                      <a:pt x="4528" y="1031"/>
                    </a:lnTo>
                    <a:lnTo>
                      <a:pt x="4547" y="1023"/>
                    </a:lnTo>
                    <a:lnTo>
                      <a:pt x="4530" y="990"/>
                    </a:lnTo>
                    <a:lnTo>
                      <a:pt x="4514" y="997"/>
                    </a:lnTo>
                    <a:close/>
                    <a:moveTo>
                      <a:pt x="4483" y="929"/>
                    </a:moveTo>
                    <a:lnTo>
                      <a:pt x="4497" y="962"/>
                    </a:lnTo>
                    <a:lnTo>
                      <a:pt x="4516" y="955"/>
                    </a:lnTo>
                    <a:lnTo>
                      <a:pt x="4500" y="919"/>
                    </a:lnTo>
                    <a:lnTo>
                      <a:pt x="4483" y="929"/>
                    </a:lnTo>
                    <a:close/>
                    <a:moveTo>
                      <a:pt x="4452" y="858"/>
                    </a:moveTo>
                    <a:lnTo>
                      <a:pt x="4467" y="893"/>
                    </a:lnTo>
                    <a:lnTo>
                      <a:pt x="4485" y="886"/>
                    </a:lnTo>
                    <a:lnTo>
                      <a:pt x="4469" y="851"/>
                    </a:lnTo>
                    <a:lnTo>
                      <a:pt x="4452" y="858"/>
                    </a:lnTo>
                    <a:close/>
                    <a:moveTo>
                      <a:pt x="4422" y="789"/>
                    </a:moveTo>
                    <a:lnTo>
                      <a:pt x="4436" y="825"/>
                    </a:lnTo>
                    <a:lnTo>
                      <a:pt x="4455" y="815"/>
                    </a:lnTo>
                    <a:lnTo>
                      <a:pt x="4438" y="782"/>
                    </a:lnTo>
                    <a:lnTo>
                      <a:pt x="4422" y="789"/>
                    </a:lnTo>
                    <a:close/>
                    <a:moveTo>
                      <a:pt x="4391" y="721"/>
                    </a:moveTo>
                    <a:lnTo>
                      <a:pt x="4405" y="754"/>
                    </a:lnTo>
                    <a:lnTo>
                      <a:pt x="4424" y="747"/>
                    </a:lnTo>
                    <a:lnTo>
                      <a:pt x="4407" y="714"/>
                    </a:lnTo>
                    <a:lnTo>
                      <a:pt x="4391" y="721"/>
                    </a:lnTo>
                    <a:close/>
                    <a:moveTo>
                      <a:pt x="4360" y="652"/>
                    </a:moveTo>
                    <a:lnTo>
                      <a:pt x="4374" y="685"/>
                    </a:lnTo>
                    <a:lnTo>
                      <a:pt x="4393" y="678"/>
                    </a:lnTo>
                    <a:lnTo>
                      <a:pt x="4377" y="643"/>
                    </a:lnTo>
                    <a:lnTo>
                      <a:pt x="4360" y="652"/>
                    </a:lnTo>
                    <a:close/>
                    <a:moveTo>
                      <a:pt x="4329" y="581"/>
                    </a:moveTo>
                    <a:lnTo>
                      <a:pt x="4344" y="617"/>
                    </a:lnTo>
                    <a:lnTo>
                      <a:pt x="4362" y="610"/>
                    </a:lnTo>
                    <a:lnTo>
                      <a:pt x="4346" y="574"/>
                    </a:lnTo>
                    <a:lnTo>
                      <a:pt x="4329" y="581"/>
                    </a:lnTo>
                    <a:close/>
                    <a:moveTo>
                      <a:pt x="4299" y="513"/>
                    </a:moveTo>
                    <a:lnTo>
                      <a:pt x="4313" y="548"/>
                    </a:lnTo>
                    <a:lnTo>
                      <a:pt x="4332" y="539"/>
                    </a:lnTo>
                    <a:lnTo>
                      <a:pt x="4315" y="506"/>
                    </a:lnTo>
                    <a:lnTo>
                      <a:pt x="4299" y="513"/>
                    </a:lnTo>
                    <a:close/>
                    <a:moveTo>
                      <a:pt x="4268" y="444"/>
                    </a:moveTo>
                    <a:lnTo>
                      <a:pt x="4282" y="477"/>
                    </a:lnTo>
                    <a:lnTo>
                      <a:pt x="4301" y="470"/>
                    </a:lnTo>
                    <a:lnTo>
                      <a:pt x="4284" y="437"/>
                    </a:lnTo>
                    <a:lnTo>
                      <a:pt x="4268" y="444"/>
                    </a:lnTo>
                    <a:close/>
                    <a:moveTo>
                      <a:pt x="4230" y="399"/>
                    </a:moveTo>
                    <a:lnTo>
                      <a:pt x="4247" y="399"/>
                    </a:lnTo>
                    <a:lnTo>
                      <a:pt x="4251" y="409"/>
                    </a:lnTo>
                    <a:lnTo>
                      <a:pt x="4270" y="402"/>
                    </a:lnTo>
                    <a:lnTo>
                      <a:pt x="4261" y="383"/>
                    </a:lnTo>
                    <a:lnTo>
                      <a:pt x="4232" y="380"/>
                    </a:lnTo>
                    <a:lnTo>
                      <a:pt x="4230" y="399"/>
                    </a:lnTo>
                    <a:close/>
                    <a:moveTo>
                      <a:pt x="4157" y="390"/>
                    </a:moveTo>
                    <a:lnTo>
                      <a:pt x="4195" y="395"/>
                    </a:lnTo>
                    <a:lnTo>
                      <a:pt x="4195" y="376"/>
                    </a:lnTo>
                    <a:lnTo>
                      <a:pt x="4157" y="371"/>
                    </a:lnTo>
                    <a:lnTo>
                      <a:pt x="4157" y="390"/>
                    </a:lnTo>
                    <a:close/>
                    <a:moveTo>
                      <a:pt x="4081" y="383"/>
                    </a:moveTo>
                    <a:lnTo>
                      <a:pt x="4119" y="387"/>
                    </a:lnTo>
                    <a:lnTo>
                      <a:pt x="4119" y="369"/>
                    </a:lnTo>
                    <a:lnTo>
                      <a:pt x="4083" y="364"/>
                    </a:lnTo>
                    <a:lnTo>
                      <a:pt x="4081" y="383"/>
                    </a:lnTo>
                    <a:close/>
                    <a:moveTo>
                      <a:pt x="4005" y="376"/>
                    </a:moveTo>
                    <a:lnTo>
                      <a:pt x="4043" y="380"/>
                    </a:lnTo>
                    <a:lnTo>
                      <a:pt x="4046" y="361"/>
                    </a:lnTo>
                    <a:lnTo>
                      <a:pt x="4008" y="357"/>
                    </a:lnTo>
                    <a:lnTo>
                      <a:pt x="4005" y="376"/>
                    </a:lnTo>
                    <a:close/>
                    <a:moveTo>
                      <a:pt x="3930" y="369"/>
                    </a:moveTo>
                    <a:lnTo>
                      <a:pt x="3968" y="371"/>
                    </a:lnTo>
                    <a:lnTo>
                      <a:pt x="3970" y="352"/>
                    </a:lnTo>
                    <a:lnTo>
                      <a:pt x="3932" y="350"/>
                    </a:lnTo>
                    <a:lnTo>
                      <a:pt x="3930" y="369"/>
                    </a:lnTo>
                    <a:close/>
                    <a:moveTo>
                      <a:pt x="3854" y="361"/>
                    </a:moveTo>
                    <a:lnTo>
                      <a:pt x="3892" y="364"/>
                    </a:lnTo>
                    <a:lnTo>
                      <a:pt x="3894" y="345"/>
                    </a:lnTo>
                    <a:lnTo>
                      <a:pt x="3857" y="343"/>
                    </a:lnTo>
                    <a:lnTo>
                      <a:pt x="3854" y="361"/>
                    </a:lnTo>
                    <a:close/>
                    <a:moveTo>
                      <a:pt x="3778" y="352"/>
                    </a:moveTo>
                    <a:lnTo>
                      <a:pt x="3816" y="357"/>
                    </a:lnTo>
                    <a:lnTo>
                      <a:pt x="3819" y="338"/>
                    </a:lnTo>
                    <a:lnTo>
                      <a:pt x="3781" y="333"/>
                    </a:lnTo>
                    <a:lnTo>
                      <a:pt x="3778" y="352"/>
                    </a:lnTo>
                    <a:close/>
                    <a:moveTo>
                      <a:pt x="3705" y="345"/>
                    </a:moveTo>
                    <a:lnTo>
                      <a:pt x="3741" y="350"/>
                    </a:lnTo>
                    <a:lnTo>
                      <a:pt x="3743" y="331"/>
                    </a:lnTo>
                    <a:lnTo>
                      <a:pt x="3705" y="326"/>
                    </a:lnTo>
                    <a:lnTo>
                      <a:pt x="3705" y="345"/>
                    </a:lnTo>
                    <a:close/>
                    <a:moveTo>
                      <a:pt x="3630" y="338"/>
                    </a:moveTo>
                    <a:lnTo>
                      <a:pt x="3667" y="343"/>
                    </a:lnTo>
                    <a:lnTo>
                      <a:pt x="3667" y="324"/>
                    </a:lnTo>
                    <a:lnTo>
                      <a:pt x="3632" y="319"/>
                    </a:lnTo>
                    <a:lnTo>
                      <a:pt x="3630" y="338"/>
                    </a:lnTo>
                    <a:close/>
                    <a:moveTo>
                      <a:pt x="3554" y="331"/>
                    </a:moveTo>
                    <a:lnTo>
                      <a:pt x="3592" y="333"/>
                    </a:lnTo>
                    <a:lnTo>
                      <a:pt x="3594" y="314"/>
                    </a:lnTo>
                    <a:lnTo>
                      <a:pt x="3556" y="312"/>
                    </a:lnTo>
                    <a:lnTo>
                      <a:pt x="3554" y="331"/>
                    </a:lnTo>
                    <a:close/>
                    <a:moveTo>
                      <a:pt x="3478" y="324"/>
                    </a:moveTo>
                    <a:lnTo>
                      <a:pt x="3516" y="326"/>
                    </a:lnTo>
                    <a:lnTo>
                      <a:pt x="3518" y="307"/>
                    </a:lnTo>
                    <a:lnTo>
                      <a:pt x="3481" y="305"/>
                    </a:lnTo>
                    <a:lnTo>
                      <a:pt x="3478" y="324"/>
                    </a:lnTo>
                    <a:close/>
                    <a:moveTo>
                      <a:pt x="3403" y="314"/>
                    </a:moveTo>
                    <a:lnTo>
                      <a:pt x="3440" y="319"/>
                    </a:lnTo>
                    <a:lnTo>
                      <a:pt x="3443" y="300"/>
                    </a:lnTo>
                    <a:lnTo>
                      <a:pt x="3405" y="295"/>
                    </a:lnTo>
                    <a:lnTo>
                      <a:pt x="3403" y="314"/>
                    </a:lnTo>
                    <a:close/>
                    <a:moveTo>
                      <a:pt x="3327" y="307"/>
                    </a:moveTo>
                    <a:lnTo>
                      <a:pt x="3365" y="312"/>
                    </a:lnTo>
                    <a:lnTo>
                      <a:pt x="3367" y="293"/>
                    </a:lnTo>
                    <a:lnTo>
                      <a:pt x="3329" y="288"/>
                    </a:lnTo>
                    <a:lnTo>
                      <a:pt x="3327" y="307"/>
                    </a:lnTo>
                    <a:close/>
                    <a:moveTo>
                      <a:pt x="3254" y="300"/>
                    </a:moveTo>
                    <a:lnTo>
                      <a:pt x="3289" y="305"/>
                    </a:lnTo>
                    <a:lnTo>
                      <a:pt x="3291" y="286"/>
                    </a:lnTo>
                    <a:lnTo>
                      <a:pt x="3254" y="281"/>
                    </a:lnTo>
                    <a:lnTo>
                      <a:pt x="3254" y="300"/>
                    </a:lnTo>
                    <a:close/>
                    <a:moveTo>
                      <a:pt x="3178" y="293"/>
                    </a:moveTo>
                    <a:lnTo>
                      <a:pt x="3216" y="295"/>
                    </a:lnTo>
                    <a:lnTo>
                      <a:pt x="3216" y="276"/>
                    </a:lnTo>
                    <a:lnTo>
                      <a:pt x="3180" y="274"/>
                    </a:lnTo>
                    <a:lnTo>
                      <a:pt x="3178" y="293"/>
                    </a:lnTo>
                    <a:close/>
                    <a:moveTo>
                      <a:pt x="3102" y="286"/>
                    </a:moveTo>
                    <a:lnTo>
                      <a:pt x="3140" y="288"/>
                    </a:lnTo>
                    <a:lnTo>
                      <a:pt x="3142" y="269"/>
                    </a:lnTo>
                    <a:lnTo>
                      <a:pt x="3105" y="267"/>
                    </a:lnTo>
                    <a:lnTo>
                      <a:pt x="3102" y="286"/>
                    </a:lnTo>
                    <a:close/>
                    <a:moveTo>
                      <a:pt x="3027" y="276"/>
                    </a:moveTo>
                    <a:lnTo>
                      <a:pt x="3064" y="281"/>
                    </a:lnTo>
                    <a:lnTo>
                      <a:pt x="3067" y="262"/>
                    </a:lnTo>
                    <a:lnTo>
                      <a:pt x="3029" y="257"/>
                    </a:lnTo>
                    <a:lnTo>
                      <a:pt x="3027" y="276"/>
                    </a:lnTo>
                    <a:close/>
                    <a:moveTo>
                      <a:pt x="2951" y="269"/>
                    </a:moveTo>
                    <a:lnTo>
                      <a:pt x="2989" y="274"/>
                    </a:lnTo>
                    <a:lnTo>
                      <a:pt x="2991" y="255"/>
                    </a:lnTo>
                    <a:lnTo>
                      <a:pt x="2953" y="250"/>
                    </a:lnTo>
                    <a:lnTo>
                      <a:pt x="2951" y="269"/>
                    </a:lnTo>
                    <a:close/>
                    <a:moveTo>
                      <a:pt x="2875" y="262"/>
                    </a:moveTo>
                    <a:lnTo>
                      <a:pt x="2913" y="267"/>
                    </a:lnTo>
                    <a:lnTo>
                      <a:pt x="2915" y="248"/>
                    </a:lnTo>
                    <a:lnTo>
                      <a:pt x="2878" y="243"/>
                    </a:lnTo>
                    <a:lnTo>
                      <a:pt x="2875" y="262"/>
                    </a:lnTo>
                    <a:close/>
                    <a:moveTo>
                      <a:pt x="2802" y="255"/>
                    </a:moveTo>
                    <a:lnTo>
                      <a:pt x="2837" y="257"/>
                    </a:lnTo>
                    <a:lnTo>
                      <a:pt x="2840" y="239"/>
                    </a:lnTo>
                    <a:lnTo>
                      <a:pt x="2802" y="236"/>
                    </a:lnTo>
                    <a:lnTo>
                      <a:pt x="2802" y="255"/>
                    </a:lnTo>
                    <a:close/>
                    <a:moveTo>
                      <a:pt x="2726" y="248"/>
                    </a:moveTo>
                    <a:lnTo>
                      <a:pt x="2764" y="250"/>
                    </a:lnTo>
                    <a:lnTo>
                      <a:pt x="2764" y="231"/>
                    </a:lnTo>
                    <a:lnTo>
                      <a:pt x="2726" y="229"/>
                    </a:lnTo>
                    <a:lnTo>
                      <a:pt x="2726" y="248"/>
                    </a:lnTo>
                    <a:close/>
                    <a:moveTo>
                      <a:pt x="2651" y="239"/>
                    </a:moveTo>
                    <a:lnTo>
                      <a:pt x="2689" y="243"/>
                    </a:lnTo>
                    <a:lnTo>
                      <a:pt x="2691" y="224"/>
                    </a:lnTo>
                    <a:lnTo>
                      <a:pt x="2653" y="220"/>
                    </a:lnTo>
                    <a:lnTo>
                      <a:pt x="2651" y="239"/>
                    </a:lnTo>
                    <a:close/>
                    <a:moveTo>
                      <a:pt x="2575" y="231"/>
                    </a:moveTo>
                    <a:lnTo>
                      <a:pt x="2613" y="236"/>
                    </a:lnTo>
                    <a:lnTo>
                      <a:pt x="2615" y="217"/>
                    </a:lnTo>
                    <a:lnTo>
                      <a:pt x="2577" y="213"/>
                    </a:lnTo>
                    <a:lnTo>
                      <a:pt x="2575" y="231"/>
                    </a:lnTo>
                    <a:close/>
                    <a:moveTo>
                      <a:pt x="2499" y="224"/>
                    </a:moveTo>
                    <a:lnTo>
                      <a:pt x="2537" y="229"/>
                    </a:lnTo>
                    <a:lnTo>
                      <a:pt x="2540" y="210"/>
                    </a:lnTo>
                    <a:lnTo>
                      <a:pt x="2502" y="205"/>
                    </a:lnTo>
                    <a:lnTo>
                      <a:pt x="2499" y="224"/>
                    </a:lnTo>
                    <a:close/>
                    <a:moveTo>
                      <a:pt x="2424" y="217"/>
                    </a:moveTo>
                    <a:lnTo>
                      <a:pt x="2462" y="220"/>
                    </a:lnTo>
                    <a:lnTo>
                      <a:pt x="2464" y="201"/>
                    </a:lnTo>
                    <a:lnTo>
                      <a:pt x="2426" y="198"/>
                    </a:lnTo>
                    <a:lnTo>
                      <a:pt x="2424" y="217"/>
                    </a:lnTo>
                    <a:close/>
                    <a:moveTo>
                      <a:pt x="2348" y="210"/>
                    </a:moveTo>
                    <a:lnTo>
                      <a:pt x="2386" y="213"/>
                    </a:lnTo>
                    <a:lnTo>
                      <a:pt x="2388" y="194"/>
                    </a:lnTo>
                    <a:lnTo>
                      <a:pt x="2350" y="191"/>
                    </a:lnTo>
                    <a:lnTo>
                      <a:pt x="2348" y="210"/>
                    </a:lnTo>
                    <a:close/>
                    <a:moveTo>
                      <a:pt x="2275" y="201"/>
                    </a:moveTo>
                    <a:lnTo>
                      <a:pt x="2313" y="205"/>
                    </a:lnTo>
                    <a:lnTo>
                      <a:pt x="2313" y="186"/>
                    </a:lnTo>
                    <a:lnTo>
                      <a:pt x="2275" y="182"/>
                    </a:lnTo>
                    <a:lnTo>
                      <a:pt x="2275" y="201"/>
                    </a:lnTo>
                    <a:close/>
                    <a:moveTo>
                      <a:pt x="2199" y="194"/>
                    </a:moveTo>
                    <a:lnTo>
                      <a:pt x="2237" y="198"/>
                    </a:lnTo>
                    <a:lnTo>
                      <a:pt x="2239" y="179"/>
                    </a:lnTo>
                    <a:lnTo>
                      <a:pt x="2201" y="175"/>
                    </a:lnTo>
                    <a:lnTo>
                      <a:pt x="2199" y="194"/>
                    </a:lnTo>
                    <a:close/>
                    <a:moveTo>
                      <a:pt x="2123" y="186"/>
                    </a:moveTo>
                    <a:lnTo>
                      <a:pt x="2161" y="191"/>
                    </a:lnTo>
                    <a:lnTo>
                      <a:pt x="2164" y="172"/>
                    </a:lnTo>
                    <a:lnTo>
                      <a:pt x="2126" y="168"/>
                    </a:lnTo>
                    <a:lnTo>
                      <a:pt x="2123" y="186"/>
                    </a:lnTo>
                    <a:close/>
                    <a:moveTo>
                      <a:pt x="2048" y="179"/>
                    </a:moveTo>
                    <a:lnTo>
                      <a:pt x="2086" y="182"/>
                    </a:lnTo>
                    <a:lnTo>
                      <a:pt x="2088" y="163"/>
                    </a:lnTo>
                    <a:lnTo>
                      <a:pt x="2050" y="160"/>
                    </a:lnTo>
                    <a:lnTo>
                      <a:pt x="2048" y="179"/>
                    </a:lnTo>
                    <a:close/>
                    <a:moveTo>
                      <a:pt x="1972" y="170"/>
                    </a:moveTo>
                    <a:lnTo>
                      <a:pt x="2010" y="175"/>
                    </a:lnTo>
                    <a:lnTo>
                      <a:pt x="2012" y="156"/>
                    </a:lnTo>
                    <a:lnTo>
                      <a:pt x="1974" y="153"/>
                    </a:lnTo>
                    <a:lnTo>
                      <a:pt x="1972" y="170"/>
                    </a:lnTo>
                    <a:close/>
                    <a:moveTo>
                      <a:pt x="1896" y="163"/>
                    </a:moveTo>
                    <a:lnTo>
                      <a:pt x="1934" y="168"/>
                    </a:lnTo>
                    <a:lnTo>
                      <a:pt x="1937" y="149"/>
                    </a:lnTo>
                    <a:lnTo>
                      <a:pt x="1899" y="144"/>
                    </a:lnTo>
                    <a:lnTo>
                      <a:pt x="1896" y="163"/>
                    </a:lnTo>
                    <a:close/>
                    <a:moveTo>
                      <a:pt x="1823" y="156"/>
                    </a:moveTo>
                    <a:lnTo>
                      <a:pt x="1861" y="160"/>
                    </a:lnTo>
                    <a:lnTo>
                      <a:pt x="1861" y="142"/>
                    </a:lnTo>
                    <a:lnTo>
                      <a:pt x="1823" y="137"/>
                    </a:lnTo>
                    <a:lnTo>
                      <a:pt x="1823" y="156"/>
                    </a:lnTo>
                    <a:close/>
                    <a:moveTo>
                      <a:pt x="1747" y="149"/>
                    </a:moveTo>
                    <a:lnTo>
                      <a:pt x="1785" y="151"/>
                    </a:lnTo>
                    <a:lnTo>
                      <a:pt x="1785" y="134"/>
                    </a:lnTo>
                    <a:lnTo>
                      <a:pt x="1750" y="130"/>
                    </a:lnTo>
                    <a:lnTo>
                      <a:pt x="1747" y="149"/>
                    </a:lnTo>
                    <a:close/>
                    <a:moveTo>
                      <a:pt x="1672" y="142"/>
                    </a:moveTo>
                    <a:lnTo>
                      <a:pt x="1710" y="144"/>
                    </a:lnTo>
                    <a:lnTo>
                      <a:pt x="1712" y="125"/>
                    </a:lnTo>
                    <a:lnTo>
                      <a:pt x="1674" y="123"/>
                    </a:lnTo>
                    <a:lnTo>
                      <a:pt x="1672" y="142"/>
                    </a:lnTo>
                    <a:close/>
                    <a:moveTo>
                      <a:pt x="1596" y="132"/>
                    </a:moveTo>
                    <a:lnTo>
                      <a:pt x="1634" y="137"/>
                    </a:lnTo>
                    <a:lnTo>
                      <a:pt x="1636" y="118"/>
                    </a:lnTo>
                    <a:lnTo>
                      <a:pt x="1599" y="116"/>
                    </a:lnTo>
                    <a:lnTo>
                      <a:pt x="1596" y="132"/>
                    </a:lnTo>
                    <a:close/>
                    <a:moveTo>
                      <a:pt x="1520" y="125"/>
                    </a:moveTo>
                    <a:lnTo>
                      <a:pt x="1558" y="130"/>
                    </a:lnTo>
                    <a:lnTo>
                      <a:pt x="1561" y="111"/>
                    </a:lnTo>
                    <a:lnTo>
                      <a:pt x="1523" y="106"/>
                    </a:lnTo>
                    <a:lnTo>
                      <a:pt x="1520" y="125"/>
                    </a:lnTo>
                    <a:close/>
                    <a:moveTo>
                      <a:pt x="1445" y="118"/>
                    </a:moveTo>
                    <a:lnTo>
                      <a:pt x="1483" y="123"/>
                    </a:lnTo>
                    <a:lnTo>
                      <a:pt x="1485" y="104"/>
                    </a:lnTo>
                    <a:lnTo>
                      <a:pt x="1447" y="99"/>
                    </a:lnTo>
                    <a:lnTo>
                      <a:pt x="1445" y="118"/>
                    </a:lnTo>
                    <a:close/>
                    <a:moveTo>
                      <a:pt x="1372" y="111"/>
                    </a:moveTo>
                    <a:lnTo>
                      <a:pt x="1407" y="113"/>
                    </a:lnTo>
                    <a:lnTo>
                      <a:pt x="1409" y="94"/>
                    </a:lnTo>
                    <a:lnTo>
                      <a:pt x="1372" y="92"/>
                    </a:lnTo>
                    <a:lnTo>
                      <a:pt x="1372" y="111"/>
                    </a:lnTo>
                    <a:close/>
                    <a:moveTo>
                      <a:pt x="1296" y="104"/>
                    </a:moveTo>
                    <a:lnTo>
                      <a:pt x="1334" y="106"/>
                    </a:lnTo>
                    <a:lnTo>
                      <a:pt x="1334" y="87"/>
                    </a:lnTo>
                    <a:lnTo>
                      <a:pt x="1298" y="85"/>
                    </a:lnTo>
                    <a:lnTo>
                      <a:pt x="1296" y="104"/>
                    </a:lnTo>
                    <a:close/>
                    <a:moveTo>
                      <a:pt x="1220" y="94"/>
                    </a:moveTo>
                    <a:lnTo>
                      <a:pt x="1258" y="99"/>
                    </a:lnTo>
                    <a:lnTo>
                      <a:pt x="1260" y="80"/>
                    </a:lnTo>
                    <a:lnTo>
                      <a:pt x="1223" y="75"/>
                    </a:lnTo>
                    <a:lnTo>
                      <a:pt x="1220" y="94"/>
                    </a:lnTo>
                    <a:close/>
                    <a:moveTo>
                      <a:pt x="1145" y="87"/>
                    </a:moveTo>
                    <a:lnTo>
                      <a:pt x="1182" y="92"/>
                    </a:lnTo>
                    <a:lnTo>
                      <a:pt x="1185" y="73"/>
                    </a:lnTo>
                    <a:lnTo>
                      <a:pt x="1147" y="68"/>
                    </a:lnTo>
                    <a:lnTo>
                      <a:pt x="1145" y="87"/>
                    </a:lnTo>
                    <a:close/>
                    <a:moveTo>
                      <a:pt x="1069" y="80"/>
                    </a:moveTo>
                    <a:lnTo>
                      <a:pt x="1107" y="85"/>
                    </a:lnTo>
                    <a:lnTo>
                      <a:pt x="1109" y="66"/>
                    </a:lnTo>
                    <a:lnTo>
                      <a:pt x="1071" y="61"/>
                    </a:lnTo>
                    <a:lnTo>
                      <a:pt x="1069" y="80"/>
                    </a:lnTo>
                    <a:close/>
                    <a:moveTo>
                      <a:pt x="993" y="73"/>
                    </a:moveTo>
                    <a:lnTo>
                      <a:pt x="1031" y="75"/>
                    </a:lnTo>
                    <a:lnTo>
                      <a:pt x="1033" y="56"/>
                    </a:lnTo>
                    <a:lnTo>
                      <a:pt x="996" y="54"/>
                    </a:lnTo>
                    <a:lnTo>
                      <a:pt x="993" y="73"/>
                    </a:lnTo>
                    <a:close/>
                    <a:moveTo>
                      <a:pt x="920" y="66"/>
                    </a:moveTo>
                    <a:lnTo>
                      <a:pt x="955" y="68"/>
                    </a:lnTo>
                    <a:lnTo>
                      <a:pt x="958" y="49"/>
                    </a:lnTo>
                    <a:lnTo>
                      <a:pt x="920" y="47"/>
                    </a:lnTo>
                    <a:lnTo>
                      <a:pt x="920" y="66"/>
                    </a:lnTo>
                    <a:close/>
                    <a:moveTo>
                      <a:pt x="844" y="56"/>
                    </a:moveTo>
                    <a:lnTo>
                      <a:pt x="882" y="61"/>
                    </a:lnTo>
                    <a:lnTo>
                      <a:pt x="882" y="42"/>
                    </a:lnTo>
                    <a:lnTo>
                      <a:pt x="844" y="38"/>
                    </a:lnTo>
                    <a:lnTo>
                      <a:pt x="844" y="56"/>
                    </a:lnTo>
                    <a:close/>
                    <a:moveTo>
                      <a:pt x="769" y="49"/>
                    </a:moveTo>
                    <a:lnTo>
                      <a:pt x="806" y="54"/>
                    </a:lnTo>
                    <a:lnTo>
                      <a:pt x="809" y="35"/>
                    </a:lnTo>
                    <a:lnTo>
                      <a:pt x="771" y="30"/>
                    </a:lnTo>
                    <a:lnTo>
                      <a:pt x="769" y="49"/>
                    </a:lnTo>
                    <a:close/>
                    <a:moveTo>
                      <a:pt x="693" y="42"/>
                    </a:moveTo>
                    <a:lnTo>
                      <a:pt x="731" y="47"/>
                    </a:lnTo>
                    <a:lnTo>
                      <a:pt x="733" y="28"/>
                    </a:lnTo>
                    <a:lnTo>
                      <a:pt x="695" y="23"/>
                    </a:lnTo>
                    <a:lnTo>
                      <a:pt x="693" y="42"/>
                    </a:lnTo>
                    <a:close/>
                    <a:moveTo>
                      <a:pt x="617" y="35"/>
                    </a:moveTo>
                    <a:lnTo>
                      <a:pt x="655" y="38"/>
                    </a:lnTo>
                    <a:lnTo>
                      <a:pt x="657" y="19"/>
                    </a:lnTo>
                    <a:lnTo>
                      <a:pt x="620" y="16"/>
                    </a:lnTo>
                    <a:lnTo>
                      <a:pt x="617" y="35"/>
                    </a:lnTo>
                    <a:close/>
                    <a:moveTo>
                      <a:pt x="542" y="28"/>
                    </a:moveTo>
                    <a:lnTo>
                      <a:pt x="579" y="30"/>
                    </a:lnTo>
                    <a:lnTo>
                      <a:pt x="582" y="12"/>
                    </a:lnTo>
                    <a:lnTo>
                      <a:pt x="544" y="9"/>
                    </a:lnTo>
                    <a:lnTo>
                      <a:pt x="542" y="28"/>
                    </a:lnTo>
                    <a:close/>
                    <a:moveTo>
                      <a:pt x="466" y="19"/>
                    </a:moveTo>
                    <a:lnTo>
                      <a:pt x="504" y="23"/>
                    </a:lnTo>
                    <a:lnTo>
                      <a:pt x="506" y="4"/>
                    </a:lnTo>
                    <a:lnTo>
                      <a:pt x="468" y="0"/>
                    </a:lnTo>
                    <a:lnTo>
                      <a:pt x="466" y="19"/>
                    </a:lnTo>
                    <a:close/>
                    <a:moveTo>
                      <a:pt x="442" y="68"/>
                    </a:moveTo>
                    <a:lnTo>
                      <a:pt x="454" y="33"/>
                    </a:lnTo>
                    <a:lnTo>
                      <a:pt x="435" y="26"/>
                    </a:lnTo>
                    <a:lnTo>
                      <a:pt x="423" y="61"/>
                    </a:lnTo>
                    <a:lnTo>
                      <a:pt x="442" y="68"/>
                    </a:lnTo>
                    <a:close/>
                    <a:moveTo>
                      <a:pt x="419" y="139"/>
                    </a:moveTo>
                    <a:lnTo>
                      <a:pt x="430" y="104"/>
                    </a:lnTo>
                    <a:lnTo>
                      <a:pt x="412" y="99"/>
                    </a:lnTo>
                    <a:lnTo>
                      <a:pt x="400" y="134"/>
                    </a:lnTo>
                    <a:lnTo>
                      <a:pt x="419" y="139"/>
                    </a:lnTo>
                    <a:close/>
                    <a:moveTo>
                      <a:pt x="395" y="213"/>
                    </a:moveTo>
                    <a:lnTo>
                      <a:pt x="407" y="175"/>
                    </a:lnTo>
                    <a:lnTo>
                      <a:pt x="388" y="170"/>
                    </a:lnTo>
                    <a:lnTo>
                      <a:pt x="376" y="205"/>
                    </a:lnTo>
                    <a:lnTo>
                      <a:pt x="395" y="213"/>
                    </a:lnTo>
                    <a:close/>
                    <a:moveTo>
                      <a:pt x="371" y="283"/>
                    </a:moveTo>
                    <a:lnTo>
                      <a:pt x="383" y="248"/>
                    </a:lnTo>
                    <a:lnTo>
                      <a:pt x="364" y="241"/>
                    </a:lnTo>
                    <a:lnTo>
                      <a:pt x="352" y="279"/>
                    </a:lnTo>
                    <a:lnTo>
                      <a:pt x="371" y="283"/>
                    </a:lnTo>
                    <a:close/>
                    <a:moveTo>
                      <a:pt x="348" y="354"/>
                    </a:moveTo>
                    <a:lnTo>
                      <a:pt x="360" y="319"/>
                    </a:lnTo>
                    <a:lnTo>
                      <a:pt x="341" y="314"/>
                    </a:lnTo>
                    <a:lnTo>
                      <a:pt x="329" y="350"/>
                    </a:lnTo>
                    <a:lnTo>
                      <a:pt x="348" y="354"/>
                    </a:lnTo>
                    <a:close/>
                    <a:moveTo>
                      <a:pt x="324" y="428"/>
                    </a:moveTo>
                    <a:lnTo>
                      <a:pt x="336" y="392"/>
                    </a:lnTo>
                    <a:lnTo>
                      <a:pt x="317" y="385"/>
                    </a:lnTo>
                    <a:lnTo>
                      <a:pt x="305" y="421"/>
                    </a:lnTo>
                    <a:lnTo>
                      <a:pt x="324" y="428"/>
                    </a:lnTo>
                    <a:close/>
                    <a:moveTo>
                      <a:pt x="300" y="499"/>
                    </a:moveTo>
                    <a:lnTo>
                      <a:pt x="312" y="463"/>
                    </a:lnTo>
                    <a:lnTo>
                      <a:pt x="293" y="458"/>
                    </a:lnTo>
                    <a:lnTo>
                      <a:pt x="282" y="494"/>
                    </a:lnTo>
                    <a:lnTo>
                      <a:pt x="300" y="499"/>
                    </a:lnTo>
                    <a:close/>
                    <a:moveTo>
                      <a:pt x="277" y="572"/>
                    </a:moveTo>
                    <a:lnTo>
                      <a:pt x="289" y="534"/>
                    </a:lnTo>
                    <a:lnTo>
                      <a:pt x="270" y="529"/>
                    </a:lnTo>
                    <a:lnTo>
                      <a:pt x="258" y="565"/>
                    </a:lnTo>
                    <a:lnTo>
                      <a:pt x="277" y="572"/>
                    </a:lnTo>
                    <a:close/>
                    <a:moveTo>
                      <a:pt x="253" y="643"/>
                    </a:moveTo>
                    <a:lnTo>
                      <a:pt x="265" y="607"/>
                    </a:lnTo>
                    <a:lnTo>
                      <a:pt x="246" y="600"/>
                    </a:lnTo>
                    <a:lnTo>
                      <a:pt x="234" y="638"/>
                    </a:lnTo>
                    <a:lnTo>
                      <a:pt x="253" y="643"/>
                    </a:lnTo>
                    <a:close/>
                    <a:moveTo>
                      <a:pt x="230" y="714"/>
                    </a:moveTo>
                    <a:lnTo>
                      <a:pt x="241" y="678"/>
                    </a:lnTo>
                    <a:lnTo>
                      <a:pt x="222" y="674"/>
                    </a:lnTo>
                    <a:lnTo>
                      <a:pt x="211" y="709"/>
                    </a:lnTo>
                    <a:lnTo>
                      <a:pt x="230" y="714"/>
                    </a:lnTo>
                    <a:close/>
                    <a:moveTo>
                      <a:pt x="206" y="787"/>
                    </a:moveTo>
                    <a:lnTo>
                      <a:pt x="218" y="752"/>
                    </a:lnTo>
                    <a:lnTo>
                      <a:pt x="199" y="744"/>
                    </a:lnTo>
                    <a:lnTo>
                      <a:pt x="187" y="780"/>
                    </a:lnTo>
                    <a:lnTo>
                      <a:pt x="206" y="787"/>
                    </a:lnTo>
                    <a:close/>
                    <a:moveTo>
                      <a:pt x="182" y="858"/>
                    </a:moveTo>
                    <a:lnTo>
                      <a:pt x="194" y="822"/>
                    </a:lnTo>
                    <a:lnTo>
                      <a:pt x="175" y="818"/>
                    </a:lnTo>
                    <a:lnTo>
                      <a:pt x="166" y="853"/>
                    </a:lnTo>
                    <a:lnTo>
                      <a:pt x="182" y="858"/>
                    </a:lnTo>
                    <a:close/>
                    <a:moveTo>
                      <a:pt x="159" y="931"/>
                    </a:moveTo>
                    <a:lnTo>
                      <a:pt x="170" y="893"/>
                    </a:lnTo>
                    <a:lnTo>
                      <a:pt x="154" y="889"/>
                    </a:lnTo>
                    <a:lnTo>
                      <a:pt x="142" y="924"/>
                    </a:lnTo>
                    <a:lnTo>
                      <a:pt x="159" y="931"/>
                    </a:lnTo>
                    <a:close/>
                    <a:moveTo>
                      <a:pt x="135" y="1002"/>
                    </a:moveTo>
                    <a:lnTo>
                      <a:pt x="147" y="967"/>
                    </a:lnTo>
                    <a:lnTo>
                      <a:pt x="130" y="960"/>
                    </a:lnTo>
                    <a:lnTo>
                      <a:pt x="118" y="997"/>
                    </a:lnTo>
                    <a:lnTo>
                      <a:pt x="135" y="1002"/>
                    </a:lnTo>
                    <a:close/>
                    <a:moveTo>
                      <a:pt x="111" y="1073"/>
                    </a:moveTo>
                    <a:lnTo>
                      <a:pt x="123" y="1038"/>
                    </a:lnTo>
                    <a:lnTo>
                      <a:pt x="107" y="1033"/>
                    </a:lnTo>
                    <a:lnTo>
                      <a:pt x="95" y="1068"/>
                    </a:lnTo>
                    <a:lnTo>
                      <a:pt x="111" y="1073"/>
                    </a:lnTo>
                    <a:close/>
                    <a:moveTo>
                      <a:pt x="88" y="1146"/>
                    </a:moveTo>
                    <a:lnTo>
                      <a:pt x="99" y="1111"/>
                    </a:lnTo>
                    <a:lnTo>
                      <a:pt x="83" y="1104"/>
                    </a:lnTo>
                    <a:lnTo>
                      <a:pt x="71" y="1139"/>
                    </a:lnTo>
                    <a:lnTo>
                      <a:pt x="88" y="1146"/>
                    </a:lnTo>
                    <a:close/>
                    <a:moveTo>
                      <a:pt x="64" y="1217"/>
                    </a:moveTo>
                    <a:lnTo>
                      <a:pt x="76" y="1182"/>
                    </a:lnTo>
                    <a:lnTo>
                      <a:pt x="59" y="1177"/>
                    </a:lnTo>
                    <a:lnTo>
                      <a:pt x="47" y="1213"/>
                    </a:lnTo>
                    <a:lnTo>
                      <a:pt x="64" y="1217"/>
                    </a:lnTo>
                    <a:close/>
                    <a:moveTo>
                      <a:pt x="40" y="1291"/>
                    </a:moveTo>
                    <a:lnTo>
                      <a:pt x="52" y="1253"/>
                    </a:lnTo>
                    <a:lnTo>
                      <a:pt x="36" y="1248"/>
                    </a:lnTo>
                    <a:lnTo>
                      <a:pt x="24" y="1284"/>
                    </a:lnTo>
                    <a:lnTo>
                      <a:pt x="40" y="1291"/>
                    </a:lnTo>
                    <a:close/>
                    <a:moveTo>
                      <a:pt x="17" y="1362"/>
                    </a:moveTo>
                    <a:lnTo>
                      <a:pt x="29" y="1326"/>
                    </a:lnTo>
                    <a:lnTo>
                      <a:pt x="12" y="1319"/>
                    </a:lnTo>
                    <a:lnTo>
                      <a:pt x="0" y="1357"/>
                    </a:lnTo>
                    <a:lnTo>
                      <a:pt x="17" y="1362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23"/>
              <p:cNvSpPr>
                <a:spLocks noEditPoints="1"/>
              </p:cNvSpPr>
              <p:nvPr/>
            </p:nvSpPr>
            <p:spPr bwMode="auto">
              <a:xfrm>
                <a:off x="3407407" y="828031"/>
                <a:ext cx="4292136" cy="5219244"/>
              </a:xfrm>
              <a:custGeom>
                <a:avLst/>
                <a:gdLst>
                  <a:gd name="T0" fmla="*/ 1533262 w 5162"/>
                  <a:gd name="T1" fmla="*/ 4723678 h 6277"/>
                  <a:gd name="T2" fmla="*/ 1716189 w 5162"/>
                  <a:gd name="T3" fmla="*/ 4772735 h 6277"/>
                  <a:gd name="T4" fmla="*/ 1897453 w 5162"/>
                  <a:gd name="T5" fmla="*/ 4821793 h 6277"/>
                  <a:gd name="T6" fmla="*/ 2080381 w 5162"/>
                  <a:gd name="T7" fmla="*/ 4873345 h 6277"/>
                  <a:gd name="T8" fmla="*/ 2263308 w 5162"/>
                  <a:gd name="T9" fmla="*/ 4922403 h 6277"/>
                  <a:gd name="T10" fmla="*/ 2443740 w 5162"/>
                  <a:gd name="T11" fmla="*/ 4971461 h 6277"/>
                  <a:gd name="T12" fmla="*/ 2626667 w 5162"/>
                  <a:gd name="T13" fmla="*/ 5022182 h 6277"/>
                  <a:gd name="T14" fmla="*/ 2809595 w 5162"/>
                  <a:gd name="T15" fmla="*/ 5071239 h 6277"/>
                  <a:gd name="T16" fmla="*/ 2990027 w 5162"/>
                  <a:gd name="T17" fmla="*/ 5121129 h 6277"/>
                  <a:gd name="T18" fmla="*/ 3172954 w 5162"/>
                  <a:gd name="T19" fmla="*/ 5170186 h 6277"/>
                  <a:gd name="T20" fmla="*/ 3271901 w 5162"/>
                  <a:gd name="T21" fmla="*/ 5199288 h 6277"/>
                  <a:gd name="T22" fmla="*/ 3247788 w 5162"/>
                  <a:gd name="T23" fmla="*/ 5010541 h 6277"/>
                  <a:gd name="T24" fmla="*/ 3222012 w 5162"/>
                  <a:gd name="T25" fmla="*/ 4824288 h 6277"/>
                  <a:gd name="T26" fmla="*/ 3197068 w 5162"/>
                  <a:gd name="T27" fmla="*/ 4637203 h 6277"/>
                  <a:gd name="T28" fmla="*/ 3171291 w 5162"/>
                  <a:gd name="T29" fmla="*/ 4450119 h 6277"/>
                  <a:gd name="T30" fmla="*/ 3145515 w 5162"/>
                  <a:gd name="T31" fmla="*/ 4263865 h 6277"/>
                  <a:gd name="T32" fmla="*/ 3119739 w 5162"/>
                  <a:gd name="T33" fmla="*/ 4076781 h 6277"/>
                  <a:gd name="T34" fmla="*/ 3094795 w 5162"/>
                  <a:gd name="T35" fmla="*/ 3890528 h 6277"/>
                  <a:gd name="T36" fmla="*/ 3070682 w 5162"/>
                  <a:gd name="T37" fmla="*/ 3703443 h 6277"/>
                  <a:gd name="T38" fmla="*/ 3126391 w 5162"/>
                  <a:gd name="T39" fmla="*/ 3530494 h 6277"/>
                  <a:gd name="T40" fmla="*/ 3240305 w 5162"/>
                  <a:gd name="T41" fmla="*/ 3379163 h 6277"/>
                  <a:gd name="T42" fmla="*/ 3354219 w 5162"/>
                  <a:gd name="T43" fmla="*/ 3229496 h 6277"/>
                  <a:gd name="T44" fmla="*/ 3466469 w 5162"/>
                  <a:gd name="T45" fmla="*/ 3078165 h 6277"/>
                  <a:gd name="T46" fmla="*/ 3580383 w 5162"/>
                  <a:gd name="T47" fmla="*/ 2928497 h 6277"/>
                  <a:gd name="T48" fmla="*/ 3694297 w 5162"/>
                  <a:gd name="T49" fmla="*/ 2777167 h 6277"/>
                  <a:gd name="T50" fmla="*/ 3808211 w 5162"/>
                  <a:gd name="T51" fmla="*/ 2628330 h 6277"/>
                  <a:gd name="T52" fmla="*/ 3922124 w 5162"/>
                  <a:gd name="T53" fmla="*/ 2477000 h 6277"/>
                  <a:gd name="T54" fmla="*/ 4036038 w 5162"/>
                  <a:gd name="T55" fmla="*/ 2325669 h 6277"/>
                  <a:gd name="T56" fmla="*/ 4149952 w 5162"/>
                  <a:gd name="T57" fmla="*/ 2176002 h 6277"/>
                  <a:gd name="T58" fmla="*/ 4264697 w 5162"/>
                  <a:gd name="T59" fmla="*/ 2024671 h 6277"/>
                  <a:gd name="T60" fmla="*/ 4213145 w 5162"/>
                  <a:gd name="T61" fmla="*/ 1863362 h 6277"/>
                  <a:gd name="T62" fmla="*/ 4136648 w 5162"/>
                  <a:gd name="T63" fmla="*/ 1690413 h 6277"/>
                  <a:gd name="T64" fmla="*/ 4060151 w 5162"/>
                  <a:gd name="T65" fmla="*/ 1519127 h 6277"/>
                  <a:gd name="T66" fmla="*/ 3982823 w 5162"/>
                  <a:gd name="T67" fmla="*/ 1346177 h 6277"/>
                  <a:gd name="T68" fmla="*/ 3906326 w 5162"/>
                  <a:gd name="T69" fmla="*/ 1173228 h 6277"/>
                  <a:gd name="T70" fmla="*/ 3829829 w 5162"/>
                  <a:gd name="T71" fmla="*/ 1001942 h 6277"/>
                  <a:gd name="T72" fmla="*/ 3753332 w 5162"/>
                  <a:gd name="T73" fmla="*/ 828993 h 6277"/>
                  <a:gd name="T74" fmla="*/ 3676836 w 5162"/>
                  <a:gd name="T75" fmla="*/ 656043 h 6277"/>
                  <a:gd name="T76" fmla="*/ 3599507 w 5162"/>
                  <a:gd name="T77" fmla="*/ 483094 h 6277"/>
                  <a:gd name="T78" fmla="*/ 3542966 w 5162"/>
                  <a:gd name="T79" fmla="*/ 318460 h 6277"/>
                  <a:gd name="T80" fmla="*/ 3364196 w 5162"/>
                  <a:gd name="T81" fmla="*/ 300167 h 6277"/>
                  <a:gd name="T82" fmla="*/ 3175449 w 5162"/>
                  <a:gd name="T83" fmla="*/ 281043 h 6277"/>
                  <a:gd name="T84" fmla="*/ 2988364 w 5162"/>
                  <a:gd name="T85" fmla="*/ 261087 h 6277"/>
                  <a:gd name="T86" fmla="*/ 2799617 w 5162"/>
                  <a:gd name="T87" fmla="*/ 243626 h 6277"/>
                  <a:gd name="T88" fmla="*/ 2612532 w 5162"/>
                  <a:gd name="T89" fmla="*/ 223670 h 6277"/>
                  <a:gd name="T90" fmla="*/ 2423785 w 5162"/>
                  <a:gd name="T91" fmla="*/ 206209 h 6277"/>
                  <a:gd name="T92" fmla="*/ 2237532 w 5162"/>
                  <a:gd name="T93" fmla="*/ 186253 h 6277"/>
                  <a:gd name="T94" fmla="*/ 2048784 w 5162"/>
                  <a:gd name="T95" fmla="*/ 167129 h 6277"/>
                  <a:gd name="T96" fmla="*/ 1861699 w 5162"/>
                  <a:gd name="T97" fmla="*/ 148836 h 6277"/>
                  <a:gd name="T98" fmla="*/ 1672952 w 5162"/>
                  <a:gd name="T99" fmla="*/ 129712 h 6277"/>
                  <a:gd name="T100" fmla="*/ 1484204 w 5162"/>
                  <a:gd name="T101" fmla="*/ 111419 h 6277"/>
                  <a:gd name="T102" fmla="*/ 1297951 w 5162"/>
                  <a:gd name="T103" fmla="*/ 92295 h 6277"/>
                  <a:gd name="T104" fmla="*/ 1109204 w 5162"/>
                  <a:gd name="T105" fmla="*/ 72339 h 6277"/>
                  <a:gd name="T106" fmla="*/ 922119 w 5162"/>
                  <a:gd name="T107" fmla="*/ 54878 h 6277"/>
                  <a:gd name="T108" fmla="*/ 733372 w 5162"/>
                  <a:gd name="T109" fmla="*/ 34922 h 6277"/>
                  <a:gd name="T110" fmla="*/ 546287 w 5162"/>
                  <a:gd name="T111" fmla="*/ 15798 h 6277"/>
                  <a:gd name="T112" fmla="*/ 361697 w 5162"/>
                  <a:gd name="T113" fmla="*/ 21619 h 6277"/>
                  <a:gd name="T114" fmla="*/ 302661 w 5162"/>
                  <a:gd name="T115" fmla="*/ 200388 h 6277"/>
                  <a:gd name="T116" fmla="*/ 243626 w 5162"/>
                  <a:gd name="T117" fmla="*/ 380821 h 6277"/>
                  <a:gd name="T118" fmla="*/ 184590 w 5162"/>
                  <a:gd name="T119" fmla="*/ 560422 h 6277"/>
                  <a:gd name="T120" fmla="*/ 128049 w 5162"/>
                  <a:gd name="T121" fmla="*/ 739192 h 6277"/>
                  <a:gd name="T122" fmla="*/ 69013 w 5162"/>
                  <a:gd name="T123" fmla="*/ 917962 h 6277"/>
                  <a:gd name="T124" fmla="*/ 9978 w 5162"/>
                  <a:gd name="T125" fmla="*/ 1096731 h 6277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162" h="6277">
                    <a:moveTo>
                      <a:pt x="1698" y="5641"/>
                    </a:moveTo>
                    <a:lnTo>
                      <a:pt x="1662" y="5631"/>
                    </a:lnTo>
                    <a:lnTo>
                      <a:pt x="1658" y="5650"/>
                    </a:lnTo>
                    <a:lnTo>
                      <a:pt x="1693" y="5660"/>
                    </a:lnTo>
                    <a:lnTo>
                      <a:pt x="1698" y="5641"/>
                    </a:lnTo>
                    <a:moveTo>
                      <a:pt x="1771" y="5662"/>
                    </a:moveTo>
                    <a:lnTo>
                      <a:pt x="1736" y="5650"/>
                    </a:lnTo>
                    <a:lnTo>
                      <a:pt x="1731" y="5669"/>
                    </a:lnTo>
                    <a:lnTo>
                      <a:pt x="1766" y="5679"/>
                    </a:lnTo>
                    <a:lnTo>
                      <a:pt x="1771" y="5662"/>
                    </a:lnTo>
                    <a:moveTo>
                      <a:pt x="1844" y="5681"/>
                    </a:moveTo>
                    <a:lnTo>
                      <a:pt x="1809" y="5672"/>
                    </a:lnTo>
                    <a:lnTo>
                      <a:pt x="1804" y="5688"/>
                    </a:lnTo>
                    <a:lnTo>
                      <a:pt x="1840" y="5700"/>
                    </a:lnTo>
                    <a:lnTo>
                      <a:pt x="1844" y="5681"/>
                    </a:lnTo>
                    <a:moveTo>
                      <a:pt x="1918" y="5700"/>
                    </a:moveTo>
                    <a:lnTo>
                      <a:pt x="1882" y="5690"/>
                    </a:lnTo>
                    <a:lnTo>
                      <a:pt x="1878" y="5709"/>
                    </a:lnTo>
                    <a:lnTo>
                      <a:pt x="1913" y="5719"/>
                    </a:lnTo>
                    <a:lnTo>
                      <a:pt x="1918" y="5700"/>
                    </a:lnTo>
                    <a:moveTo>
                      <a:pt x="1991" y="5721"/>
                    </a:moveTo>
                    <a:lnTo>
                      <a:pt x="1956" y="5712"/>
                    </a:lnTo>
                    <a:lnTo>
                      <a:pt x="1948" y="5728"/>
                    </a:lnTo>
                    <a:lnTo>
                      <a:pt x="1986" y="5740"/>
                    </a:lnTo>
                    <a:lnTo>
                      <a:pt x="1991" y="5721"/>
                    </a:lnTo>
                    <a:moveTo>
                      <a:pt x="2064" y="5740"/>
                    </a:moveTo>
                    <a:lnTo>
                      <a:pt x="2026" y="5731"/>
                    </a:lnTo>
                    <a:lnTo>
                      <a:pt x="2022" y="5750"/>
                    </a:lnTo>
                    <a:lnTo>
                      <a:pt x="2060" y="5759"/>
                    </a:lnTo>
                    <a:lnTo>
                      <a:pt x="2064" y="5740"/>
                    </a:lnTo>
                    <a:moveTo>
                      <a:pt x="2138" y="5761"/>
                    </a:moveTo>
                    <a:lnTo>
                      <a:pt x="2100" y="5750"/>
                    </a:lnTo>
                    <a:lnTo>
                      <a:pt x="2095" y="5768"/>
                    </a:lnTo>
                    <a:lnTo>
                      <a:pt x="2133" y="5778"/>
                    </a:lnTo>
                    <a:lnTo>
                      <a:pt x="2138" y="5761"/>
                    </a:lnTo>
                    <a:moveTo>
                      <a:pt x="2211" y="5780"/>
                    </a:moveTo>
                    <a:lnTo>
                      <a:pt x="2173" y="5771"/>
                    </a:lnTo>
                    <a:lnTo>
                      <a:pt x="2168" y="5790"/>
                    </a:lnTo>
                    <a:lnTo>
                      <a:pt x="2204" y="5799"/>
                    </a:lnTo>
                    <a:lnTo>
                      <a:pt x="2211" y="5780"/>
                    </a:lnTo>
                    <a:moveTo>
                      <a:pt x="2282" y="5799"/>
                    </a:moveTo>
                    <a:lnTo>
                      <a:pt x="2246" y="5790"/>
                    </a:lnTo>
                    <a:lnTo>
                      <a:pt x="2242" y="5809"/>
                    </a:lnTo>
                    <a:lnTo>
                      <a:pt x="2277" y="5818"/>
                    </a:lnTo>
                    <a:lnTo>
                      <a:pt x="2282" y="5799"/>
                    </a:lnTo>
                    <a:moveTo>
                      <a:pt x="2355" y="5820"/>
                    </a:moveTo>
                    <a:lnTo>
                      <a:pt x="2320" y="5811"/>
                    </a:lnTo>
                    <a:lnTo>
                      <a:pt x="2315" y="5828"/>
                    </a:lnTo>
                    <a:lnTo>
                      <a:pt x="2350" y="5839"/>
                    </a:lnTo>
                    <a:lnTo>
                      <a:pt x="2355" y="5820"/>
                    </a:lnTo>
                    <a:moveTo>
                      <a:pt x="2428" y="5839"/>
                    </a:moveTo>
                    <a:lnTo>
                      <a:pt x="2393" y="5830"/>
                    </a:lnTo>
                    <a:lnTo>
                      <a:pt x="2388" y="5849"/>
                    </a:lnTo>
                    <a:lnTo>
                      <a:pt x="2424" y="5858"/>
                    </a:lnTo>
                    <a:lnTo>
                      <a:pt x="2428" y="5839"/>
                    </a:lnTo>
                    <a:moveTo>
                      <a:pt x="2502" y="5861"/>
                    </a:moveTo>
                    <a:lnTo>
                      <a:pt x="2466" y="5851"/>
                    </a:lnTo>
                    <a:lnTo>
                      <a:pt x="2462" y="5868"/>
                    </a:lnTo>
                    <a:lnTo>
                      <a:pt x="2497" y="5877"/>
                    </a:lnTo>
                    <a:lnTo>
                      <a:pt x="2502" y="5861"/>
                    </a:lnTo>
                    <a:moveTo>
                      <a:pt x="2575" y="5880"/>
                    </a:moveTo>
                    <a:lnTo>
                      <a:pt x="2537" y="5870"/>
                    </a:lnTo>
                    <a:lnTo>
                      <a:pt x="2532" y="5889"/>
                    </a:lnTo>
                    <a:lnTo>
                      <a:pt x="2570" y="5899"/>
                    </a:lnTo>
                    <a:lnTo>
                      <a:pt x="2575" y="5880"/>
                    </a:lnTo>
                    <a:moveTo>
                      <a:pt x="2648" y="5901"/>
                    </a:moveTo>
                    <a:lnTo>
                      <a:pt x="2610" y="5889"/>
                    </a:lnTo>
                    <a:lnTo>
                      <a:pt x="2606" y="5908"/>
                    </a:lnTo>
                    <a:lnTo>
                      <a:pt x="2644" y="5917"/>
                    </a:lnTo>
                    <a:lnTo>
                      <a:pt x="2648" y="5901"/>
                    </a:lnTo>
                    <a:moveTo>
                      <a:pt x="2722" y="5920"/>
                    </a:moveTo>
                    <a:lnTo>
                      <a:pt x="2684" y="5910"/>
                    </a:lnTo>
                    <a:lnTo>
                      <a:pt x="2679" y="5929"/>
                    </a:lnTo>
                    <a:lnTo>
                      <a:pt x="2717" y="5939"/>
                    </a:lnTo>
                    <a:lnTo>
                      <a:pt x="2722" y="5920"/>
                    </a:lnTo>
                    <a:moveTo>
                      <a:pt x="2795" y="5939"/>
                    </a:moveTo>
                    <a:lnTo>
                      <a:pt x="2757" y="5929"/>
                    </a:lnTo>
                    <a:lnTo>
                      <a:pt x="2752" y="5948"/>
                    </a:lnTo>
                    <a:lnTo>
                      <a:pt x="2788" y="5958"/>
                    </a:lnTo>
                    <a:lnTo>
                      <a:pt x="2795" y="5939"/>
                    </a:lnTo>
                    <a:moveTo>
                      <a:pt x="2866" y="5960"/>
                    </a:moveTo>
                    <a:lnTo>
                      <a:pt x="2830" y="5951"/>
                    </a:lnTo>
                    <a:lnTo>
                      <a:pt x="2826" y="5967"/>
                    </a:lnTo>
                    <a:lnTo>
                      <a:pt x="2861" y="5979"/>
                    </a:lnTo>
                    <a:lnTo>
                      <a:pt x="2866" y="5960"/>
                    </a:lnTo>
                    <a:moveTo>
                      <a:pt x="2939" y="5979"/>
                    </a:moveTo>
                    <a:lnTo>
                      <a:pt x="2904" y="5969"/>
                    </a:lnTo>
                    <a:lnTo>
                      <a:pt x="2899" y="5988"/>
                    </a:lnTo>
                    <a:lnTo>
                      <a:pt x="2934" y="5998"/>
                    </a:lnTo>
                    <a:lnTo>
                      <a:pt x="2939" y="5979"/>
                    </a:lnTo>
                    <a:moveTo>
                      <a:pt x="3012" y="6000"/>
                    </a:moveTo>
                    <a:lnTo>
                      <a:pt x="2977" y="5988"/>
                    </a:lnTo>
                    <a:lnTo>
                      <a:pt x="2972" y="6007"/>
                    </a:lnTo>
                    <a:lnTo>
                      <a:pt x="3008" y="6017"/>
                    </a:lnTo>
                    <a:lnTo>
                      <a:pt x="3012" y="6000"/>
                    </a:lnTo>
                    <a:moveTo>
                      <a:pt x="3086" y="6019"/>
                    </a:moveTo>
                    <a:lnTo>
                      <a:pt x="3050" y="6010"/>
                    </a:lnTo>
                    <a:lnTo>
                      <a:pt x="3043" y="6029"/>
                    </a:lnTo>
                    <a:lnTo>
                      <a:pt x="3081" y="6038"/>
                    </a:lnTo>
                    <a:lnTo>
                      <a:pt x="3086" y="6019"/>
                    </a:lnTo>
                    <a:moveTo>
                      <a:pt x="3159" y="6040"/>
                    </a:moveTo>
                    <a:lnTo>
                      <a:pt x="3121" y="6029"/>
                    </a:lnTo>
                    <a:lnTo>
                      <a:pt x="3116" y="6047"/>
                    </a:lnTo>
                    <a:lnTo>
                      <a:pt x="3154" y="6057"/>
                    </a:lnTo>
                    <a:lnTo>
                      <a:pt x="3159" y="6040"/>
                    </a:lnTo>
                    <a:moveTo>
                      <a:pt x="3232" y="6059"/>
                    </a:moveTo>
                    <a:lnTo>
                      <a:pt x="3194" y="6050"/>
                    </a:lnTo>
                    <a:lnTo>
                      <a:pt x="3190" y="6066"/>
                    </a:lnTo>
                    <a:lnTo>
                      <a:pt x="3228" y="6078"/>
                    </a:lnTo>
                    <a:lnTo>
                      <a:pt x="3232" y="6059"/>
                    </a:lnTo>
                    <a:moveTo>
                      <a:pt x="3306" y="6078"/>
                    </a:moveTo>
                    <a:lnTo>
                      <a:pt x="3268" y="6069"/>
                    </a:lnTo>
                    <a:lnTo>
                      <a:pt x="3263" y="6088"/>
                    </a:lnTo>
                    <a:lnTo>
                      <a:pt x="3301" y="6097"/>
                    </a:lnTo>
                    <a:lnTo>
                      <a:pt x="3306" y="6078"/>
                    </a:lnTo>
                    <a:moveTo>
                      <a:pt x="3379" y="6099"/>
                    </a:moveTo>
                    <a:lnTo>
                      <a:pt x="3341" y="6090"/>
                    </a:lnTo>
                    <a:lnTo>
                      <a:pt x="3336" y="6107"/>
                    </a:lnTo>
                    <a:lnTo>
                      <a:pt x="3372" y="6116"/>
                    </a:lnTo>
                    <a:lnTo>
                      <a:pt x="3379" y="6099"/>
                    </a:lnTo>
                    <a:moveTo>
                      <a:pt x="3450" y="6118"/>
                    </a:moveTo>
                    <a:lnTo>
                      <a:pt x="3414" y="6109"/>
                    </a:lnTo>
                    <a:lnTo>
                      <a:pt x="3410" y="6128"/>
                    </a:lnTo>
                    <a:lnTo>
                      <a:pt x="3445" y="6137"/>
                    </a:lnTo>
                    <a:lnTo>
                      <a:pt x="3450" y="6118"/>
                    </a:lnTo>
                    <a:moveTo>
                      <a:pt x="3523" y="6140"/>
                    </a:moveTo>
                    <a:lnTo>
                      <a:pt x="3488" y="6128"/>
                    </a:lnTo>
                    <a:lnTo>
                      <a:pt x="3483" y="6147"/>
                    </a:lnTo>
                    <a:lnTo>
                      <a:pt x="3518" y="6156"/>
                    </a:lnTo>
                    <a:lnTo>
                      <a:pt x="3523" y="6140"/>
                    </a:lnTo>
                    <a:moveTo>
                      <a:pt x="3596" y="6159"/>
                    </a:moveTo>
                    <a:lnTo>
                      <a:pt x="3561" y="6149"/>
                    </a:lnTo>
                    <a:lnTo>
                      <a:pt x="3556" y="6168"/>
                    </a:lnTo>
                    <a:lnTo>
                      <a:pt x="3592" y="6177"/>
                    </a:lnTo>
                    <a:lnTo>
                      <a:pt x="3596" y="6159"/>
                    </a:lnTo>
                    <a:moveTo>
                      <a:pt x="3670" y="6177"/>
                    </a:moveTo>
                    <a:lnTo>
                      <a:pt x="3634" y="6168"/>
                    </a:lnTo>
                    <a:lnTo>
                      <a:pt x="3627" y="6187"/>
                    </a:lnTo>
                    <a:lnTo>
                      <a:pt x="3665" y="6196"/>
                    </a:lnTo>
                    <a:lnTo>
                      <a:pt x="3670" y="6177"/>
                    </a:lnTo>
                    <a:moveTo>
                      <a:pt x="3743" y="6199"/>
                    </a:moveTo>
                    <a:lnTo>
                      <a:pt x="3705" y="6189"/>
                    </a:lnTo>
                    <a:lnTo>
                      <a:pt x="3700" y="6206"/>
                    </a:lnTo>
                    <a:lnTo>
                      <a:pt x="3738" y="6218"/>
                    </a:lnTo>
                    <a:lnTo>
                      <a:pt x="3743" y="6199"/>
                    </a:lnTo>
                    <a:moveTo>
                      <a:pt x="3816" y="6218"/>
                    </a:moveTo>
                    <a:lnTo>
                      <a:pt x="3778" y="6208"/>
                    </a:lnTo>
                    <a:lnTo>
                      <a:pt x="3774" y="6227"/>
                    </a:lnTo>
                    <a:lnTo>
                      <a:pt x="3812" y="6237"/>
                    </a:lnTo>
                    <a:lnTo>
                      <a:pt x="3816" y="6218"/>
                    </a:lnTo>
                    <a:moveTo>
                      <a:pt x="3890" y="6239"/>
                    </a:moveTo>
                    <a:lnTo>
                      <a:pt x="3852" y="6227"/>
                    </a:lnTo>
                    <a:lnTo>
                      <a:pt x="3847" y="6246"/>
                    </a:lnTo>
                    <a:lnTo>
                      <a:pt x="3885" y="6256"/>
                    </a:lnTo>
                    <a:lnTo>
                      <a:pt x="3890" y="6239"/>
                    </a:lnTo>
                    <a:moveTo>
                      <a:pt x="3935" y="6253"/>
                    </a:moveTo>
                    <a:lnTo>
                      <a:pt x="3937" y="6265"/>
                    </a:lnTo>
                    <a:lnTo>
                      <a:pt x="3946" y="6265"/>
                    </a:lnTo>
                    <a:lnTo>
                      <a:pt x="3949" y="6256"/>
                    </a:lnTo>
                    <a:lnTo>
                      <a:pt x="3925" y="6248"/>
                    </a:lnTo>
                    <a:lnTo>
                      <a:pt x="3920" y="6267"/>
                    </a:lnTo>
                    <a:lnTo>
                      <a:pt x="3958" y="6277"/>
                    </a:lnTo>
                    <a:lnTo>
                      <a:pt x="3953" y="6251"/>
                    </a:lnTo>
                    <a:lnTo>
                      <a:pt x="3935" y="6253"/>
                    </a:lnTo>
                    <a:moveTo>
                      <a:pt x="3925" y="6177"/>
                    </a:moveTo>
                    <a:lnTo>
                      <a:pt x="3930" y="6215"/>
                    </a:lnTo>
                    <a:lnTo>
                      <a:pt x="3949" y="6213"/>
                    </a:lnTo>
                    <a:lnTo>
                      <a:pt x="3944" y="6175"/>
                    </a:lnTo>
                    <a:lnTo>
                      <a:pt x="3925" y="6177"/>
                    </a:lnTo>
                    <a:moveTo>
                      <a:pt x="3916" y="6102"/>
                    </a:moveTo>
                    <a:lnTo>
                      <a:pt x="3920" y="6140"/>
                    </a:lnTo>
                    <a:lnTo>
                      <a:pt x="3939" y="6137"/>
                    </a:lnTo>
                    <a:lnTo>
                      <a:pt x="3935" y="6099"/>
                    </a:lnTo>
                    <a:lnTo>
                      <a:pt x="3916" y="6102"/>
                    </a:lnTo>
                    <a:moveTo>
                      <a:pt x="3906" y="6026"/>
                    </a:moveTo>
                    <a:lnTo>
                      <a:pt x="3911" y="6064"/>
                    </a:lnTo>
                    <a:lnTo>
                      <a:pt x="3930" y="6062"/>
                    </a:lnTo>
                    <a:lnTo>
                      <a:pt x="3923" y="6024"/>
                    </a:lnTo>
                    <a:lnTo>
                      <a:pt x="3906" y="6026"/>
                    </a:lnTo>
                    <a:moveTo>
                      <a:pt x="3894" y="5953"/>
                    </a:moveTo>
                    <a:lnTo>
                      <a:pt x="3899" y="5991"/>
                    </a:lnTo>
                    <a:lnTo>
                      <a:pt x="3918" y="5988"/>
                    </a:lnTo>
                    <a:lnTo>
                      <a:pt x="3913" y="5951"/>
                    </a:lnTo>
                    <a:lnTo>
                      <a:pt x="3894" y="5953"/>
                    </a:lnTo>
                    <a:moveTo>
                      <a:pt x="3885" y="5877"/>
                    </a:moveTo>
                    <a:lnTo>
                      <a:pt x="3890" y="5915"/>
                    </a:lnTo>
                    <a:lnTo>
                      <a:pt x="3909" y="5913"/>
                    </a:lnTo>
                    <a:lnTo>
                      <a:pt x="3904" y="5875"/>
                    </a:lnTo>
                    <a:lnTo>
                      <a:pt x="3885" y="5877"/>
                    </a:lnTo>
                    <a:moveTo>
                      <a:pt x="3875" y="5802"/>
                    </a:moveTo>
                    <a:lnTo>
                      <a:pt x="3880" y="5839"/>
                    </a:lnTo>
                    <a:lnTo>
                      <a:pt x="3899" y="5837"/>
                    </a:lnTo>
                    <a:lnTo>
                      <a:pt x="3894" y="5799"/>
                    </a:lnTo>
                    <a:lnTo>
                      <a:pt x="3875" y="5802"/>
                    </a:lnTo>
                    <a:moveTo>
                      <a:pt x="3864" y="5728"/>
                    </a:moveTo>
                    <a:lnTo>
                      <a:pt x="3871" y="5764"/>
                    </a:lnTo>
                    <a:lnTo>
                      <a:pt x="3887" y="5761"/>
                    </a:lnTo>
                    <a:lnTo>
                      <a:pt x="3883" y="5726"/>
                    </a:lnTo>
                    <a:lnTo>
                      <a:pt x="3864" y="5728"/>
                    </a:lnTo>
                    <a:moveTo>
                      <a:pt x="3854" y="5653"/>
                    </a:moveTo>
                    <a:lnTo>
                      <a:pt x="3859" y="5690"/>
                    </a:lnTo>
                    <a:lnTo>
                      <a:pt x="3878" y="5688"/>
                    </a:lnTo>
                    <a:lnTo>
                      <a:pt x="3873" y="5650"/>
                    </a:lnTo>
                    <a:lnTo>
                      <a:pt x="3854" y="5653"/>
                    </a:lnTo>
                    <a:moveTo>
                      <a:pt x="3845" y="5577"/>
                    </a:moveTo>
                    <a:lnTo>
                      <a:pt x="3849" y="5615"/>
                    </a:lnTo>
                    <a:lnTo>
                      <a:pt x="3868" y="5612"/>
                    </a:lnTo>
                    <a:lnTo>
                      <a:pt x="3864" y="5575"/>
                    </a:lnTo>
                    <a:lnTo>
                      <a:pt x="3845" y="5577"/>
                    </a:lnTo>
                    <a:moveTo>
                      <a:pt x="3835" y="5501"/>
                    </a:moveTo>
                    <a:lnTo>
                      <a:pt x="3840" y="5539"/>
                    </a:lnTo>
                    <a:lnTo>
                      <a:pt x="3859" y="5537"/>
                    </a:lnTo>
                    <a:lnTo>
                      <a:pt x="3852" y="5499"/>
                    </a:lnTo>
                    <a:lnTo>
                      <a:pt x="3835" y="5501"/>
                    </a:lnTo>
                    <a:moveTo>
                      <a:pt x="3823" y="5428"/>
                    </a:moveTo>
                    <a:lnTo>
                      <a:pt x="3828" y="5466"/>
                    </a:lnTo>
                    <a:lnTo>
                      <a:pt x="3847" y="5463"/>
                    </a:lnTo>
                    <a:lnTo>
                      <a:pt x="3842" y="5426"/>
                    </a:lnTo>
                    <a:lnTo>
                      <a:pt x="3823" y="5428"/>
                    </a:lnTo>
                    <a:moveTo>
                      <a:pt x="3814" y="5352"/>
                    </a:moveTo>
                    <a:lnTo>
                      <a:pt x="3819" y="5390"/>
                    </a:lnTo>
                    <a:lnTo>
                      <a:pt x="3838" y="5388"/>
                    </a:lnTo>
                    <a:lnTo>
                      <a:pt x="3833" y="5350"/>
                    </a:lnTo>
                    <a:lnTo>
                      <a:pt x="3814" y="5352"/>
                    </a:lnTo>
                    <a:moveTo>
                      <a:pt x="3804" y="5277"/>
                    </a:moveTo>
                    <a:lnTo>
                      <a:pt x="3809" y="5315"/>
                    </a:lnTo>
                    <a:lnTo>
                      <a:pt x="3828" y="5312"/>
                    </a:lnTo>
                    <a:lnTo>
                      <a:pt x="3823" y="5274"/>
                    </a:lnTo>
                    <a:lnTo>
                      <a:pt x="3804" y="5277"/>
                    </a:lnTo>
                    <a:moveTo>
                      <a:pt x="3793" y="5203"/>
                    </a:moveTo>
                    <a:lnTo>
                      <a:pt x="3800" y="5239"/>
                    </a:lnTo>
                    <a:lnTo>
                      <a:pt x="3816" y="5237"/>
                    </a:lnTo>
                    <a:lnTo>
                      <a:pt x="3812" y="5201"/>
                    </a:lnTo>
                    <a:lnTo>
                      <a:pt x="3793" y="5203"/>
                    </a:lnTo>
                    <a:moveTo>
                      <a:pt x="3783" y="5128"/>
                    </a:moveTo>
                    <a:lnTo>
                      <a:pt x="3788" y="5166"/>
                    </a:lnTo>
                    <a:lnTo>
                      <a:pt x="3807" y="5163"/>
                    </a:lnTo>
                    <a:lnTo>
                      <a:pt x="3802" y="5125"/>
                    </a:lnTo>
                    <a:lnTo>
                      <a:pt x="3783" y="5128"/>
                    </a:lnTo>
                    <a:moveTo>
                      <a:pt x="3774" y="5052"/>
                    </a:moveTo>
                    <a:lnTo>
                      <a:pt x="3778" y="5090"/>
                    </a:lnTo>
                    <a:lnTo>
                      <a:pt x="3797" y="5088"/>
                    </a:lnTo>
                    <a:lnTo>
                      <a:pt x="3793" y="5050"/>
                    </a:lnTo>
                    <a:lnTo>
                      <a:pt x="3774" y="5052"/>
                    </a:lnTo>
                    <a:moveTo>
                      <a:pt x="3764" y="4976"/>
                    </a:moveTo>
                    <a:lnTo>
                      <a:pt x="3769" y="5014"/>
                    </a:lnTo>
                    <a:lnTo>
                      <a:pt x="3788" y="5012"/>
                    </a:lnTo>
                    <a:lnTo>
                      <a:pt x="3781" y="4974"/>
                    </a:lnTo>
                    <a:lnTo>
                      <a:pt x="3764" y="4976"/>
                    </a:lnTo>
                    <a:moveTo>
                      <a:pt x="3752" y="4903"/>
                    </a:moveTo>
                    <a:lnTo>
                      <a:pt x="3757" y="4941"/>
                    </a:lnTo>
                    <a:lnTo>
                      <a:pt x="3776" y="4939"/>
                    </a:lnTo>
                    <a:lnTo>
                      <a:pt x="3771" y="4901"/>
                    </a:lnTo>
                    <a:lnTo>
                      <a:pt x="3752" y="4903"/>
                    </a:lnTo>
                    <a:moveTo>
                      <a:pt x="3743" y="4828"/>
                    </a:moveTo>
                    <a:lnTo>
                      <a:pt x="3748" y="4865"/>
                    </a:lnTo>
                    <a:lnTo>
                      <a:pt x="3767" y="4863"/>
                    </a:lnTo>
                    <a:lnTo>
                      <a:pt x="3762" y="4825"/>
                    </a:lnTo>
                    <a:lnTo>
                      <a:pt x="3743" y="4828"/>
                    </a:lnTo>
                    <a:moveTo>
                      <a:pt x="3734" y="4752"/>
                    </a:moveTo>
                    <a:lnTo>
                      <a:pt x="3738" y="4790"/>
                    </a:lnTo>
                    <a:lnTo>
                      <a:pt x="3757" y="4787"/>
                    </a:lnTo>
                    <a:lnTo>
                      <a:pt x="3752" y="4749"/>
                    </a:lnTo>
                    <a:lnTo>
                      <a:pt x="3734" y="4752"/>
                    </a:lnTo>
                    <a:moveTo>
                      <a:pt x="3722" y="4679"/>
                    </a:moveTo>
                    <a:lnTo>
                      <a:pt x="3729" y="4716"/>
                    </a:lnTo>
                    <a:lnTo>
                      <a:pt x="3748" y="4712"/>
                    </a:lnTo>
                    <a:lnTo>
                      <a:pt x="3741" y="4676"/>
                    </a:lnTo>
                    <a:lnTo>
                      <a:pt x="3722" y="4679"/>
                    </a:lnTo>
                    <a:moveTo>
                      <a:pt x="3712" y="4603"/>
                    </a:moveTo>
                    <a:lnTo>
                      <a:pt x="3717" y="4641"/>
                    </a:lnTo>
                    <a:lnTo>
                      <a:pt x="3736" y="4638"/>
                    </a:lnTo>
                    <a:lnTo>
                      <a:pt x="3731" y="4601"/>
                    </a:lnTo>
                    <a:lnTo>
                      <a:pt x="3712" y="4603"/>
                    </a:lnTo>
                    <a:moveTo>
                      <a:pt x="3703" y="4527"/>
                    </a:moveTo>
                    <a:lnTo>
                      <a:pt x="3708" y="4565"/>
                    </a:lnTo>
                    <a:lnTo>
                      <a:pt x="3726" y="4563"/>
                    </a:lnTo>
                    <a:lnTo>
                      <a:pt x="3722" y="4525"/>
                    </a:lnTo>
                    <a:lnTo>
                      <a:pt x="3703" y="4527"/>
                    </a:lnTo>
                    <a:moveTo>
                      <a:pt x="3693" y="4454"/>
                    </a:moveTo>
                    <a:lnTo>
                      <a:pt x="3698" y="4489"/>
                    </a:lnTo>
                    <a:lnTo>
                      <a:pt x="3717" y="4487"/>
                    </a:lnTo>
                    <a:lnTo>
                      <a:pt x="3712" y="4449"/>
                    </a:lnTo>
                    <a:lnTo>
                      <a:pt x="3693" y="4454"/>
                    </a:lnTo>
                    <a:moveTo>
                      <a:pt x="3682" y="4378"/>
                    </a:moveTo>
                    <a:lnTo>
                      <a:pt x="3686" y="4416"/>
                    </a:lnTo>
                    <a:lnTo>
                      <a:pt x="3705" y="4414"/>
                    </a:lnTo>
                    <a:lnTo>
                      <a:pt x="3700" y="4376"/>
                    </a:lnTo>
                    <a:lnTo>
                      <a:pt x="3682" y="4378"/>
                    </a:lnTo>
                    <a:moveTo>
                      <a:pt x="3712" y="4307"/>
                    </a:moveTo>
                    <a:lnTo>
                      <a:pt x="3691" y="4336"/>
                    </a:lnTo>
                    <a:lnTo>
                      <a:pt x="3705" y="4348"/>
                    </a:lnTo>
                    <a:lnTo>
                      <a:pt x="3729" y="4317"/>
                    </a:lnTo>
                    <a:lnTo>
                      <a:pt x="3712" y="4307"/>
                    </a:lnTo>
                    <a:moveTo>
                      <a:pt x="3760" y="4246"/>
                    </a:moveTo>
                    <a:lnTo>
                      <a:pt x="3736" y="4277"/>
                    </a:lnTo>
                    <a:lnTo>
                      <a:pt x="3752" y="4288"/>
                    </a:lnTo>
                    <a:lnTo>
                      <a:pt x="3774" y="4258"/>
                    </a:lnTo>
                    <a:lnTo>
                      <a:pt x="3760" y="4246"/>
                    </a:lnTo>
                    <a:moveTo>
                      <a:pt x="3804" y="4184"/>
                    </a:moveTo>
                    <a:lnTo>
                      <a:pt x="3781" y="4215"/>
                    </a:lnTo>
                    <a:lnTo>
                      <a:pt x="3797" y="4227"/>
                    </a:lnTo>
                    <a:lnTo>
                      <a:pt x="3819" y="4196"/>
                    </a:lnTo>
                    <a:lnTo>
                      <a:pt x="3804" y="4184"/>
                    </a:lnTo>
                    <a:moveTo>
                      <a:pt x="3849" y="4125"/>
                    </a:moveTo>
                    <a:lnTo>
                      <a:pt x="3828" y="4156"/>
                    </a:lnTo>
                    <a:lnTo>
                      <a:pt x="3842" y="4168"/>
                    </a:lnTo>
                    <a:lnTo>
                      <a:pt x="3866" y="4137"/>
                    </a:lnTo>
                    <a:lnTo>
                      <a:pt x="3849" y="4125"/>
                    </a:lnTo>
                    <a:moveTo>
                      <a:pt x="3897" y="4064"/>
                    </a:moveTo>
                    <a:lnTo>
                      <a:pt x="3873" y="4095"/>
                    </a:lnTo>
                    <a:lnTo>
                      <a:pt x="3887" y="4106"/>
                    </a:lnTo>
                    <a:lnTo>
                      <a:pt x="3911" y="4076"/>
                    </a:lnTo>
                    <a:lnTo>
                      <a:pt x="3897" y="4064"/>
                    </a:lnTo>
                    <a:moveTo>
                      <a:pt x="3942" y="4005"/>
                    </a:moveTo>
                    <a:lnTo>
                      <a:pt x="3918" y="4035"/>
                    </a:lnTo>
                    <a:lnTo>
                      <a:pt x="3935" y="4045"/>
                    </a:lnTo>
                    <a:lnTo>
                      <a:pt x="3956" y="4017"/>
                    </a:lnTo>
                    <a:lnTo>
                      <a:pt x="3942" y="4005"/>
                    </a:lnTo>
                    <a:moveTo>
                      <a:pt x="3987" y="3943"/>
                    </a:moveTo>
                    <a:lnTo>
                      <a:pt x="3965" y="3974"/>
                    </a:lnTo>
                    <a:lnTo>
                      <a:pt x="3979" y="3986"/>
                    </a:lnTo>
                    <a:lnTo>
                      <a:pt x="4003" y="3955"/>
                    </a:lnTo>
                    <a:lnTo>
                      <a:pt x="3987" y="3943"/>
                    </a:lnTo>
                    <a:moveTo>
                      <a:pt x="4034" y="3884"/>
                    </a:moveTo>
                    <a:lnTo>
                      <a:pt x="4010" y="3915"/>
                    </a:lnTo>
                    <a:lnTo>
                      <a:pt x="4024" y="3924"/>
                    </a:lnTo>
                    <a:lnTo>
                      <a:pt x="4048" y="3896"/>
                    </a:lnTo>
                    <a:lnTo>
                      <a:pt x="4034" y="3884"/>
                    </a:lnTo>
                    <a:moveTo>
                      <a:pt x="4079" y="3823"/>
                    </a:moveTo>
                    <a:lnTo>
                      <a:pt x="4055" y="3853"/>
                    </a:lnTo>
                    <a:lnTo>
                      <a:pt x="4072" y="3865"/>
                    </a:lnTo>
                    <a:lnTo>
                      <a:pt x="4093" y="3835"/>
                    </a:lnTo>
                    <a:lnTo>
                      <a:pt x="4079" y="3823"/>
                    </a:lnTo>
                    <a:moveTo>
                      <a:pt x="4124" y="3764"/>
                    </a:moveTo>
                    <a:lnTo>
                      <a:pt x="4102" y="3794"/>
                    </a:lnTo>
                    <a:lnTo>
                      <a:pt x="4117" y="3804"/>
                    </a:lnTo>
                    <a:lnTo>
                      <a:pt x="4140" y="3775"/>
                    </a:lnTo>
                    <a:lnTo>
                      <a:pt x="4124" y="3764"/>
                    </a:lnTo>
                    <a:moveTo>
                      <a:pt x="4169" y="3702"/>
                    </a:moveTo>
                    <a:lnTo>
                      <a:pt x="4147" y="3733"/>
                    </a:lnTo>
                    <a:lnTo>
                      <a:pt x="4162" y="3745"/>
                    </a:lnTo>
                    <a:lnTo>
                      <a:pt x="4185" y="3714"/>
                    </a:lnTo>
                    <a:lnTo>
                      <a:pt x="4169" y="3702"/>
                    </a:lnTo>
                    <a:moveTo>
                      <a:pt x="4216" y="3643"/>
                    </a:moveTo>
                    <a:lnTo>
                      <a:pt x="4192" y="3674"/>
                    </a:lnTo>
                    <a:lnTo>
                      <a:pt x="4206" y="3683"/>
                    </a:lnTo>
                    <a:lnTo>
                      <a:pt x="4230" y="3655"/>
                    </a:lnTo>
                    <a:lnTo>
                      <a:pt x="4216" y="3643"/>
                    </a:lnTo>
                    <a:moveTo>
                      <a:pt x="4261" y="3582"/>
                    </a:moveTo>
                    <a:lnTo>
                      <a:pt x="4237" y="3612"/>
                    </a:lnTo>
                    <a:lnTo>
                      <a:pt x="4254" y="3624"/>
                    </a:lnTo>
                    <a:lnTo>
                      <a:pt x="4275" y="3593"/>
                    </a:lnTo>
                    <a:lnTo>
                      <a:pt x="4261" y="3582"/>
                    </a:lnTo>
                    <a:moveTo>
                      <a:pt x="4306" y="3522"/>
                    </a:moveTo>
                    <a:lnTo>
                      <a:pt x="4284" y="3551"/>
                    </a:lnTo>
                    <a:lnTo>
                      <a:pt x="4299" y="3563"/>
                    </a:lnTo>
                    <a:lnTo>
                      <a:pt x="4322" y="3534"/>
                    </a:lnTo>
                    <a:lnTo>
                      <a:pt x="4306" y="3522"/>
                    </a:lnTo>
                    <a:moveTo>
                      <a:pt x="4353" y="3461"/>
                    </a:moveTo>
                    <a:lnTo>
                      <a:pt x="4329" y="3492"/>
                    </a:lnTo>
                    <a:lnTo>
                      <a:pt x="4344" y="3504"/>
                    </a:lnTo>
                    <a:lnTo>
                      <a:pt x="4367" y="3473"/>
                    </a:lnTo>
                    <a:lnTo>
                      <a:pt x="4353" y="3461"/>
                    </a:lnTo>
                    <a:moveTo>
                      <a:pt x="4398" y="3402"/>
                    </a:moveTo>
                    <a:lnTo>
                      <a:pt x="4374" y="3430"/>
                    </a:lnTo>
                    <a:lnTo>
                      <a:pt x="4391" y="3442"/>
                    </a:lnTo>
                    <a:lnTo>
                      <a:pt x="4412" y="3411"/>
                    </a:lnTo>
                    <a:lnTo>
                      <a:pt x="4398" y="3402"/>
                    </a:lnTo>
                    <a:moveTo>
                      <a:pt x="4443" y="3340"/>
                    </a:moveTo>
                    <a:lnTo>
                      <a:pt x="4422" y="3371"/>
                    </a:lnTo>
                    <a:lnTo>
                      <a:pt x="4436" y="3383"/>
                    </a:lnTo>
                    <a:lnTo>
                      <a:pt x="4459" y="3352"/>
                    </a:lnTo>
                    <a:lnTo>
                      <a:pt x="4443" y="3340"/>
                    </a:lnTo>
                    <a:moveTo>
                      <a:pt x="4490" y="3281"/>
                    </a:moveTo>
                    <a:lnTo>
                      <a:pt x="4467" y="3310"/>
                    </a:lnTo>
                    <a:lnTo>
                      <a:pt x="4481" y="3321"/>
                    </a:lnTo>
                    <a:lnTo>
                      <a:pt x="4504" y="3291"/>
                    </a:lnTo>
                    <a:lnTo>
                      <a:pt x="4490" y="3281"/>
                    </a:lnTo>
                    <a:moveTo>
                      <a:pt x="4535" y="3220"/>
                    </a:moveTo>
                    <a:lnTo>
                      <a:pt x="4511" y="3251"/>
                    </a:lnTo>
                    <a:lnTo>
                      <a:pt x="4528" y="3262"/>
                    </a:lnTo>
                    <a:lnTo>
                      <a:pt x="4549" y="3232"/>
                    </a:lnTo>
                    <a:lnTo>
                      <a:pt x="4535" y="3220"/>
                    </a:lnTo>
                    <a:moveTo>
                      <a:pt x="4580" y="3161"/>
                    </a:moveTo>
                    <a:lnTo>
                      <a:pt x="4559" y="3189"/>
                    </a:lnTo>
                    <a:lnTo>
                      <a:pt x="4573" y="3201"/>
                    </a:lnTo>
                    <a:lnTo>
                      <a:pt x="4597" y="3170"/>
                    </a:lnTo>
                    <a:lnTo>
                      <a:pt x="4580" y="3161"/>
                    </a:lnTo>
                    <a:moveTo>
                      <a:pt x="4625" y="3099"/>
                    </a:moveTo>
                    <a:lnTo>
                      <a:pt x="4604" y="3130"/>
                    </a:lnTo>
                    <a:lnTo>
                      <a:pt x="4618" y="3142"/>
                    </a:lnTo>
                    <a:lnTo>
                      <a:pt x="4641" y="3111"/>
                    </a:lnTo>
                    <a:lnTo>
                      <a:pt x="4625" y="3099"/>
                    </a:lnTo>
                    <a:moveTo>
                      <a:pt x="4672" y="3038"/>
                    </a:moveTo>
                    <a:lnTo>
                      <a:pt x="4649" y="3069"/>
                    </a:lnTo>
                    <a:lnTo>
                      <a:pt x="4663" y="3080"/>
                    </a:lnTo>
                    <a:lnTo>
                      <a:pt x="4686" y="3050"/>
                    </a:lnTo>
                    <a:lnTo>
                      <a:pt x="4672" y="3038"/>
                    </a:lnTo>
                    <a:moveTo>
                      <a:pt x="4717" y="2979"/>
                    </a:moveTo>
                    <a:lnTo>
                      <a:pt x="4694" y="3009"/>
                    </a:lnTo>
                    <a:lnTo>
                      <a:pt x="4710" y="3021"/>
                    </a:lnTo>
                    <a:lnTo>
                      <a:pt x="4731" y="2990"/>
                    </a:lnTo>
                    <a:lnTo>
                      <a:pt x="4717" y="2979"/>
                    </a:lnTo>
                    <a:moveTo>
                      <a:pt x="4762" y="2917"/>
                    </a:moveTo>
                    <a:lnTo>
                      <a:pt x="4741" y="2948"/>
                    </a:lnTo>
                    <a:lnTo>
                      <a:pt x="4755" y="2960"/>
                    </a:lnTo>
                    <a:lnTo>
                      <a:pt x="4779" y="2929"/>
                    </a:lnTo>
                    <a:lnTo>
                      <a:pt x="4762" y="2917"/>
                    </a:lnTo>
                    <a:moveTo>
                      <a:pt x="4809" y="2858"/>
                    </a:moveTo>
                    <a:lnTo>
                      <a:pt x="4786" y="2889"/>
                    </a:lnTo>
                    <a:lnTo>
                      <a:pt x="4800" y="2901"/>
                    </a:lnTo>
                    <a:lnTo>
                      <a:pt x="4824" y="2870"/>
                    </a:lnTo>
                    <a:lnTo>
                      <a:pt x="4809" y="2858"/>
                    </a:lnTo>
                    <a:moveTo>
                      <a:pt x="4854" y="2797"/>
                    </a:moveTo>
                    <a:lnTo>
                      <a:pt x="4831" y="2827"/>
                    </a:lnTo>
                    <a:lnTo>
                      <a:pt x="4847" y="2839"/>
                    </a:lnTo>
                    <a:lnTo>
                      <a:pt x="4868" y="2808"/>
                    </a:lnTo>
                    <a:lnTo>
                      <a:pt x="4854" y="2797"/>
                    </a:lnTo>
                    <a:moveTo>
                      <a:pt x="4899" y="2738"/>
                    </a:moveTo>
                    <a:lnTo>
                      <a:pt x="4878" y="2768"/>
                    </a:lnTo>
                    <a:lnTo>
                      <a:pt x="4892" y="2778"/>
                    </a:lnTo>
                    <a:lnTo>
                      <a:pt x="4916" y="2749"/>
                    </a:lnTo>
                    <a:lnTo>
                      <a:pt x="4899" y="2738"/>
                    </a:lnTo>
                    <a:moveTo>
                      <a:pt x="4947" y="2676"/>
                    </a:moveTo>
                    <a:lnTo>
                      <a:pt x="4923" y="2707"/>
                    </a:lnTo>
                    <a:lnTo>
                      <a:pt x="4937" y="2719"/>
                    </a:lnTo>
                    <a:lnTo>
                      <a:pt x="4961" y="2688"/>
                    </a:lnTo>
                    <a:lnTo>
                      <a:pt x="4947" y="2676"/>
                    </a:lnTo>
                    <a:moveTo>
                      <a:pt x="4991" y="2617"/>
                    </a:moveTo>
                    <a:lnTo>
                      <a:pt x="4968" y="2648"/>
                    </a:lnTo>
                    <a:lnTo>
                      <a:pt x="4984" y="2657"/>
                    </a:lnTo>
                    <a:lnTo>
                      <a:pt x="5006" y="2629"/>
                    </a:lnTo>
                    <a:lnTo>
                      <a:pt x="4991" y="2617"/>
                    </a:lnTo>
                    <a:moveTo>
                      <a:pt x="5036" y="2555"/>
                    </a:moveTo>
                    <a:lnTo>
                      <a:pt x="5015" y="2586"/>
                    </a:lnTo>
                    <a:lnTo>
                      <a:pt x="5029" y="2598"/>
                    </a:lnTo>
                    <a:lnTo>
                      <a:pt x="5053" y="2567"/>
                    </a:lnTo>
                    <a:lnTo>
                      <a:pt x="5036" y="2555"/>
                    </a:lnTo>
                    <a:moveTo>
                      <a:pt x="5081" y="2496"/>
                    </a:moveTo>
                    <a:lnTo>
                      <a:pt x="5060" y="2527"/>
                    </a:lnTo>
                    <a:lnTo>
                      <a:pt x="5074" y="2537"/>
                    </a:lnTo>
                    <a:lnTo>
                      <a:pt x="5098" y="2508"/>
                    </a:lnTo>
                    <a:lnTo>
                      <a:pt x="5081" y="2496"/>
                    </a:lnTo>
                    <a:moveTo>
                      <a:pt x="5129" y="2435"/>
                    </a:moveTo>
                    <a:lnTo>
                      <a:pt x="5105" y="2466"/>
                    </a:lnTo>
                    <a:lnTo>
                      <a:pt x="5119" y="2477"/>
                    </a:lnTo>
                    <a:lnTo>
                      <a:pt x="5143" y="2447"/>
                    </a:lnTo>
                    <a:lnTo>
                      <a:pt x="5129" y="2435"/>
                    </a:lnTo>
                    <a:moveTo>
                      <a:pt x="5129" y="2381"/>
                    </a:moveTo>
                    <a:lnTo>
                      <a:pt x="5143" y="2414"/>
                    </a:lnTo>
                    <a:lnTo>
                      <a:pt x="5162" y="2407"/>
                    </a:lnTo>
                    <a:lnTo>
                      <a:pt x="5145" y="2371"/>
                    </a:lnTo>
                    <a:lnTo>
                      <a:pt x="5129" y="2381"/>
                    </a:lnTo>
                    <a:moveTo>
                      <a:pt x="5098" y="2310"/>
                    </a:moveTo>
                    <a:lnTo>
                      <a:pt x="5112" y="2345"/>
                    </a:lnTo>
                    <a:lnTo>
                      <a:pt x="5131" y="2338"/>
                    </a:lnTo>
                    <a:lnTo>
                      <a:pt x="5114" y="2302"/>
                    </a:lnTo>
                    <a:lnTo>
                      <a:pt x="5098" y="2310"/>
                    </a:lnTo>
                    <a:moveTo>
                      <a:pt x="5067" y="2241"/>
                    </a:moveTo>
                    <a:lnTo>
                      <a:pt x="5081" y="2276"/>
                    </a:lnTo>
                    <a:lnTo>
                      <a:pt x="5100" y="2267"/>
                    </a:lnTo>
                    <a:lnTo>
                      <a:pt x="5084" y="2234"/>
                    </a:lnTo>
                    <a:lnTo>
                      <a:pt x="5067" y="2241"/>
                    </a:lnTo>
                    <a:moveTo>
                      <a:pt x="5036" y="2172"/>
                    </a:moveTo>
                    <a:lnTo>
                      <a:pt x="5051" y="2206"/>
                    </a:lnTo>
                    <a:lnTo>
                      <a:pt x="5069" y="2198"/>
                    </a:lnTo>
                    <a:lnTo>
                      <a:pt x="5053" y="2165"/>
                    </a:lnTo>
                    <a:lnTo>
                      <a:pt x="5036" y="2172"/>
                    </a:lnTo>
                    <a:moveTo>
                      <a:pt x="5006" y="2104"/>
                    </a:moveTo>
                    <a:lnTo>
                      <a:pt x="5020" y="2137"/>
                    </a:lnTo>
                    <a:lnTo>
                      <a:pt x="5039" y="2130"/>
                    </a:lnTo>
                    <a:lnTo>
                      <a:pt x="5022" y="2094"/>
                    </a:lnTo>
                    <a:lnTo>
                      <a:pt x="5006" y="2104"/>
                    </a:lnTo>
                    <a:moveTo>
                      <a:pt x="4975" y="2033"/>
                    </a:moveTo>
                    <a:lnTo>
                      <a:pt x="4989" y="2068"/>
                    </a:lnTo>
                    <a:lnTo>
                      <a:pt x="5008" y="2061"/>
                    </a:lnTo>
                    <a:lnTo>
                      <a:pt x="4991" y="2026"/>
                    </a:lnTo>
                    <a:lnTo>
                      <a:pt x="4975" y="2033"/>
                    </a:lnTo>
                    <a:moveTo>
                      <a:pt x="4944" y="1964"/>
                    </a:moveTo>
                    <a:lnTo>
                      <a:pt x="4958" y="2000"/>
                    </a:lnTo>
                    <a:lnTo>
                      <a:pt x="4977" y="1993"/>
                    </a:lnTo>
                    <a:lnTo>
                      <a:pt x="4961" y="1957"/>
                    </a:lnTo>
                    <a:lnTo>
                      <a:pt x="4944" y="1964"/>
                    </a:lnTo>
                    <a:moveTo>
                      <a:pt x="4913" y="1896"/>
                    </a:moveTo>
                    <a:lnTo>
                      <a:pt x="4928" y="1931"/>
                    </a:lnTo>
                    <a:lnTo>
                      <a:pt x="4947" y="1922"/>
                    </a:lnTo>
                    <a:lnTo>
                      <a:pt x="4930" y="1889"/>
                    </a:lnTo>
                    <a:lnTo>
                      <a:pt x="4913" y="1896"/>
                    </a:lnTo>
                    <a:moveTo>
                      <a:pt x="4883" y="1827"/>
                    </a:moveTo>
                    <a:lnTo>
                      <a:pt x="4897" y="1860"/>
                    </a:lnTo>
                    <a:lnTo>
                      <a:pt x="4916" y="1853"/>
                    </a:lnTo>
                    <a:lnTo>
                      <a:pt x="4899" y="1818"/>
                    </a:lnTo>
                    <a:lnTo>
                      <a:pt x="4883" y="1827"/>
                    </a:lnTo>
                    <a:moveTo>
                      <a:pt x="4852" y="1756"/>
                    </a:moveTo>
                    <a:lnTo>
                      <a:pt x="4866" y="1792"/>
                    </a:lnTo>
                    <a:lnTo>
                      <a:pt x="4885" y="1785"/>
                    </a:lnTo>
                    <a:lnTo>
                      <a:pt x="4868" y="1749"/>
                    </a:lnTo>
                    <a:lnTo>
                      <a:pt x="4852" y="1756"/>
                    </a:lnTo>
                    <a:moveTo>
                      <a:pt x="4821" y="1688"/>
                    </a:moveTo>
                    <a:lnTo>
                      <a:pt x="4835" y="1723"/>
                    </a:lnTo>
                    <a:lnTo>
                      <a:pt x="4854" y="1716"/>
                    </a:lnTo>
                    <a:lnTo>
                      <a:pt x="4838" y="1681"/>
                    </a:lnTo>
                    <a:lnTo>
                      <a:pt x="4821" y="1688"/>
                    </a:lnTo>
                    <a:moveTo>
                      <a:pt x="4790" y="1619"/>
                    </a:moveTo>
                    <a:lnTo>
                      <a:pt x="4805" y="1655"/>
                    </a:lnTo>
                    <a:lnTo>
                      <a:pt x="4824" y="1645"/>
                    </a:lnTo>
                    <a:lnTo>
                      <a:pt x="4807" y="1612"/>
                    </a:lnTo>
                    <a:lnTo>
                      <a:pt x="4790" y="1619"/>
                    </a:lnTo>
                    <a:moveTo>
                      <a:pt x="4760" y="1551"/>
                    </a:moveTo>
                    <a:lnTo>
                      <a:pt x="4774" y="1584"/>
                    </a:lnTo>
                    <a:lnTo>
                      <a:pt x="4793" y="1577"/>
                    </a:lnTo>
                    <a:lnTo>
                      <a:pt x="4776" y="1541"/>
                    </a:lnTo>
                    <a:lnTo>
                      <a:pt x="4760" y="1551"/>
                    </a:lnTo>
                    <a:moveTo>
                      <a:pt x="4729" y="1480"/>
                    </a:moveTo>
                    <a:lnTo>
                      <a:pt x="4743" y="1515"/>
                    </a:lnTo>
                    <a:lnTo>
                      <a:pt x="4762" y="1508"/>
                    </a:lnTo>
                    <a:lnTo>
                      <a:pt x="4746" y="1473"/>
                    </a:lnTo>
                    <a:lnTo>
                      <a:pt x="4729" y="1480"/>
                    </a:lnTo>
                    <a:moveTo>
                      <a:pt x="4698" y="1411"/>
                    </a:moveTo>
                    <a:lnTo>
                      <a:pt x="4712" y="1447"/>
                    </a:lnTo>
                    <a:lnTo>
                      <a:pt x="4731" y="1440"/>
                    </a:lnTo>
                    <a:lnTo>
                      <a:pt x="4715" y="1404"/>
                    </a:lnTo>
                    <a:lnTo>
                      <a:pt x="4698" y="1411"/>
                    </a:lnTo>
                    <a:moveTo>
                      <a:pt x="4668" y="1343"/>
                    </a:moveTo>
                    <a:lnTo>
                      <a:pt x="4682" y="1378"/>
                    </a:lnTo>
                    <a:lnTo>
                      <a:pt x="4701" y="1369"/>
                    </a:lnTo>
                    <a:lnTo>
                      <a:pt x="4684" y="1336"/>
                    </a:lnTo>
                    <a:lnTo>
                      <a:pt x="4668" y="1343"/>
                    </a:lnTo>
                    <a:moveTo>
                      <a:pt x="4637" y="1274"/>
                    </a:moveTo>
                    <a:lnTo>
                      <a:pt x="4651" y="1307"/>
                    </a:lnTo>
                    <a:lnTo>
                      <a:pt x="4670" y="1300"/>
                    </a:lnTo>
                    <a:lnTo>
                      <a:pt x="4653" y="1267"/>
                    </a:lnTo>
                    <a:lnTo>
                      <a:pt x="4637" y="1274"/>
                    </a:lnTo>
                    <a:moveTo>
                      <a:pt x="4606" y="1205"/>
                    </a:moveTo>
                    <a:lnTo>
                      <a:pt x="4620" y="1239"/>
                    </a:lnTo>
                    <a:lnTo>
                      <a:pt x="4639" y="1231"/>
                    </a:lnTo>
                    <a:lnTo>
                      <a:pt x="4623" y="1196"/>
                    </a:lnTo>
                    <a:lnTo>
                      <a:pt x="4606" y="1205"/>
                    </a:lnTo>
                    <a:moveTo>
                      <a:pt x="4575" y="1135"/>
                    </a:moveTo>
                    <a:lnTo>
                      <a:pt x="4589" y="1170"/>
                    </a:lnTo>
                    <a:lnTo>
                      <a:pt x="4608" y="1163"/>
                    </a:lnTo>
                    <a:lnTo>
                      <a:pt x="4592" y="1127"/>
                    </a:lnTo>
                    <a:lnTo>
                      <a:pt x="4575" y="1135"/>
                    </a:lnTo>
                    <a:moveTo>
                      <a:pt x="4545" y="1066"/>
                    </a:moveTo>
                    <a:lnTo>
                      <a:pt x="4559" y="1101"/>
                    </a:lnTo>
                    <a:lnTo>
                      <a:pt x="4578" y="1092"/>
                    </a:lnTo>
                    <a:lnTo>
                      <a:pt x="4561" y="1059"/>
                    </a:lnTo>
                    <a:lnTo>
                      <a:pt x="4545" y="1066"/>
                    </a:lnTo>
                    <a:moveTo>
                      <a:pt x="4514" y="997"/>
                    </a:moveTo>
                    <a:lnTo>
                      <a:pt x="4528" y="1031"/>
                    </a:lnTo>
                    <a:lnTo>
                      <a:pt x="4547" y="1023"/>
                    </a:lnTo>
                    <a:lnTo>
                      <a:pt x="4530" y="990"/>
                    </a:lnTo>
                    <a:lnTo>
                      <a:pt x="4514" y="997"/>
                    </a:lnTo>
                    <a:moveTo>
                      <a:pt x="4483" y="929"/>
                    </a:moveTo>
                    <a:lnTo>
                      <a:pt x="4497" y="962"/>
                    </a:lnTo>
                    <a:lnTo>
                      <a:pt x="4516" y="955"/>
                    </a:lnTo>
                    <a:lnTo>
                      <a:pt x="4500" y="919"/>
                    </a:lnTo>
                    <a:lnTo>
                      <a:pt x="4483" y="929"/>
                    </a:lnTo>
                    <a:moveTo>
                      <a:pt x="4452" y="858"/>
                    </a:moveTo>
                    <a:lnTo>
                      <a:pt x="4467" y="893"/>
                    </a:lnTo>
                    <a:lnTo>
                      <a:pt x="4485" y="886"/>
                    </a:lnTo>
                    <a:lnTo>
                      <a:pt x="4469" y="851"/>
                    </a:lnTo>
                    <a:lnTo>
                      <a:pt x="4452" y="858"/>
                    </a:lnTo>
                    <a:moveTo>
                      <a:pt x="4422" y="789"/>
                    </a:moveTo>
                    <a:lnTo>
                      <a:pt x="4436" y="825"/>
                    </a:lnTo>
                    <a:lnTo>
                      <a:pt x="4455" y="815"/>
                    </a:lnTo>
                    <a:lnTo>
                      <a:pt x="4438" y="782"/>
                    </a:lnTo>
                    <a:lnTo>
                      <a:pt x="4422" y="789"/>
                    </a:lnTo>
                    <a:moveTo>
                      <a:pt x="4391" y="721"/>
                    </a:moveTo>
                    <a:lnTo>
                      <a:pt x="4405" y="754"/>
                    </a:lnTo>
                    <a:lnTo>
                      <a:pt x="4424" y="747"/>
                    </a:lnTo>
                    <a:lnTo>
                      <a:pt x="4407" y="714"/>
                    </a:lnTo>
                    <a:lnTo>
                      <a:pt x="4391" y="721"/>
                    </a:lnTo>
                    <a:moveTo>
                      <a:pt x="4360" y="652"/>
                    </a:moveTo>
                    <a:lnTo>
                      <a:pt x="4374" y="685"/>
                    </a:lnTo>
                    <a:lnTo>
                      <a:pt x="4393" y="678"/>
                    </a:lnTo>
                    <a:lnTo>
                      <a:pt x="4377" y="643"/>
                    </a:lnTo>
                    <a:lnTo>
                      <a:pt x="4360" y="652"/>
                    </a:lnTo>
                    <a:moveTo>
                      <a:pt x="4329" y="581"/>
                    </a:moveTo>
                    <a:lnTo>
                      <a:pt x="4344" y="617"/>
                    </a:lnTo>
                    <a:lnTo>
                      <a:pt x="4362" y="610"/>
                    </a:lnTo>
                    <a:lnTo>
                      <a:pt x="4346" y="574"/>
                    </a:lnTo>
                    <a:lnTo>
                      <a:pt x="4329" y="581"/>
                    </a:lnTo>
                    <a:moveTo>
                      <a:pt x="4299" y="513"/>
                    </a:moveTo>
                    <a:lnTo>
                      <a:pt x="4313" y="548"/>
                    </a:lnTo>
                    <a:lnTo>
                      <a:pt x="4332" y="539"/>
                    </a:lnTo>
                    <a:lnTo>
                      <a:pt x="4315" y="506"/>
                    </a:lnTo>
                    <a:lnTo>
                      <a:pt x="4299" y="513"/>
                    </a:lnTo>
                    <a:moveTo>
                      <a:pt x="4268" y="444"/>
                    </a:moveTo>
                    <a:lnTo>
                      <a:pt x="4282" y="477"/>
                    </a:lnTo>
                    <a:lnTo>
                      <a:pt x="4301" y="470"/>
                    </a:lnTo>
                    <a:lnTo>
                      <a:pt x="4284" y="437"/>
                    </a:lnTo>
                    <a:lnTo>
                      <a:pt x="4268" y="444"/>
                    </a:lnTo>
                    <a:moveTo>
                      <a:pt x="4230" y="399"/>
                    </a:moveTo>
                    <a:lnTo>
                      <a:pt x="4247" y="399"/>
                    </a:lnTo>
                    <a:lnTo>
                      <a:pt x="4251" y="409"/>
                    </a:lnTo>
                    <a:lnTo>
                      <a:pt x="4270" y="402"/>
                    </a:lnTo>
                    <a:lnTo>
                      <a:pt x="4261" y="383"/>
                    </a:lnTo>
                    <a:lnTo>
                      <a:pt x="4232" y="380"/>
                    </a:lnTo>
                    <a:lnTo>
                      <a:pt x="4230" y="399"/>
                    </a:lnTo>
                    <a:moveTo>
                      <a:pt x="4157" y="390"/>
                    </a:moveTo>
                    <a:lnTo>
                      <a:pt x="4195" y="395"/>
                    </a:lnTo>
                    <a:lnTo>
                      <a:pt x="4195" y="376"/>
                    </a:lnTo>
                    <a:lnTo>
                      <a:pt x="4157" y="371"/>
                    </a:lnTo>
                    <a:lnTo>
                      <a:pt x="4157" y="390"/>
                    </a:lnTo>
                    <a:moveTo>
                      <a:pt x="4081" y="383"/>
                    </a:moveTo>
                    <a:lnTo>
                      <a:pt x="4119" y="387"/>
                    </a:lnTo>
                    <a:lnTo>
                      <a:pt x="4119" y="369"/>
                    </a:lnTo>
                    <a:lnTo>
                      <a:pt x="4083" y="364"/>
                    </a:lnTo>
                    <a:lnTo>
                      <a:pt x="4081" y="383"/>
                    </a:lnTo>
                    <a:moveTo>
                      <a:pt x="4005" y="376"/>
                    </a:moveTo>
                    <a:lnTo>
                      <a:pt x="4043" y="380"/>
                    </a:lnTo>
                    <a:lnTo>
                      <a:pt x="4046" y="361"/>
                    </a:lnTo>
                    <a:lnTo>
                      <a:pt x="4008" y="357"/>
                    </a:lnTo>
                    <a:lnTo>
                      <a:pt x="4005" y="376"/>
                    </a:lnTo>
                    <a:moveTo>
                      <a:pt x="3930" y="369"/>
                    </a:moveTo>
                    <a:lnTo>
                      <a:pt x="3968" y="371"/>
                    </a:lnTo>
                    <a:lnTo>
                      <a:pt x="3970" y="352"/>
                    </a:lnTo>
                    <a:lnTo>
                      <a:pt x="3932" y="350"/>
                    </a:lnTo>
                    <a:lnTo>
                      <a:pt x="3930" y="369"/>
                    </a:lnTo>
                    <a:moveTo>
                      <a:pt x="3854" y="361"/>
                    </a:moveTo>
                    <a:lnTo>
                      <a:pt x="3892" y="364"/>
                    </a:lnTo>
                    <a:lnTo>
                      <a:pt x="3894" y="345"/>
                    </a:lnTo>
                    <a:lnTo>
                      <a:pt x="3857" y="343"/>
                    </a:lnTo>
                    <a:lnTo>
                      <a:pt x="3854" y="361"/>
                    </a:lnTo>
                    <a:moveTo>
                      <a:pt x="3778" y="352"/>
                    </a:moveTo>
                    <a:lnTo>
                      <a:pt x="3816" y="357"/>
                    </a:lnTo>
                    <a:lnTo>
                      <a:pt x="3819" y="338"/>
                    </a:lnTo>
                    <a:lnTo>
                      <a:pt x="3781" y="333"/>
                    </a:lnTo>
                    <a:lnTo>
                      <a:pt x="3778" y="352"/>
                    </a:lnTo>
                    <a:moveTo>
                      <a:pt x="3705" y="345"/>
                    </a:moveTo>
                    <a:lnTo>
                      <a:pt x="3741" y="350"/>
                    </a:lnTo>
                    <a:lnTo>
                      <a:pt x="3743" y="331"/>
                    </a:lnTo>
                    <a:lnTo>
                      <a:pt x="3705" y="326"/>
                    </a:lnTo>
                    <a:lnTo>
                      <a:pt x="3705" y="345"/>
                    </a:lnTo>
                    <a:moveTo>
                      <a:pt x="3630" y="338"/>
                    </a:moveTo>
                    <a:lnTo>
                      <a:pt x="3667" y="343"/>
                    </a:lnTo>
                    <a:lnTo>
                      <a:pt x="3667" y="324"/>
                    </a:lnTo>
                    <a:lnTo>
                      <a:pt x="3632" y="319"/>
                    </a:lnTo>
                    <a:lnTo>
                      <a:pt x="3630" y="338"/>
                    </a:lnTo>
                    <a:moveTo>
                      <a:pt x="3554" y="331"/>
                    </a:moveTo>
                    <a:lnTo>
                      <a:pt x="3592" y="333"/>
                    </a:lnTo>
                    <a:lnTo>
                      <a:pt x="3594" y="314"/>
                    </a:lnTo>
                    <a:lnTo>
                      <a:pt x="3556" y="312"/>
                    </a:lnTo>
                    <a:lnTo>
                      <a:pt x="3554" y="331"/>
                    </a:lnTo>
                    <a:moveTo>
                      <a:pt x="3478" y="324"/>
                    </a:moveTo>
                    <a:lnTo>
                      <a:pt x="3516" y="326"/>
                    </a:lnTo>
                    <a:lnTo>
                      <a:pt x="3518" y="307"/>
                    </a:lnTo>
                    <a:lnTo>
                      <a:pt x="3481" y="305"/>
                    </a:lnTo>
                    <a:lnTo>
                      <a:pt x="3478" y="324"/>
                    </a:lnTo>
                    <a:moveTo>
                      <a:pt x="3403" y="314"/>
                    </a:moveTo>
                    <a:lnTo>
                      <a:pt x="3440" y="319"/>
                    </a:lnTo>
                    <a:lnTo>
                      <a:pt x="3443" y="300"/>
                    </a:lnTo>
                    <a:lnTo>
                      <a:pt x="3405" y="295"/>
                    </a:lnTo>
                    <a:lnTo>
                      <a:pt x="3403" y="314"/>
                    </a:lnTo>
                    <a:moveTo>
                      <a:pt x="3327" y="307"/>
                    </a:moveTo>
                    <a:lnTo>
                      <a:pt x="3365" y="312"/>
                    </a:lnTo>
                    <a:lnTo>
                      <a:pt x="3367" y="293"/>
                    </a:lnTo>
                    <a:lnTo>
                      <a:pt x="3329" y="288"/>
                    </a:lnTo>
                    <a:lnTo>
                      <a:pt x="3327" y="307"/>
                    </a:lnTo>
                    <a:moveTo>
                      <a:pt x="3254" y="300"/>
                    </a:moveTo>
                    <a:lnTo>
                      <a:pt x="3289" y="305"/>
                    </a:lnTo>
                    <a:lnTo>
                      <a:pt x="3291" y="286"/>
                    </a:lnTo>
                    <a:lnTo>
                      <a:pt x="3254" y="281"/>
                    </a:lnTo>
                    <a:lnTo>
                      <a:pt x="3254" y="300"/>
                    </a:lnTo>
                    <a:moveTo>
                      <a:pt x="3178" y="293"/>
                    </a:moveTo>
                    <a:lnTo>
                      <a:pt x="3216" y="295"/>
                    </a:lnTo>
                    <a:lnTo>
                      <a:pt x="3216" y="276"/>
                    </a:lnTo>
                    <a:lnTo>
                      <a:pt x="3180" y="274"/>
                    </a:lnTo>
                    <a:lnTo>
                      <a:pt x="3178" y="293"/>
                    </a:lnTo>
                    <a:moveTo>
                      <a:pt x="3102" y="286"/>
                    </a:moveTo>
                    <a:lnTo>
                      <a:pt x="3140" y="288"/>
                    </a:lnTo>
                    <a:lnTo>
                      <a:pt x="3142" y="269"/>
                    </a:lnTo>
                    <a:lnTo>
                      <a:pt x="3105" y="267"/>
                    </a:lnTo>
                    <a:lnTo>
                      <a:pt x="3102" y="286"/>
                    </a:lnTo>
                    <a:moveTo>
                      <a:pt x="3027" y="276"/>
                    </a:moveTo>
                    <a:lnTo>
                      <a:pt x="3064" y="281"/>
                    </a:lnTo>
                    <a:lnTo>
                      <a:pt x="3067" y="262"/>
                    </a:lnTo>
                    <a:lnTo>
                      <a:pt x="3029" y="257"/>
                    </a:lnTo>
                    <a:lnTo>
                      <a:pt x="3027" y="276"/>
                    </a:lnTo>
                    <a:moveTo>
                      <a:pt x="2951" y="269"/>
                    </a:moveTo>
                    <a:lnTo>
                      <a:pt x="2989" y="274"/>
                    </a:lnTo>
                    <a:lnTo>
                      <a:pt x="2991" y="255"/>
                    </a:lnTo>
                    <a:lnTo>
                      <a:pt x="2953" y="250"/>
                    </a:lnTo>
                    <a:lnTo>
                      <a:pt x="2951" y="269"/>
                    </a:lnTo>
                    <a:moveTo>
                      <a:pt x="2875" y="262"/>
                    </a:moveTo>
                    <a:lnTo>
                      <a:pt x="2913" y="267"/>
                    </a:lnTo>
                    <a:lnTo>
                      <a:pt x="2915" y="248"/>
                    </a:lnTo>
                    <a:lnTo>
                      <a:pt x="2878" y="243"/>
                    </a:lnTo>
                    <a:lnTo>
                      <a:pt x="2875" y="262"/>
                    </a:lnTo>
                    <a:moveTo>
                      <a:pt x="2802" y="255"/>
                    </a:moveTo>
                    <a:lnTo>
                      <a:pt x="2837" y="257"/>
                    </a:lnTo>
                    <a:lnTo>
                      <a:pt x="2840" y="239"/>
                    </a:lnTo>
                    <a:lnTo>
                      <a:pt x="2802" y="236"/>
                    </a:lnTo>
                    <a:lnTo>
                      <a:pt x="2802" y="255"/>
                    </a:lnTo>
                    <a:moveTo>
                      <a:pt x="2726" y="248"/>
                    </a:moveTo>
                    <a:lnTo>
                      <a:pt x="2764" y="250"/>
                    </a:lnTo>
                    <a:lnTo>
                      <a:pt x="2764" y="231"/>
                    </a:lnTo>
                    <a:lnTo>
                      <a:pt x="2726" y="229"/>
                    </a:lnTo>
                    <a:lnTo>
                      <a:pt x="2726" y="248"/>
                    </a:lnTo>
                    <a:moveTo>
                      <a:pt x="2651" y="239"/>
                    </a:moveTo>
                    <a:lnTo>
                      <a:pt x="2689" y="243"/>
                    </a:lnTo>
                    <a:lnTo>
                      <a:pt x="2691" y="224"/>
                    </a:lnTo>
                    <a:lnTo>
                      <a:pt x="2653" y="220"/>
                    </a:lnTo>
                    <a:lnTo>
                      <a:pt x="2651" y="239"/>
                    </a:lnTo>
                    <a:moveTo>
                      <a:pt x="2575" y="231"/>
                    </a:moveTo>
                    <a:lnTo>
                      <a:pt x="2613" y="236"/>
                    </a:lnTo>
                    <a:lnTo>
                      <a:pt x="2615" y="217"/>
                    </a:lnTo>
                    <a:lnTo>
                      <a:pt x="2577" y="213"/>
                    </a:lnTo>
                    <a:lnTo>
                      <a:pt x="2575" y="231"/>
                    </a:lnTo>
                    <a:moveTo>
                      <a:pt x="2499" y="224"/>
                    </a:moveTo>
                    <a:lnTo>
                      <a:pt x="2537" y="229"/>
                    </a:lnTo>
                    <a:lnTo>
                      <a:pt x="2540" y="210"/>
                    </a:lnTo>
                    <a:lnTo>
                      <a:pt x="2502" y="205"/>
                    </a:lnTo>
                    <a:lnTo>
                      <a:pt x="2499" y="224"/>
                    </a:lnTo>
                    <a:moveTo>
                      <a:pt x="2424" y="217"/>
                    </a:moveTo>
                    <a:lnTo>
                      <a:pt x="2462" y="220"/>
                    </a:lnTo>
                    <a:lnTo>
                      <a:pt x="2464" y="201"/>
                    </a:lnTo>
                    <a:lnTo>
                      <a:pt x="2426" y="198"/>
                    </a:lnTo>
                    <a:lnTo>
                      <a:pt x="2424" y="217"/>
                    </a:lnTo>
                    <a:moveTo>
                      <a:pt x="2348" y="210"/>
                    </a:moveTo>
                    <a:lnTo>
                      <a:pt x="2386" y="213"/>
                    </a:lnTo>
                    <a:lnTo>
                      <a:pt x="2388" y="194"/>
                    </a:lnTo>
                    <a:lnTo>
                      <a:pt x="2350" y="191"/>
                    </a:lnTo>
                    <a:lnTo>
                      <a:pt x="2348" y="210"/>
                    </a:lnTo>
                    <a:moveTo>
                      <a:pt x="2275" y="201"/>
                    </a:moveTo>
                    <a:lnTo>
                      <a:pt x="2313" y="205"/>
                    </a:lnTo>
                    <a:lnTo>
                      <a:pt x="2313" y="186"/>
                    </a:lnTo>
                    <a:lnTo>
                      <a:pt x="2275" y="182"/>
                    </a:lnTo>
                    <a:lnTo>
                      <a:pt x="2275" y="201"/>
                    </a:lnTo>
                    <a:moveTo>
                      <a:pt x="2199" y="194"/>
                    </a:moveTo>
                    <a:lnTo>
                      <a:pt x="2237" y="198"/>
                    </a:lnTo>
                    <a:lnTo>
                      <a:pt x="2239" y="179"/>
                    </a:lnTo>
                    <a:lnTo>
                      <a:pt x="2201" y="175"/>
                    </a:lnTo>
                    <a:lnTo>
                      <a:pt x="2199" y="194"/>
                    </a:lnTo>
                    <a:moveTo>
                      <a:pt x="2123" y="186"/>
                    </a:moveTo>
                    <a:lnTo>
                      <a:pt x="2161" y="191"/>
                    </a:lnTo>
                    <a:lnTo>
                      <a:pt x="2164" y="172"/>
                    </a:lnTo>
                    <a:lnTo>
                      <a:pt x="2126" y="168"/>
                    </a:lnTo>
                    <a:lnTo>
                      <a:pt x="2123" y="186"/>
                    </a:lnTo>
                    <a:moveTo>
                      <a:pt x="2048" y="179"/>
                    </a:moveTo>
                    <a:lnTo>
                      <a:pt x="2086" y="182"/>
                    </a:lnTo>
                    <a:lnTo>
                      <a:pt x="2088" y="163"/>
                    </a:lnTo>
                    <a:lnTo>
                      <a:pt x="2050" y="160"/>
                    </a:lnTo>
                    <a:lnTo>
                      <a:pt x="2048" y="179"/>
                    </a:lnTo>
                    <a:moveTo>
                      <a:pt x="1972" y="170"/>
                    </a:moveTo>
                    <a:lnTo>
                      <a:pt x="2010" y="175"/>
                    </a:lnTo>
                    <a:lnTo>
                      <a:pt x="2012" y="156"/>
                    </a:lnTo>
                    <a:lnTo>
                      <a:pt x="1974" y="153"/>
                    </a:lnTo>
                    <a:lnTo>
                      <a:pt x="1972" y="170"/>
                    </a:lnTo>
                    <a:moveTo>
                      <a:pt x="1896" y="163"/>
                    </a:moveTo>
                    <a:lnTo>
                      <a:pt x="1934" y="168"/>
                    </a:lnTo>
                    <a:lnTo>
                      <a:pt x="1937" y="149"/>
                    </a:lnTo>
                    <a:lnTo>
                      <a:pt x="1899" y="144"/>
                    </a:lnTo>
                    <a:lnTo>
                      <a:pt x="1896" y="163"/>
                    </a:lnTo>
                    <a:moveTo>
                      <a:pt x="1823" y="156"/>
                    </a:moveTo>
                    <a:lnTo>
                      <a:pt x="1861" y="160"/>
                    </a:lnTo>
                    <a:lnTo>
                      <a:pt x="1861" y="142"/>
                    </a:lnTo>
                    <a:lnTo>
                      <a:pt x="1823" y="137"/>
                    </a:lnTo>
                    <a:lnTo>
                      <a:pt x="1823" y="156"/>
                    </a:lnTo>
                    <a:moveTo>
                      <a:pt x="1747" y="149"/>
                    </a:moveTo>
                    <a:lnTo>
                      <a:pt x="1785" y="151"/>
                    </a:lnTo>
                    <a:lnTo>
                      <a:pt x="1785" y="134"/>
                    </a:lnTo>
                    <a:lnTo>
                      <a:pt x="1750" y="130"/>
                    </a:lnTo>
                    <a:lnTo>
                      <a:pt x="1747" y="149"/>
                    </a:lnTo>
                    <a:moveTo>
                      <a:pt x="1672" y="142"/>
                    </a:moveTo>
                    <a:lnTo>
                      <a:pt x="1710" y="144"/>
                    </a:lnTo>
                    <a:lnTo>
                      <a:pt x="1712" y="125"/>
                    </a:lnTo>
                    <a:lnTo>
                      <a:pt x="1674" y="123"/>
                    </a:lnTo>
                    <a:lnTo>
                      <a:pt x="1672" y="142"/>
                    </a:lnTo>
                    <a:moveTo>
                      <a:pt x="1596" y="132"/>
                    </a:moveTo>
                    <a:lnTo>
                      <a:pt x="1634" y="137"/>
                    </a:lnTo>
                    <a:lnTo>
                      <a:pt x="1636" y="118"/>
                    </a:lnTo>
                    <a:lnTo>
                      <a:pt x="1599" y="116"/>
                    </a:lnTo>
                    <a:lnTo>
                      <a:pt x="1596" y="132"/>
                    </a:lnTo>
                    <a:moveTo>
                      <a:pt x="1520" y="125"/>
                    </a:moveTo>
                    <a:lnTo>
                      <a:pt x="1558" y="130"/>
                    </a:lnTo>
                    <a:lnTo>
                      <a:pt x="1561" y="111"/>
                    </a:lnTo>
                    <a:lnTo>
                      <a:pt x="1523" y="106"/>
                    </a:lnTo>
                    <a:lnTo>
                      <a:pt x="1520" y="125"/>
                    </a:lnTo>
                    <a:moveTo>
                      <a:pt x="1445" y="118"/>
                    </a:moveTo>
                    <a:lnTo>
                      <a:pt x="1483" y="123"/>
                    </a:lnTo>
                    <a:lnTo>
                      <a:pt x="1485" y="104"/>
                    </a:lnTo>
                    <a:lnTo>
                      <a:pt x="1447" y="99"/>
                    </a:lnTo>
                    <a:lnTo>
                      <a:pt x="1445" y="118"/>
                    </a:lnTo>
                    <a:moveTo>
                      <a:pt x="1372" y="111"/>
                    </a:moveTo>
                    <a:lnTo>
                      <a:pt x="1407" y="113"/>
                    </a:lnTo>
                    <a:lnTo>
                      <a:pt x="1409" y="94"/>
                    </a:lnTo>
                    <a:lnTo>
                      <a:pt x="1372" y="92"/>
                    </a:lnTo>
                    <a:lnTo>
                      <a:pt x="1372" y="111"/>
                    </a:lnTo>
                    <a:moveTo>
                      <a:pt x="1296" y="104"/>
                    </a:moveTo>
                    <a:lnTo>
                      <a:pt x="1334" y="106"/>
                    </a:lnTo>
                    <a:lnTo>
                      <a:pt x="1334" y="87"/>
                    </a:lnTo>
                    <a:lnTo>
                      <a:pt x="1298" y="85"/>
                    </a:lnTo>
                    <a:lnTo>
                      <a:pt x="1296" y="104"/>
                    </a:lnTo>
                    <a:moveTo>
                      <a:pt x="1220" y="94"/>
                    </a:moveTo>
                    <a:lnTo>
                      <a:pt x="1258" y="99"/>
                    </a:lnTo>
                    <a:lnTo>
                      <a:pt x="1260" y="80"/>
                    </a:lnTo>
                    <a:lnTo>
                      <a:pt x="1223" y="75"/>
                    </a:lnTo>
                    <a:lnTo>
                      <a:pt x="1220" y="94"/>
                    </a:lnTo>
                    <a:moveTo>
                      <a:pt x="1145" y="87"/>
                    </a:moveTo>
                    <a:lnTo>
                      <a:pt x="1182" y="92"/>
                    </a:lnTo>
                    <a:lnTo>
                      <a:pt x="1185" y="73"/>
                    </a:lnTo>
                    <a:lnTo>
                      <a:pt x="1147" y="68"/>
                    </a:lnTo>
                    <a:lnTo>
                      <a:pt x="1145" y="87"/>
                    </a:lnTo>
                    <a:moveTo>
                      <a:pt x="1069" y="80"/>
                    </a:moveTo>
                    <a:lnTo>
                      <a:pt x="1107" y="85"/>
                    </a:lnTo>
                    <a:lnTo>
                      <a:pt x="1109" y="66"/>
                    </a:lnTo>
                    <a:lnTo>
                      <a:pt x="1071" y="61"/>
                    </a:lnTo>
                    <a:lnTo>
                      <a:pt x="1069" y="80"/>
                    </a:lnTo>
                    <a:moveTo>
                      <a:pt x="993" y="73"/>
                    </a:moveTo>
                    <a:lnTo>
                      <a:pt x="1031" y="75"/>
                    </a:lnTo>
                    <a:lnTo>
                      <a:pt x="1033" y="56"/>
                    </a:lnTo>
                    <a:lnTo>
                      <a:pt x="996" y="54"/>
                    </a:lnTo>
                    <a:lnTo>
                      <a:pt x="993" y="73"/>
                    </a:lnTo>
                    <a:moveTo>
                      <a:pt x="920" y="66"/>
                    </a:moveTo>
                    <a:lnTo>
                      <a:pt x="955" y="68"/>
                    </a:lnTo>
                    <a:lnTo>
                      <a:pt x="958" y="49"/>
                    </a:lnTo>
                    <a:lnTo>
                      <a:pt x="920" y="47"/>
                    </a:lnTo>
                    <a:lnTo>
                      <a:pt x="920" y="66"/>
                    </a:lnTo>
                    <a:moveTo>
                      <a:pt x="844" y="56"/>
                    </a:moveTo>
                    <a:lnTo>
                      <a:pt x="882" y="61"/>
                    </a:lnTo>
                    <a:lnTo>
                      <a:pt x="882" y="42"/>
                    </a:lnTo>
                    <a:lnTo>
                      <a:pt x="844" y="38"/>
                    </a:lnTo>
                    <a:lnTo>
                      <a:pt x="844" y="56"/>
                    </a:lnTo>
                    <a:moveTo>
                      <a:pt x="769" y="49"/>
                    </a:moveTo>
                    <a:lnTo>
                      <a:pt x="806" y="54"/>
                    </a:lnTo>
                    <a:lnTo>
                      <a:pt x="809" y="35"/>
                    </a:lnTo>
                    <a:lnTo>
                      <a:pt x="771" y="30"/>
                    </a:lnTo>
                    <a:lnTo>
                      <a:pt x="769" y="49"/>
                    </a:lnTo>
                    <a:moveTo>
                      <a:pt x="693" y="42"/>
                    </a:moveTo>
                    <a:lnTo>
                      <a:pt x="731" y="47"/>
                    </a:lnTo>
                    <a:lnTo>
                      <a:pt x="733" y="28"/>
                    </a:lnTo>
                    <a:lnTo>
                      <a:pt x="695" y="23"/>
                    </a:lnTo>
                    <a:lnTo>
                      <a:pt x="693" y="42"/>
                    </a:lnTo>
                    <a:moveTo>
                      <a:pt x="617" y="35"/>
                    </a:moveTo>
                    <a:lnTo>
                      <a:pt x="655" y="38"/>
                    </a:lnTo>
                    <a:lnTo>
                      <a:pt x="657" y="19"/>
                    </a:lnTo>
                    <a:lnTo>
                      <a:pt x="620" y="16"/>
                    </a:lnTo>
                    <a:lnTo>
                      <a:pt x="617" y="35"/>
                    </a:lnTo>
                    <a:moveTo>
                      <a:pt x="542" y="28"/>
                    </a:moveTo>
                    <a:lnTo>
                      <a:pt x="579" y="30"/>
                    </a:lnTo>
                    <a:lnTo>
                      <a:pt x="582" y="12"/>
                    </a:lnTo>
                    <a:lnTo>
                      <a:pt x="544" y="9"/>
                    </a:lnTo>
                    <a:lnTo>
                      <a:pt x="542" y="28"/>
                    </a:lnTo>
                    <a:moveTo>
                      <a:pt x="466" y="19"/>
                    </a:moveTo>
                    <a:lnTo>
                      <a:pt x="504" y="23"/>
                    </a:lnTo>
                    <a:lnTo>
                      <a:pt x="506" y="4"/>
                    </a:lnTo>
                    <a:lnTo>
                      <a:pt x="468" y="0"/>
                    </a:lnTo>
                    <a:lnTo>
                      <a:pt x="466" y="19"/>
                    </a:lnTo>
                    <a:moveTo>
                      <a:pt x="442" y="68"/>
                    </a:moveTo>
                    <a:lnTo>
                      <a:pt x="454" y="33"/>
                    </a:lnTo>
                    <a:lnTo>
                      <a:pt x="435" y="26"/>
                    </a:lnTo>
                    <a:lnTo>
                      <a:pt x="423" y="61"/>
                    </a:lnTo>
                    <a:lnTo>
                      <a:pt x="442" y="68"/>
                    </a:lnTo>
                    <a:moveTo>
                      <a:pt x="419" y="139"/>
                    </a:moveTo>
                    <a:lnTo>
                      <a:pt x="430" y="104"/>
                    </a:lnTo>
                    <a:lnTo>
                      <a:pt x="412" y="99"/>
                    </a:lnTo>
                    <a:lnTo>
                      <a:pt x="400" y="134"/>
                    </a:lnTo>
                    <a:lnTo>
                      <a:pt x="419" y="139"/>
                    </a:lnTo>
                    <a:moveTo>
                      <a:pt x="395" y="213"/>
                    </a:moveTo>
                    <a:lnTo>
                      <a:pt x="407" y="175"/>
                    </a:lnTo>
                    <a:lnTo>
                      <a:pt x="388" y="170"/>
                    </a:lnTo>
                    <a:lnTo>
                      <a:pt x="376" y="205"/>
                    </a:lnTo>
                    <a:lnTo>
                      <a:pt x="395" y="213"/>
                    </a:lnTo>
                    <a:moveTo>
                      <a:pt x="371" y="283"/>
                    </a:moveTo>
                    <a:lnTo>
                      <a:pt x="383" y="248"/>
                    </a:lnTo>
                    <a:lnTo>
                      <a:pt x="364" y="241"/>
                    </a:lnTo>
                    <a:lnTo>
                      <a:pt x="352" y="279"/>
                    </a:lnTo>
                    <a:lnTo>
                      <a:pt x="371" y="283"/>
                    </a:lnTo>
                    <a:moveTo>
                      <a:pt x="348" y="354"/>
                    </a:moveTo>
                    <a:lnTo>
                      <a:pt x="360" y="319"/>
                    </a:lnTo>
                    <a:lnTo>
                      <a:pt x="341" y="314"/>
                    </a:lnTo>
                    <a:lnTo>
                      <a:pt x="329" y="350"/>
                    </a:lnTo>
                    <a:lnTo>
                      <a:pt x="348" y="354"/>
                    </a:lnTo>
                    <a:moveTo>
                      <a:pt x="324" y="428"/>
                    </a:moveTo>
                    <a:lnTo>
                      <a:pt x="336" y="392"/>
                    </a:lnTo>
                    <a:lnTo>
                      <a:pt x="317" y="385"/>
                    </a:lnTo>
                    <a:lnTo>
                      <a:pt x="305" y="421"/>
                    </a:lnTo>
                    <a:lnTo>
                      <a:pt x="324" y="428"/>
                    </a:lnTo>
                    <a:moveTo>
                      <a:pt x="300" y="499"/>
                    </a:moveTo>
                    <a:lnTo>
                      <a:pt x="312" y="463"/>
                    </a:lnTo>
                    <a:lnTo>
                      <a:pt x="293" y="458"/>
                    </a:lnTo>
                    <a:lnTo>
                      <a:pt x="282" y="494"/>
                    </a:lnTo>
                    <a:lnTo>
                      <a:pt x="300" y="499"/>
                    </a:lnTo>
                    <a:moveTo>
                      <a:pt x="277" y="572"/>
                    </a:moveTo>
                    <a:lnTo>
                      <a:pt x="289" y="534"/>
                    </a:lnTo>
                    <a:lnTo>
                      <a:pt x="270" y="529"/>
                    </a:lnTo>
                    <a:lnTo>
                      <a:pt x="258" y="565"/>
                    </a:lnTo>
                    <a:lnTo>
                      <a:pt x="277" y="572"/>
                    </a:lnTo>
                    <a:moveTo>
                      <a:pt x="253" y="643"/>
                    </a:moveTo>
                    <a:lnTo>
                      <a:pt x="265" y="607"/>
                    </a:lnTo>
                    <a:lnTo>
                      <a:pt x="246" y="600"/>
                    </a:lnTo>
                    <a:lnTo>
                      <a:pt x="234" y="638"/>
                    </a:lnTo>
                    <a:lnTo>
                      <a:pt x="253" y="643"/>
                    </a:lnTo>
                    <a:moveTo>
                      <a:pt x="230" y="714"/>
                    </a:moveTo>
                    <a:lnTo>
                      <a:pt x="241" y="678"/>
                    </a:lnTo>
                    <a:lnTo>
                      <a:pt x="222" y="674"/>
                    </a:lnTo>
                    <a:lnTo>
                      <a:pt x="211" y="709"/>
                    </a:lnTo>
                    <a:lnTo>
                      <a:pt x="230" y="714"/>
                    </a:lnTo>
                    <a:moveTo>
                      <a:pt x="206" y="787"/>
                    </a:moveTo>
                    <a:lnTo>
                      <a:pt x="218" y="752"/>
                    </a:lnTo>
                    <a:lnTo>
                      <a:pt x="199" y="744"/>
                    </a:lnTo>
                    <a:lnTo>
                      <a:pt x="187" y="780"/>
                    </a:lnTo>
                    <a:lnTo>
                      <a:pt x="206" y="787"/>
                    </a:lnTo>
                    <a:moveTo>
                      <a:pt x="182" y="858"/>
                    </a:moveTo>
                    <a:lnTo>
                      <a:pt x="194" y="822"/>
                    </a:lnTo>
                    <a:lnTo>
                      <a:pt x="175" y="818"/>
                    </a:lnTo>
                    <a:lnTo>
                      <a:pt x="166" y="853"/>
                    </a:lnTo>
                    <a:lnTo>
                      <a:pt x="182" y="858"/>
                    </a:lnTo>
                    <a:moveTo>
                      <a:pt x="159" y="931"/>
                    </a:moveTo>
                    <a:lnTo>
                      <a:pt x="170" y="893"/>
                    </a:lnTo>
                    <a:lnTo>
                      <a:pt x="154" y="889"/>
                    </a:lnTo>
                    <a:lnTo>
                      <a:pt x="142" y="924"/>
                    </a:lnTo>
                    <a:lnTo>
                      <a:pt x="159" y="931"/>
                    </a:lnTo>
                    <a:moveTo>
                      <a:pt x="135" y="1002"/>
                    </a:moveTo>
                    <a:lnTo>
                      <a:pt x="147" y="967"/>
                    </a:lnTo>
                    <a:lnTo>
                      <a:pt x="130" y="960"/>
                    </a:lnTo>
                    <a:lnTo>
                      <a:pt x="118" y="997"/>
                    </a:lnTo>
                    <a:lnTo>
                      <a:pt x="135" y="1002"/>
                    </a:lnTo>
                    <a:moveTo>
                      <a:pt x="111" y="1073"/>
                    </a:moveTo>
                    <a:lnTo>
                      <a:pt x="123" y="1038"/>
                    </a:lnTo>
                    <a:lnTo>
                      <a:pt x="107" y="1033"/>
                    </a:lnTo>
                    <a:lnTo>
                      <a:pt x="95" y="1068"/>
                    </a:lnTo>
                    <a:lnTo>
                      <a:pt x="111" y="1073"/>
                    </a:lnTo>
                    <a:moveTo>
                      <a:pt x="88" y="1146"/>
                    </a:moveTo>
                    <a:lnTo>
                      <a:pt x="99" y="1111"/>
                    </a:lnTo>
                    <a:lnTo>
                      <a:pt x="83" y="1104"/>
                    </a:lnTo>
                    <a:lnTo>
                      <a:pt x="71" y="1139"/>
                    </a:lnTo>
                    <a:lnTo>
                      <a:pt x="88" y="1146"/>
                    </a:lnTo>
                    <a:moveTo>
                      <a:pt x="64" y="1217"/>
                    </a:moveTo>
                    <a:lnTo>
                      <a:pt x="76" y="1182"/>
                    </a:lnTo>
                    <a:lnTo>
                      <a:pt x="59" y="1177"/>
                    </a:lnTo>
                    <a:lnTo>
                      <a:pt x="47" y="1213"/>
                    </a:lnTo>
                    <a:lnTo>
                      <a:pt x="64" y="1217"/>
                    </a:lnTo>
                    <a:moveTo>
                      <a:pt x="40" y="1291"/>
                    </a:moveTo>
                    <a:lnTo>
                      <a:pt x="52" y="1253"/>
                    </a:lnTo>
                    <a:lnTo>
                      <a:pt x="36" y="1248"/>
                    </a:lnTo>
                    <a:lnTo>
                      <a:pt x="24" y="1284"/>
                    </a:lnTo>
                    <a:lnTo>
                      <a:pt x="40" y="1291"/>
                    </a:lnTo>
                    <a:moveTo>
                      <a:pt x="17" y="1362"/>
                    </a:moveTo>
                    <a:lnTo>
                      <a:pt x="29" y="1326"/>
                    </a:lnTo>
                    <a:lnTo>
                      <a:pt x="12" y="1319"/>
                    </a:lnTo>
                    <a:lnTo>
                      <a:pt x="0" y="1357"/>
                    </a:lnTo>
                    <a:lnTo>
                      <a:pt x="17" y="13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24"/>
              <p:cNvSpPr/>
              <p:nvPr/>
            </p:nvSpPr>
            <p:spPr bwMode="auto">
              <a:xfrm>
                <a:off x="1046815" y="4042655"/>
                <a:ext cx="1801020" cy="1634544"/>
              </a:xfrm>
              <a:custGeom>
                <a:avLst/>
                <a:gdLst>
                  <a:gd name="T0" fmla="*/ 2165 w 2165"/>
                  <a:gd name="T1" fmla="*/ 1284 h 1967"/>
                  <a:gd name="T2" fmla="*/ 539 w 2165"/>
                  <a:gd name="T3" fmla="*/ 1967 h 1967"/>
                  <a:gd name="T4" fmla="*/ 0 w 2165"/>
                  <a:gd name="T5" fmla="*/ 684 h 1967"/>
                  <a:gd name="T6" fmla="*/ 1624 w 2165"/>
                  <a:gd name="T7" fmla="*/ 0 h 1967"/>
                  <a:gd name="T8" fmla="*/ 2165 w 2165"/>
                  <a:gd name="T9" fmla="*/ 1284 h 19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5" h="1967">
                    <a:moveTo>
                      <a:pt x="2165" y="1284"/>
                    </a:moveTo>
                    <a:lnTo>
                      <a:pt x="539" y="1967"/>
                    </a:lnTo>
                    <a:lnTo>
                      <a:pt x="0" y="684"/>
                    </a:lnTo>
                    <a:lnTo>
                      <a:pt x="1624" y="0"/>
                    </a:lnTo>
                    <a:lnTo>
                      <a:pt x="2165" y="1284"/>
                    </a:lnTo>
                    <a:close/>
                  </a:path>
                </a:pathLst>
              </a:custGeom>
              <a:solidFill>
                <a:srgbClr val="4BC9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45" name="Freeform 25"/>
              <p:cNvSpPr/>
              <p:nvPr/>
            </p:nvSpPr>
            <p:spPr bwMode="auto">
              <a:xfrm>
                <a:off x="2420432" y="3986850"/>
                <a:ext cx="661032" cy="1069292"/>
              </a:xfrm>
              <a:custGeom>
                <a:avLst/>
                <a:gdLst>
                  <a:gd name="T0" fmla="*/ 661032 w 795"/>
                  <a:gd name="T1" fmla="*/ 961199 h 1286"/>
                  <a:gd name="T2" fmla="*/ 403271 w 795"/>
                  <a:gd name="T3" fmla="*/ 1069292 h 1286"/>
                  <a:gd name="T4" fmla="*/ 0 w 795"/>
                  <a:gd name="T5" fmla="*/ 108093 h 1286"/>
                  <a:gd name="T6" fmla="*/ 256098 w 795"/>
                  <a:gd name="T7" fmla="*/ 0 h 1286"/>
                  <a:gd name="T8" fmla="*/ 661032 w 795"/>
                  <a:gd name="T9" fmla="*/ 961199 h 12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5" h="1286">
                    <a:moveTo>
                      <a:pt x="795" y="1156"/>
                    </a:moveTo>
                    <a:lnTo>
                      <a:pt x="485" y="1286"/>
                    </a:lnTo>
                    <a:lnTo>
                      <a:pt x="0" y="130"/>
                    </a:lnTo>
                    <a:lnTo>
                      <a:pt x="308" y="0"/>
                    </a:lnTo>
                    <a:lnTo>
                      <a:pt x="795" y="1156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26"/>
              <p:cNvSpPr/>
              <p:nvPr/>
            </p:nvSpPr>
            <p:spPr bwMode="auto">
              <a:xfrm>
                <a:off x="2685676" y="3544499"/>
                <a:ext cx="572063" cy="528826"/>
              </a:xfrm>
              <a:custGeom>
                <a:avLst/>
                <a:gdLst>
                  <a:gd name="T0" fmla="*/ 0 w 291"/>
                  <a:gd name="T1" fmla="*/ 465917 h 269"/>
                  <a:gd name="T2" fmla="*/ 342058 w 291"/>
                  <a:gd name="T3" fmla="*/ 139579 h 269"/>
                  <a:gd name="T4" fmla="*/ 572063 w 291"/>
                  <a:gd name="T5" fmla="*/ 139579 h 269"/>
                  <a:gd name="T6" fmla="*/ 418727 w 291"/>
                  <a:gd name="T7" fmla="*/ 444292 h 269"/>
                  <a:gd name="T8" fmla="*/ 161200 w 291"/>
                  <a:gd name="T9" fmla="*/ 528826 h 269"/>
                  <a:gd name="T10" fmla="*/ 0 w 291"/>
                  <a:gd name="T11" fmla="*/ 465917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1" h="269">
                    <a:moveTo>
                      <a:pt x="0" y="237"/>
                    </a:moveTo>
                    <a:cubicBezTo>
                      <a:pt x="0" y="237"/>
                      <a:pt x="147" y="142"/>
                      <a:pt x="174" y="71"/>
                    </a:cubicBezTo>
                    <a:cubicBezTo>
                      <a:pt x="201" y="0"/>
                      <a:pt x="291" y="55"/>
                      <a:pt x="291" y="71"/>
                    </a:cubicBezTo>
                    <a:cubicBezTo>
                      <a:pt x="291" y="87"/>
                      <a:pt x="235" y="206"/>
                      <a:pt x="213" y="226"/>
                    </a:cubicBezTo>
                    <a:cubicBezTo>
                      <a:pt x="191" y="245"/>
                      <a:pt x="82" y="269"/>
                      <a:pt x="82" y="269"/>
                    </a:cubicBezTo>
                    <a:lnTo>
                      <a:pt x="0" y="237"/>
                    </a:ln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27"/>
              <p:cNvSpPr/>
              <p:nvPr/>
            </p:nvSpPr>
            <p:spPr bwMode="auto">
              <a:xfrm>
                <a:off x="2685676" y="3047270"/>
                <a:ext cx="2188474" cy="1877498"/>
              </a:xfrm>
              <a:custGeom>
                <a:avLst/>
                <a:gdLst>
                  <a:gd name="T0" fmla="*/ 2139317 w 1113"/>
                  <a:gd name="T1" fmla="*/ 1034098 h 955"/>
                  <a:gd name="T2" fmla="*/ 1793251 w 1113"/>
                  <a:gd name="T3" fmla="*/ 210358 h 955"/>
                  <a:gd name="T4" fmla="*/ 314605 w 1113"/>
                  <a:gd name="T5" fmla="*/ 831604 h 955"/>
                  <a:gd name="T6" fmla="*/ 0 w 1113"/>
                  <a:gd name="T7" fmla="*/ 963324 h 955"/>
                  <a:gd name="T8" fmla="*/ 385392 w 1113"/>
                  <a:gd name="T9" fmla="*/ 1877498 h 955"/>
                  <a:gd name="T10" fmla="*/ 699997 w 1113"/>
                  <a:gd name="T11" fmla="*/ 1745778 h 955"/>
                  <a:gd name="T12" fmla="*/ 1791285 w 1113"/>
                  <a:gd name="T13" fmla="*/ 1464645 h 955"/>
                  <a:gd name="T14" fmla="*/ 2139317 w 1113"/>
                  <a:gd name="T15" fmla="*/ 1034098 h 9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13" h="955">
                    <a:moveTo>
                      <a:pt x="1088" y="526"/>
                    </a:moveTo>
                    <a:cubicBezTo>
                      <a:pt x="912" y="107"/>
                      <a:pt x="912" y="107"/>
                      <a:pt x="912" y="107"/>
                    </a:cubicBezTo>
                    <a:cubicBezTo>
                      <a:pt x="912" y="107"/>
                      <a:pt x="521" y="0"/>
                      <a:pt x="160" y="423"/>
                    </a:cubicBezTo>
                    <a:cubicBezTo>
                      <a:pt x="0" y="490"/>
                      <a:pt x="0" y="490"/>
                      <a:pt x="0" y="490"/>
                    </a:cubicBezTo>
                    <a:cubicBezTo>
                      <a:pt x="196" y="955"/>
                      <a:pt x="196" y="955"/>
                      <a:pt x="196" y="955"/>
                    </a:cubicBezTo>
                    <a:cubicBezTo>
                      <a:pt x="356" y="888"/>
                      <a:pt x="356" y="888"/>
                      <a:pt x="356" y="888"/>
                    </a:cubicBezTo>
                    <a:cubicBezTo>
                      <a:pt x="356" y="888"/>
                      <a:pt x="709" y="886"/>
                      <a:pt x="911" y="745"/>
                    </a:cubicBezTo>
                    <a:cubicBezTo>
                      <a:pt x="1113" y="603"/>
                      <a:pt x="1088" y="526"/>
                      <a:pt x="1088" y="526"/>
                    </a:cubicBezTo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28"/>
              <p:cNvSpPr/>
              <p:nvPr/>
            </p:nvSpPr>
            <p:spPr bwMode="auto">
              <a:xfrm>
                <a:off x="3830634" y="3230197"/>
                <a:ext cx="809868" cy="532983"/>
              </a:xfrm>
              <a:custGeom>
                <a:avLst/>
                <a:gdLst>
                  <a:gd name="T0" fmla="*/ 699789 w 412"/>
                  <a:gd name="T1" fmla="*/ 302876 h 271"/>
                  <a:gd name="T2" fmla="*/ 226055 w 412"/>
                  <a:gd name="T3" fmla="*/ 501515 h 271"/>
                  <a:gd name="T4" fmla="*/ 31451 w 412"/>
                  <a:gd name="T5" fmla="*/ 422846 h 271"/>
                  <a:gd name="T6" fmla="*/ 112045 w 412"/>
                  <a:gd name="T7" fmla="*/ 230107 h 271"/>
                  <a:gd name="T8" fmla="*/ 583813 w 412"/>
                  <a:gd name="T9" fmla="*/ 31468 h 271"/>
                  <a:gd name="T10" fmla="*/ 778417 w 412"/>
                  <a:gd name="T11" fmla="*/ 110137 h 271"/>
                  <a:gd name="T12" fmla="*/ 699789 w 412"/>
                  <a:gd name="T13" fmla="*/ 302876 h 27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2" h="271">
                    <a:moveTo>
                      <a:pt x="356" y="154"/>
                    </a:moveTo>
                    <a:cubicBezTo>
                      <a:pt x="115" y="255"/>
                      <a:pt x="115" y="255"/>
                      <a:pt x="115" y="255"/>
                    </a:cubicBezTo>
                    <a:cubicBezTo>
                      <a:pt x="77" y="271"/>
                      <a:pt x="32" y="253"/>
                      <a:pt x="16" y="215"/>
                    </a:cubicBezTo>
                    <a:cubicBezTo>
                      <a:pt x="0" y="177"/>
                      <a:pt x="19" y="133"/>
                      <a:pt x="57" y="117"/>
                    </a:cubicBezTo>
                    <a:cubicBezTo>
                      <a:pt x="297" y="16"/>
                      <a:pt x="297" y="16"/>
                      <a:pt x="297" y="16"/>
                    </a:cubicBezTo>
                    <a:cubicBezTo>
                      <a:pt x="335" y="0"/>
                      <a:pt x="380" y="18"/>
                      <a:pt x="396" y="56"/>
                    </a:cubicBezTo>
                    <a:cubicBezTo>
                      <a:pt x="412" y="94"/>
                      <a:pt x="394" y="138"/>
                      <a:pt x="356" y="154"/>
                    </a:cubicBez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29"/>
              <p:cNvSpPr/>
              <p:nvPr/>
            </p:nvSpPr>
            <p:spPr bwMode="auto">
              <a:xfrm>
                <a:off x="3934570" y="3473822"/>
                <a:ext cx="808205" cy="534646"/>
              </a:xfrm>
              <a:custGeom>
                <a:avLst/>
                <a:gdLst>
                  <a:gd name="T0" fmla="*/ 698085 w 411"/>
                  <a:gd name="T1" fmla="*/ 304670 h 272"/>
                  <a:gd name="T2" fmla="*/ 224174 w 411"/>
                  <a:gd name="T3" fmla="*/ 503196 h 272"/>
                  <a:gd name="T4" fmla="*/ 31463 w 411"/>
                  <a:gd name="T5" fmla="*/ 424572 h 272"/>
                  <a:gd name="T6" fmla="*/ 110120 w 411"/>
                  <a:gd name="T7" fmla="*/ 231942 h 272"/>
                  <a:gd name="T8" fmla="*/ 584031 w 411"/>
                  <a:gd name="T9" fmla="*/ 31450 h 272"/>
                  <a:gd name="T10" fmla="*/ 776742 w 411"/>
                  <a:gd name="T11" fmla="*/ 110074 h 272"/>
                  <a:gd name="T12" fmla="*/ 698085 w 411"/>
                  <a:gd name="T13" fmla="*/ 304670 h 2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1" h="272">
                    <a:moveTo>
                      <a:pt x="355" y="155"/>
                    </a:moveTo>
                    <a:cubicBezTo>
                      <a:pt x="114" y="256"/>
                      <a:pt x="114" y="256"/>
                      <a:pt x="114" y="256"/>
                    </a:cubicBezTo>
                    <a:cubicBezTo>
                      <a:pt x="76" y="272"/>
                      <a:pt x="32" y="254"/>
                      <a:pt x="16" y="216"/>
                    </a:cubicBezTo>
                    <a:cubicBezTo>
                      <a:pt x="0" y="178"/>
                      <a:pt x="18" y="134"/>
                      <a:pt x="56" y="118"/>
                    </a:cubicBezTo>
                    <a:cubicBezTo>
                      <a:pt x="297" y="16"/>
                      <a:pt x="297" y="16"/>
                      <a:pt x="297" y="16"/>
                    </a:cubicBezTo>
                    <a:cubicBezTo>
                      <a:pt x="335" y="0"/>
                      <a:pt x="379" y="18"/>
                      <a:pt x="395" y="56"/>
                    </a:cubicBezTo>
                    <a:cubicBezTo>
                      <a:pt x="411" y="94"/>
                      <a:pt x="393" y="139"/>
                      <a:pt x="355" y="155"/>
                    </a:cubicBez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30"/>
              <p:cNvSpPr/>
              <p:nvPr/>
            </p:nvSpPr>
            <p:spPr bwMode="auto">
              <a:xfrm>
                <a:off x="4032685" y="3705807"/>
                <a:ext cx="808205" cy="534646"/>
              </a:xfrm>
              <a:custGeom>
                <a:avLst/>
                <a:gdLst>
                  <a:gd name="T0" fmla="*/ 698085 w 411"/>
                  <a:gd name="T1" fmla="*/ 302704 h 272"/>
                  <a:gd name="T2" fmla="*/ 224174 w 411"/>
                  <a:gd name="T3" fmla="*/ 503196 h 272"/>
                  <a:gd name="T4" fmla="*/ 31463 w 411"/>
                  <a:gd name="T5" fmla="*/ 424572 h 272"/>
                  <a:gd name="T6" fmla="*/ 110120 w 411"/>
                  <a:gd name="T7" fmla="*/ 229976 h 272"/>
                  <a:gd name="T8" fmla="*/ 582065 w 411"/>
                  <a:gd name="T9" fmla="*/ 31450 h 272"/>
                  <a:gd name="T10" fmla="*/ 776742 w 411"/>
                  <a:gd name="T11" fmla="*/ 110074 h 272"/>
                  <a:gd name="T12" fmla="*/ 698085 w 411"/>
                  <a:gd name="T13" fmla="*/ 302704 h 2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1" h="272">
                    <a:moveTo>
                      <a:pt x="355" y="154"/>
                    </a:moveTo>
                    <a:cubicBezTo>
                      <a:pt x="114" y="256"/>
                      <a:pt x="114" y="256"/>
                      <a:pt x="114" y="256"/>
                    </a:cubicBezTo>
                    <a:cubicBezTo>
                      <a:pt x="76" y="272"/>
                      <a:pt x="32" y="254"/>
                      <a:pt x="16" y="216"/>
                    </a:cubicBezTo>
                    <a:cubicBezTo>
                      <a:pt x="0" y="178"/>
                      <a:pt x="18" y="133"/>
                      <a:pt x="56" y="117"/>
                    </a:cubicBezTo>
                    <a:cubicBezTo>
                      <a:pt x="296" y="16"/>
                      <a:pt x="296" y="16"/>
                      <a:pt x="296" y="16"/>
                    </a:cubicBezTo>
                    <a:cubicBezTo>
                      <a:pt x="334" y="0"/>
                      <a:pt x="379" y="18"/>
                      <a:pt x="395" y="56"/>
                    </a:cubicBezTo>
                    <a:cubicBezTo>
                      <a:pt x="411" y="94"/>
                      <a:pt x="393" y="138"/>
                      <a:pt x="355" y="154"/>
                    </a:cubicBez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31"/>
              <p:cNvSpPr/>
              <p:nvPr/>
            </p:nvSpPr>
            <p:spPr bwMode="auto">
              <a:xfrm>
                <a:off x="4129138" y="3937792"/>
                <a:ext cx="808205" cy="534646"/>
              </a:xfrm>
              <a:custGeom>
                <a:avLst/>
                <a:gdLst>
                  <a:gd name="T0" fmla="*/ 698085 w 411"/>
                  <a:gd name="T1" fmla="*/ 302704 h 272"/>
                  <a:gd name="T2" fmla="*/ 224174 w 411"/>
                  <a:gd name="T3" fmla="*/ 503196 h 272"/>
                  <a:gd name="T4" fmla="*/ 31463 w 411"/>
                  <a:gd name="T5" fmla="*/ 422606 h 272"/>
                  <a:gd name="T6" fmla="*/ 110120 w 411"/>
                  <a:gd name="T7" fmla="*/ 229976 h 272"/>
                  <a:gd name="T8" fmla="*/ 584031 w 411"/>
                  <a:gd name="T9" fmla="*/ 31450 h 272"/>
                  <a:gd name="T10" fmla="*/ 776742 w 411"/>
                  <a:gd name="T11" fmla="*/ 110074 h 272"/>
                  <a:gd name="T12" fmla="*/ 698085 w 411"/>
                  <a:gd name="T13" fmla="*/ 302704 h 2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1" h="272">
                    <a:moveTo>
                      <a:pt x="355" y="154"/>
                    </a:moveTo>
                    <a:cubicBezTo>
                      <a:pt x="114" y="256"/>
                      <a:pt x="114" y="256"/>
                      <a:pt x="114" y="256"/>
                    </a:cubicBezTo>
                    <a:cubicBezTo>
                      <a:pt x="76" y="272"/>
                      <a:pt x="32" y="254"/>
                      <a:pt x="16" y="215"/>
                    </a:cubicBezTo>
                    <a:cubicBezTo>
                      <a:pt x="0" y="177"/>
                      <a:pt x="18" y="133"/>
                      <a:pt x="56" y="117"/>
                    </a:cubicBezTo>
                    <a:cubicBezTo>
                      <a:pt x="297" y="16"/>
                      <a:pt x="297" y="16"/>
                      <a:pt x="297" y="16"/>
                    </a:cubicBezTo>
                    <a:cubicBezTo>
                      <a:pt x="335" y="0"/>
                      <a:pt x="379" y="18"/>
                      <a:pt x="395" y="56"/>
                    </a:cubicBezTo>
                    <a:cubicBezTo>
                      <a:pt x="411" y="94"/>
                      <a:pt x="393" y="138"/>
                      <a:pt x="355" y="154"/>
                    </a:cubicBez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32"/>
              <p:cNvSpPr/>
              <p:nvPr/>
            </p:nvSpPr>
            <p:spPr bwMode="auto">
              <a:xfrm>
                <a:off x="3413227" y="4028424"/>
                <a:ext cx="253604" cy="321785"/>
              </a:xfrm>
              <a:custGeom>
                <a:avLst/>
                <a:gdLst>
                  <a:gd name="T0" fmla="*/ 200524 w 129"/>
                  <a:gd name="T1" fmla="*/ 0 h 164"/>
                  <a:gd name="T2" fmla="*/ 0 w 129"/>
                  <a:gd name="T3" fmla="*/ 321785 h 164"/>
                  <a:gd name="T4" fmla="*/ 253604 w 129"/>
                  <a:gd name="T5" fmla="*/ 96143 h 164"/>
                  <a:gd name="T6" fmla="*/ 200524 w 129"/>
                  <a:gd name="T7" fmla="*/ 0 h 16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9" h="164">
                    <a:moveTo>
                      <a:pt x="102" y="0"/>
                    </a:moveTo>
                    <a:cubicBezTo>
                      <a:pt x="102" y="0"/>
                      <a:pt x="107" y="116"/>
                      <a:pt x="0" y="164"/>
                    </a:cubicBezTo>
                    <a:cubicBezTo>
                      <a:pt x="0" y="164"/>
                      <a:pt x="89" y="157"/>
                      <a:pt x="129" y="49"/>
                    </a:cubicBezTo>
                    <a:cubicBezTo>
                      <a:pt x="102" y="0"/>
                      <a:pt x="102" y="0"/>
                      <a:pt x="102" y="0"/>
                    </a:cubicBezTo>
                  </a:path>
                </a:pathLst>
              </a:custGeom>
              <a:solidFill>
                <a:srgbClr val="DDB6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33"/>
              <p:cNvSpPr/>
              <p:nvPr/>
            </p:nvSpPr>
            <p:spPr bwMode="auto">
              <a:xfrm>
                <a:off x="3651033" y="4093280"/>
                <a:ext cx="680156" cy="536309"/>
              </a:xfrm>
              <a:custGeom>
                <a:avLst/>
                <a:gdLst>
                  <a:gd name="T0" fmla="*/ 0 w 346"/>
                  <a:gd name="T1" fmla="*/ 68758 h 273"/>
                  <a:gd name="T2" fmla="*/ 601525 w 346"/>
                  <a:gd name="T3" fmla="*/ 536309 h 273"/>
                  <a:gd name="T4" fmla="*/ 646738 w 346"/>
                  <a:gd name="T5" fmla="*/ 516664 h 273"/>
                  <a:gd name="T6" fmla="*/ 0 w 346"/>
                  <a:gd name="T7" fmla="*/ 0 h 273"/>
                  <a:gd name="T8" fmla="*/ 0 w 346"/>
                  <a:gd name="T9" fmla="*/ 68758 h 2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6" h="273">
                    <a:moveTo>
                      <a:pt x="0" y="35"/>
                    </a:moveTo>
                    <a:cubicBezTo>
                      <a:pt x="0" y="35"/>
                      <a:pt x="99" y="223"/>
                      <a:pt x="306" y="273"/>
                    </a:cubicBezTo>
                    <a:cubicBezTo>
                      <a:pt x="306" y="273"/>
                      <a:pt x="312" y="271"/>
                      <a:pt x="329" y="263"/>
                    </a:cubicBezTo>
                    <a:cubicBezTo>
                      <a:pt x="346" y="256"/>
                      <a:pt x="0" y="0"/>
                      <a:pt x="0" y="0"/>
                    </a:cubicBez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DDB6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34"/>
              <p:cNvSpPr/>
              <p:nvPr/>
            </p:nvSpPr>
            <p:spPr bwMode="auto">
              <a:xfrm>
                <a:off x="3388283" y="2296437"/>
                <a:ext cx="1493351" cy="2333153"/>
              </a:xfrm>
              <a:custGeom>
                <a:avLst/>
                <a:gdLst>
                  <a:gd name="T0" fmla="*/ 1489421 w 760"/>
                  <a:gd name="T1" fmla="*/ 141522 h 1187"/>
                  <a:gd name="T2" fmla="*/ 139510 w 760"/>
                  <a:gd name="T3" fmla="*/ 982794 h 1187"/>
                  <a:gd name="T4" fmla="*/ 982468 w 760"/>
                  <a:gd name="T5" fmla="*/ 2333153 h 1187"/>
                  <a:gd name="T6" fmla="*/ 986398 w 760"/>
                  <a:gd name="T7" fmla="*/ 2333153 h 1187"/>
                  <a:gd name="T8" fmla="*/ 1493351 w 760"/>
                  <a:gd name="T9" fmla="*/ 141522 h 1187"/>
                  <a:gd name="T10" fmla="*/ 1489421 w 760"/>
                  <a:gd name="T11" fmla="*/ 141522 h 11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0" h="1187">
                    <a:moveTo>
                      <a:pt x="758" y="72"/>
                    </a:moveTo>
                    <a:cubicBezTo>
                      <a:pt x="450" y="0"/>
                      <a:pt x="142" y="192"/>
                      <a:pt x="71" y="500"/>
                    </a:cubicBezTo>
                    <a:cubicBezTo>
                      <a:pt x="0" y="808"/>
                      <a:pt x="192" y="1116"/>
                      <a:pt x="500" y="1187"/>
                    </a:cubicBezTo>
                    <a:cubicBezTo>
                      <a:pt x="501" y="1187"/>
                      <a:pt x="501" y="1187"/>
                      <a:pt x="502" y="1187"/>
                    </a:cubicBezTo>
                    <a:cubicBezTo>
                      <a:pt x="760" y="72"/>
                      <a:pt x="760" y="72"/>
                      <a:pt x="760" y="72"/>
                    </a:cubicBezTo>
                    <a:cubicBezTo>
                      <a:pt x="759" y="72"/>
                      <a:pt x="759" y="72"/>
                      <a:pt x="758" y="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35"/>
              <p:cNvSpPr/>
              <p:nvPr/>
            </p:nvSpPr>
            <p:spPr bwMode="auto">
              <a:xfrm>
                <a:off x="4374426" y="2437790"/>
                <a:ext cx="1486699" cy="2329827"/>
              </a:xfrm>
              <a:custGeom>
                <a:avLst/>
                <a:gdLst>
                  <a:gd name="T0" fmla="*/ 1347075 w 756"/>
                  <a:gd name="T1" fmla="*/ 1348744 h 1185"/>
                  <a:gd name="T2" fmla="*/ 507366 w 756"/>
                  <a:gd name="T3" fmla="*/ 0 h 1185"/>
                  <a:gd name="T4" fmla="*/ 0 w 756"/>
                  <a:gd name="T5" fmla="*/ 2192200 h 1185"/>
                  <a:gd name="T6" fmla="*/ 1347075 w 756"/>
                  <a:gd name="T7" fmla="*/ 1348744 h 118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56" h="1185">
                    <a:moveTo>
                      <a:pt x="685" y="686"/>
                    </a:moveTo>
                    <a:cubicBezTo>
                      <a:pt x="756" y="379"/>
                      <a:pt x="565" y="72"/>
                      <a:pt x="258" y="0"/>
                    </a:cubicBezTo>
                    <a:cubicBezTo>
                      <a:pt x="0" y="1115"/>
                      <a:pt x="0" y="1115"/>
                      <a:pt x="0" y="1115"/>
                    </a:cubicBezTo>
                    <a:cubicBezTo>
                      <a:pt x="308" y="1185"/>
                      <a:pt x="614" y="994"/>
                      <a:pt x="685" y="6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Rectangle 36"/>
              <p:cNvSpPr>
                <a:spLocks noChangeArrowheads="1"/>
              </p:cNvSpPr>
              <p:nvPr/>
            </p:nvSpPr>
            <p:spPr bwMode="auto">
              <a:xfrm>
                <a:off x="4498318" y="4093280"/>
                <a:ext cx="831" cy="831"/>
              </a:xfrm>
              <a:prstGeom prst="rect">
                <a:avLst/>
              </a:prstGeom>
              <a:solidFill>
                <a:srgbClr val="03434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57" name="Freeform 37"/>
              <p:cNvSpPr>
                <a:spLocks noEditPoints="1"/>
              </p:cNvSpPr>
              <p:nvPr/>
            </p:nvSpPr>
            <p:spPr bwMode="auto">
              <a:xfrm>
                <a:off x="3387347" y="2378357"/>
                <a:ext cx="2364333" cy="2332796"/>
              </a:xfrm>
              <a:custGeom>
                <a:avLst/>
                <a:gdLst>
                  <a:gd name="T0" fmla="*/ 1128 w 1202"/>
                  <a:gd name="T1" fmla="*/ 488 h 1186"/>
                  <a:gd name="T2" fmla="*/ 1072 w 1202"/>
                  <a:gd name="T3" fmla="*/ 424 h 1186"/>
                  <a:gd name="T4" fmla="*/ 1063 w 1202"/>
                  <a:gd name="T5" fmla="*/ 469 h 1186"/>
                  <a:gd name="T6" fmla="*/ 1026 w 1202"/>
                  <a:gd name="T7" fmla="*/ 415 h 1186"/>
                  <a:gd name="T8" fmla="*/ 907 w 1202"/>
                  <a:gd name="T9" fmla="*/ 430 h 1186"/>
                  <a:gd name="T10" fmla="*/ 969 w 1202"/>
                  <a:gd name="T11" fmla="*/ 377 h 1186"/>
                  <a:gd name="T12" fmla="*/ 1083 w 1202"/>
                  <a:gd name="T13" fmla="*/ 342 h 1186"/>
                  <a:gd name="T14" fmla="*/ 1058 w 1202"/>
                  <a:gd name="T15" fmla="*/ 268 h 1186"/>
                  <a:gd name="T16" fmla="*/ 434 w 1202"/>
                  <a:gd name="T17" fmla="*/ 66 h 1186"/>
                  <a:gd name="T18" fmla="*/ 469 w 1202"/>
                  <a:gd name="T19" fmla="*/ 84 h 1186"/>
                  <a:gd name="T20" fmla="*/ 528 w 1202"/>
                  <a:gd name="T21" fmla="*/ 76 h 1186"/>
                  <a:gd name="T22" fmla="*/ 526 w 1202"/>
                  <a:gd name="T23" fmla="*/ 110 h 1186"/>
                  <a:gd name="T24" fmla="*/ 591 w 1202"/>
                  <a:gd name="T25" fmla="*/ 82 h 1186"/>
                  <a:gd name="T26" fmla="*/ 639 w 1202"/>
                  <a:gd name="T27" fmla="*/ 103 h 1186"/>
                  <a:gd name="T28" fmla="*/ 758 w 1202"/>
                  <a:gd name="T29" fmla="*/ 164 h 1186"/>
                  <a:gd name="T30" fmla="*/ 707 w 1202"/>
                  <a:gd name="T31" fmla="*/ 151 h 1186"/>
                  <a:gd name="T32" fmla="*/ 639 w 1202"/>
                  <a:gd name="T33" fmla="*/ 141 h 1186"/>
                  <a:gd name="T34" fmla="*/ 607 w 1202"/>
                  <a:gd name="T35" fmla="*/ 161 h 1186"/>
                  <a:gd name="T36" fmla="*/ 525 w 1202"/>
                  <a:gd name="T37" fmla="*/ 195 h 1186"/>
                  <a:gd name="T38" fmla="*/ 616 w 1202"/>
                  <a:gd name="T39" fmla="*/ 176 h 1186"/>
                  <a:gd name="T40" fmla="*/ 702 w 1202"/>
                  <a:gd name="T41" fmla="*/ 238 h 1186"/>
                  <a:gd name="T42" fmla="*/ 714 w 1202"/>
                  <a:gd name="T43" fmla="*/ 302 h 1186"/>
                  <a:gd name="T44" fmla="*/ 676 w 1202"/>
                  <a:gd name="T45" fmla="*/ 286 h 1186"/>
                  <a:gd name="T46" fmla="*/ 657 w 1202"/>
                  <a:gd name="T47" fmla="*/ 275 h 1186"/>
                  <a:gd name="T48" fmla="*/ 629 w 1202"/>
                  <a:gd name="T49" fmla="*/ 257 h 1186"/>
                  <a:gd name="T50" fmla="*/ 626 w 1202"/>
                  <a:gd name="T51" fmla="*/ 289 h 1186"/>
                  <a:gd name="T52" fmla="*/ 503 w 1202"/>
                  <a:gd name="T53" fmla="*/ 339 h 1186"/>
                  <a:gd name="T54" fmla="*/ 414 w 1202"/>
                  <a:gd name="T55" fmla="*/ 380 h 1186"/>
                  <a:gd name="T56" fmla="*/ 308 w 1202"/>
                  <a:gd name="T57" fmla="*/ 451 h 1186"/>
                  <a:gd name="T58" fmla="*/ 405 w 1202"/>
                  <a:gd name="T59" fmla="*/ 551 h 1186"/>
                  <a:gd name="T60" fmla="*/ 535 w 1202"/>
                  <a:gd name="T61" fmla="*/ 569 h 1186"/>
                  <a:gd name="T62" fmla="*/ 622 w 1202"/>
                  <a:gd name="T63" fmla="*/ 692 h 1186"/>
                  <a:gd name="T64" fmla="*/ 638 w 1202"/>
                  <a:gd name="T65" fmla="*/ 852 h 1186"/>
                  <a:gd name="T66" fmla="*/ 555 w 1202"/>
                  <a:gd name="T67" fmla="*/ 917 h 1186"/>
                  <a:gd name="T68" fmla="*/ 456 w 1202"/>
                  <a:gd name="T69" fmla="*/ 986 h 1186"/>
                  <a:gd name="T70" fmla="*/ 446 w 1202"/>
                  <a:gd name="T71" fmla="*/ 1047 h 1186"/>
                  <a:gd name="T72" fmla="*/ 382 w 1202"/>
                  <a:gd name="T73" fmla="*/ 996 h 1186"/>
                  <a:gd name="T74" fmla="*/ 382 w 1202"/>
                  <a:gd name="T75" fmla="*/ 747 h 1186"/>
                  <a:gd name="T76" fmla="*/ 388 w 1202"/>
                  <a:gd name="T77" fmla="*/ 594 h 1186"/>
                  <a:gd name="T78" fmla="*/ 294 w 1202"/>
                  <a:gd name="T79" fmla="*/ 468 h 1186"/>
                  <a:gd name="T80" fmla="*/ 205 w 1202"/>
                  <a:gd name="T81" fmla="*/ 346 h 1186"/>
                  <a:gd name="T82" fmla="*/ 183 w 1202"/>
                  <a:gd name="T83" fmla="*/ 385 h 1186"/>
                  <a:gd name="T84" fmla="*/ 501 w 1202"/>
                  <a:gd name="T85" fmla="*/ 1146 h 1186"/>
                  <a:gd name="T86" fmla="*/ 968 w 1202"/>
                  <a:gd name="T87" fmla="*/ 920 h 1186"/>
                  <a:gd name="T88" fmla="*/ 946 w 1202"/>
                  <a:gd name="T89" fmla="*/ 710 h 1186"/>
                  <a:gd name="T90" fmla="*/ 830 w 1202"/>
                  <a:gd name="T91" fmla="*/ 685 h 1186"/>
                  <a:gd name="T92" fmla="*/ 806 w 1202"/>
                  <a:gd name="T93" fmla="*/ 523 h 1186"/>
                  <a:gd name="T94" fmla="*/ 978 w 1202"/>
                  <a:gd name="T95" fmla="*/ 455 h 1186"/>
                  <a:gd name="T96" fmla="*/ 1102 w 1202"/>
                  <a:gd name="T97" fmla="*/ 515 h 1186"/>
                  <a:gd name="T98" fmla="*/ 970 w 1202"/>
                  <a:gd name="T99" fmla="*/ 286 h 1186"/>
                  <a:gd name="T100" fmla="*/ 1018 w 1202"/>
                  <a:gd name="T101" fmla="*/ 337 h 1186"/>
                  <a:gd name="T102" fmla="*/ 986 w 1202"/>
                  <a:gd name="T103" fmla="*/ 313 h 1186"/>
                  <a:gd name="T104" fmla="*/ 963 w 1202"/>
                  <a:gd name="T105" fmla="*/ 298 h 1186"/>
                  <a:gd name="T106" fmla="*/ 627 w 1202"/>
                  <a:gd name="T107" fmla="*/ 301 h 1186"/>
                  <a:gd name="T108" fmla="*/ 649 w 1202"/>
                  <a:gd name="T109" fmla="*/ 306 h 1186"/>
                  <a:gd name="T110" fmla="*/ 627 w 1202"/>
                  <a:gd name="T111" fmla="*/ 301 h 1186"/>
                  <a:gd name="T112" fmla="*/ 601 w 1202"/>
                  <a:gd name="T113" fmla="*/ 310 h 1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2" h="1186">
                    <a:moveTo>
                      <a:pt x="1197" y="506"/>
                    </a:moveTo>
                    <a:cubicBezTo>
                      <a:pt x="1168" y="499"/>
                      <a:pt x="1168" y="499"/>
                      <a:pt x="1168" y="499"/>
                    </a:cubicBezTo>
                    <a:cubicBezTo>
                      <a:pt x="1157" y="480"/>
                      <a:pt x="1157" y="480"/>
                      <a:pt x="1157" y="480"/>
                    </a:cubicBezTo>
                    <a:cubicBezTo>
                      <a:pt x="1160" y="454"/>
                      <a:pt x="1160" y="454"/>
                      <a:pt x="1160" y="454"/>
                    </a:cubicBezTo>
                    <a:cubicBezTo>
                      <a:pt x="1144" y="458"/>
                      <a:pt x="1144" y="458"/>
                      <a:pt x="1144" y="458"/>
                    </a:cubicBezTo>
                    <a:cubicBezTo>
                      <a:pt x="1128" y="488"/>
                      <a:pt x="1128" y="488"/>
                      <a:pt x="1128" y="488"/>
                    </a:cubicBezTo>
                    <a:cubicBezTo>
                      <a:pt x="1112" y="460"/>
                      <a:pt x="1112" y="460"/>
                      <a:pt x="1112" y="460"/>
                    </a:cubicBezTo>
                    <a:cubicBezTo>
                      <a:pt x="1116" y="438"/>
                      <a:pt x="1116" y="438"/>
                      <a:pt x="1116" y="438"/>
                    </a:cubicBezTo>
                    <a:cubicBezTo>
                      <a:pt x="1099" y="415"/>
                      <a:pt x="1099" y="415"/>
                      <a:pt x="1099" y="415"/>
                    </a:cubicBezTo>
                    <a:cubicBezTo>
                      <a:pt x="1093" y="406"/>
                      <a:pt x="1093" y="406"/>
                      <a:pt x="1093" y="406"/>
                    </a:cubicBezTo>
                    <a:cubicBezTo>
                      <a:pt x="1069" y="400"/>
                      <a:pt x="1069" y="400"/>
                      <a:pt x="1069" y="400"/>
                    </a:cubicBezTo>
                    <a:cubicBezTo>
                      <a:pt x="1072" y="424"/>
                      <a:pt x="1072" y="424"/>
                      <a:pt x="1072" y="424"/>
                    </a:cubicBezTo>
                    <a:cubicBezTo>
                      <a:pt x="1097" y="446"/>
                      <a:pt x="1097" y="446"/>
                      <a:pt x="1097" y="446"/>
                    </a:cubicBezTo>
                    <a:cubicBezTo>
                      <a:pt x="1101" y="453"/>
                      <a:pt x="1101" y="453"/>
                      <a:pt x="1101" y="453"/>
                    </a:cubicBezTo>
                    <a:cubicBezTo>
                      <a:pt x="1094" y="455"/>
                      <a:pt x="1094" y="455"/>
                      <a:pt x="1094" y="455"/>
                    </a:cubicBezTo>
                    <a:cubicBezTo>
                      <a:pt x="1090" y="472"/>
                      <a:pt x="1090" y="472"/>
                      <a:pt x="1090" y="472"/>
                    </a:cubicBezTo>
                    <a:cubicBezTo>
                      <a:pt x="1075" y="474"/>
                      <a:pt x="1075" y="474"/>
                      <a:pt x="1075" y="474"/>
                    </a:cubicBezTo>
                    <a:cubicBezTo>
                      <a:pt x="1063" y="469"/>
                      <a:pt x="1063" y="469"/>
                      <a:pt x="1063" y="469"/>
                    </a:cubicBezTo>
                    <a:cubicBezTo>
                      <a:pt x="1058" y="457"/>
                      <a:pt x="1058" y="457"/>
                      <a:pt x="1058" y="457"/>
                    </a:cubicBezTo>
                    <a:cubicBezTo>
                      <a:pt x="1078" y="462"/>
                      <a:pt x="1078" y="462"/>
                      <a:pt x="1078" y="462"/>
                    </a:cubicBezTo>
                    <a:cubicBezTo>
                      <a:pt x="1085" y="456"/>
                      <a:pt x="1085" y="456"/>
                      <a:pt x="1085" y="456"/>
                    </a:cubicBezTo>
                    <a:cubicBezTo>
                      <a:pt x="1048" y="417"/>
                      <a:pt x="1048" y="417"/>
                      <a:pt x="1048" y="417"/>
                    </a:cubicBezTo>
                    <a:cubicBezTo>
                      <a:pt x="1047" y="403"/>
                      <a:pt x="1047" y="403"/>
                      <a:pt x="1047" y="403"/>
                    </a:cubicBezTo>
                    <a:cubicBezTo>
                      <a:pt x="1026" y="415"/>
                      <a:pt x="1026" y="415"/>
                      <a:pt x="1026" y="415"/>
                    </a:cubicBezTo>
                    <a:cubicBezTo>
                      <a:pt x="1009" y="407"/>
                      <a:pt x="1009" y="407"/>
                      <a:pt x="1009" y="407"/>
                    </a:cubicBezTo>
                    <a:cubicBezTo>
                      <a:pt x="973" y="437"/>
                      <a:pt x="973" y="437"/>
                      <a:pt x="973" y="437"/>
                    </a:cubicBezTo>
                    <a:cubicBezTo>
                      <a:pt x="965" y="449"/>
                      <a:pt x="965" y="449"/>
                      <a:pt x="965" y="449"/>
                    </a:cubicBezTo>
                    <a:cubicBezTo>
                      <a:pt x="947" y="447"/>
                      <a:pt x="947" y="447"/>
                      <a:pt x="947" y="447"/>
                    </a:cubicBezTo>
                    <a:cubicBezTo>
                      <a:pt x="921" y="441"/>
                      <a:pt x="921" y="441"/>
                      <a:pt x="921" y="441"/>
                    </a:cubicBezTo>
                    <a:cubicBezTo>
                      <a:pt x="907" y="430"/>
                      <a:pt x="907" y="430"/>
                      <a:pt x="907" y="430"/>
                    </a:cubicBezTo>
                    <a:cubicBezTo>
                      <a:pt x="910" y="399"/>
                      <a:pt x="910" y="399"/>
                      <a:pt x="910" y="399"/>
                    </a:cubicBezTo>
                    <a:cubicBezTo>
                      <a:pt x="919" y="385"/>
                      <a:pt x="919" y="385"/>
                      <a:pt x="919" y="385"/>
                    </a:cubicBezTo>
                    <a:cubicBezTo>
                      <a:pt x="946" y="385"/>
                      <a:pt x="946" y="385"/>
                      <a:pt x="946" y="385"/>
                    </a:cubicBezTo>
                    <a:cubicBezTo>
                      <a:pt x="974" y="398"/>
                      <a:pt x="974" y="398"/>
                      <a:pt x="974" y="398"/>
                    </a:cubicBezTo>
                    <a:cubicBezTo>
                      <a:pt x="981" y="383"/>
                      <a:pt x="981" y="383"/>
                      <a:pt x="981" y="383"/>
                    </a:cubicBezTo>
                    <a:cubicBezTo>
                      <a:pt x="969" y="377"/>
                      <a:pt x="969" y="377"/>
                      <a:pt x="969" y="377"/>
                    </a:cubicBezTo>
                    <a:cubicBezTo>
                      <a:pt x="979" y="353"/>
                      <a:pt x="979" y="353"/>
                      <a:pt x="979" y="353"/>
                    </a:cubicBezTo>
                    <a:cubicBezTo>
                      <a:pt x="1009" y="355"/>
                      <a:pt x="1009" y="355"/>
                      <a:pt x="1009" y="355"/>
                    </a:cubicBezTo>
                    <a:cubicBezTo>
                      <a:pt x="1036" y="332"/>
                      <a:pt x="1036" y="332"/>
                      <a:pt x="1036" y="332"/>
                    </a:cubicBezTo>
                    <a:cubicBezTo>
                      <a:pt x="1058" y="333"/>
                      <a:pt x="1058" y="333"/>
                      <a:pt x="1058" y="333"/>
                    </a:cubicBezTo>
                    <a:cubicBezTo>
                      <a:pt x="1076" y="340"/>
                      <a:pt x="1076" y="340"/>
                      <a:pt x="1076" y="340"/>
                    </a:cubicBezTo>
                    <a:cubicBezTo>
                      <a:pt x="1083" y="342"/>
                      <a:pt x="1083" y="342"/>
                      <a:pt x="1083" y="342"/>
                    </a:cubicBezTo>
                    <a:cubicBezTo>
                      <a:pt x="1085" y="314"/>
                      <a:pt x="1085" y="314"/>
                      <a:pt x="1085" y="314"/>
                    </a:cubicBezTo>
                    <a:cubicBezTo>
                      <a:pt x="1060" y="318"/>
                      <a:pt x="1060" y="318"/>
                      <a:pt x="1060" y="318"/>
                    </a:cubicBezTo>
                    <a:cubicBezTo>
                      <a:pt x="1057" y="296"/>
                      <a:pt x="1057" y="296"/>
                      <a:pt x="1057" y="296"/>
                    </a:cubicBezTo>
                    <a:cubicBezTo>
                      <a:pt x="1044" y="291"/>
                      <a:pt x="1044" y="291"/>
                      <a:pt x="1044" y="291"/>
                    </a:cubicBezTo>
                    <a:cubicBezTo>
                      <a:pt x="1045" y="277"/>
                      <a:pt x="1045" y="277"/>
                      <a:pt x="1045" y="277"/>
                    </a:cubicBezTo>
                    <a:cubicBezTo>
                      <a:pt x="1058" y="268"/>
                      <a:pt x="1058" y="268"/>
                      <a:pt x="1058" y="268"/>
                    </a:cubicBezTo>
                    <a:cubicBezTo>
                      <a:pt x="1086" y="263"/>
                      <a:pt x="1086" y="263"/>
                      <a:pt x="1086" y="263"/>
                    </a:cubicBezTo>
                    <a:cubicBezTo>
                      <a:pt x="1096" y="253"/>
                      <a:pt x="1096" y="253"/>
                      <a:pt x="1096" y="253"/>
                    </a:cubicBezTo>
                    <a:cubicBezTo>
                      <a:pt x="1017" y="144"/>
                      <a:pt x="901" y="61"/>
                      <a:pt x="760" y="28"/>
                    </a:cubicBezTo>
                    <a:cubicBezTo>
                      <a:pt x="760" y="28"/>
                      <a:pt x="759" y="28"/>
                      <a:pt x="759" y="28"/>
                    </a:cubicBezTo>
                    <a:cubicBezTo>
                      <a:pt x="636" y="0"/>
                      <a:pt x="514" y="13"/>
                      <a:pt x="406" y="59"/>
                    </a:cubicBezTo>
                    <a:cubicBezTo>
                      <a:pt x="434" y="66"/>
                      <a:pt x="434" y="66"/>
                      <a:pt x="434" y="66"/>
                    </a:cubicBezTo>
                    <a:cubicBezTo>
                      <a:pt x="445" y="75"/>
                      <a:pt x="445" y="75"/>
                      <a:pt x="445" y="75"/>
                    </a:cubicBezTo>
                    <a:cubicBezTo>
                      <a:pt x="468" y="86"/>
                      <a:pt x="468" y="86"/>
                      <a:pt x="468" y="86"/>
                    </a:cubicBezTo>
                    <a:cubicBezTo>
                      <a:pt x="467" y="96"/>
                      <a:pt x="467" y="96"/>
                      <a:pt x="467" y="96"/>
                    </a:cubicBezTo>
                    <a:cubicBezTo>
                      <a:pt x="505" y="106"/>
                      <a:pt x="505" y="106"/>
                      <a:pt x="505" y="106"/>
                    </a:cubicBezTo>
                    <a:cubicBezTo>
                      <a:pt x="502" y="93"/>
                      <a:pt x="502" y="93"/>
                      <a:pt x="502" y="93"/>
                    </a:cubicBezTo>
                    <a:cubicBezTo>
                      <a:pt x="469" y="84"/>
                      <a:pt x="469" y="84"/>
                      <a:pt x="469" y="84"/>
                    </a:cubicBezTo>
                    <a:cubicBezTo>
                      <a:pt x="479" y="78"/>
                      <a:pt x="479" y="78"/>
                      <a:pt x="479" y="78"/>
                    </a:cubicBezTo>
                    <a:cubicBezTo>
                      <a:pt x="478" y="69"/>
                      <a:pt x="478" y="69"/>
                      <a:pt x="478" y="69"/>
                    </a:cubicBezTo>
                    <a:cubicBezTo>
                      <a:pt x="448" y="62"/>
                      <a:pt x="448" y="62"/>
                      <a:pt x="448" y="62"/>
                    </a:cubicBezTo>
                    <a:cubicBezTo>
                      <a:pt x="486" y="45"/>
                      <a:pt x="486" y="45"/>
                      <a:pt x="486" y="45"/>
                    </a:cubicBezTo>
                    <a:cubicBezTo>
                      <a:pt x="518" y="52"/>
                      <a:pt x="518" y="52"/>
                      <a:pt x="518" y="52"/>
                    </a:cubicBezTo>
                    <a:cubicBezTo>
                      <a:pt x="528" y="76"/>
                      <a:pt x="528" y="76"/>
                      <a:pt x="528" y="76"/>
                    </a:cubicBezTo>
                    <a:cubicBezTo>
                      <a:pt x="553" y="83"/>
                      <a:pt x="553" y="83"/>
                      <a:pt x="553" y="83"/>
                    </a:cubicBezTo>
                    <a:cubicBezTo>
                      <a:pt x="571" y="72"/>
                      <a:pt x="571" y="72"/>
                      <a:pt x="571" y="72"/>
                    </a:cubicBezTo>
                    <a:cubicBezTo>
                      <a:pt x="581" y="80"/>
                      <a:pt x="581" y="80"/>
                      <a:pt x="581" y="80"/>
                    </a:cubicBezTo>
                    <a:cubicBezTo>
                      <a:pt x="555" y="96"/>
                      <a:pt x="555" y="96"/>
                      <a:pt x="555" y="96"/>
                    </a:cubicBezTo>
                    <a:cubicBezTo>
                      <a:pt x="555" y="96"/>
                      <a:pt x="527" y="89"/>
                      <a:pt x="528" y="90"/>
                    </a:cubicBezTo>
                    <a:cubicBezTo>
                      <a:pt x="530" y="90"/>
                      <a:pt x="526" y="110"/>
                      <a:pt x="526" y="110"/>
                    </a:cubicBezTo>
                    <a:cubicBezTo>
                      <a:pt x="561" y="117"/>
                      <a:pt x="561" y="117"/>
                      <a:pt x="561" y="117"/>
                    </a:cubicBezTo>
                    <a:cubicBezTo>
                      <a:pt x="567" y="108"/>
                      <a:pt x="567" y="108"/>
                      <a:pt x="567" y="108"/>
                    </a:cubicBezTo>
                    <a:cubicBezTo>
                      <a:pt x="591" y="112"/>
                      <a:pt x="591" y="112"/>
                      <a:pt x="591" y="112"/>
                    </a:cubicBezTo>
                    <a:cubicBezTo>
                      <a:pt x="597" y="99"/>
                      <a:pt x="597" y="99"/>
                      <a:pt x="597" y="99"/>
                    </a:cubicBezTo>
                    <a:cubicBezTo>
                      <a:pt x="583" y="94"/>
                      <a:pt x="583" y="94"/>
                      <a:pt x="583" y="94"/>
                    </a:cubicBezTo>
                    <a:cubicBezTo>
                      <a:pt x="591" y="82"/>
                      <a:pt x="591" y="82"/>
                      <a:pt x="591" y="82"/>
                    </a:cubicBezTo>
                    <a:cubicBezTo>
                      <a:pt x="602" y="81"/>
                      <a:pt x="602" y="81"/>
                      <a:pt x="602" y="81"/>
                    </a:cubicBezTo>
                    <a:cubicBezTo>
                      <a:pt x="639" y="92"/>
                      <a:pt x="639" y="92"/>
                      <a:pt x="639" y="92"/>
                    </a:cubicBezTo>
                    <a:cubicBezTo>
                      <a:pt x="614" y="106"/>
                      <a:pt x="614" y="106"/>
                      <a:pt x="614" y="106"/>
                    </a:cubicBezTo>
                    <a:cubicBezTo>
                      <a:pt x="614" y="121"/>
                      <a:pt x="614" y="121"/>
                      <a:pt x="614" y="121"/>
                    </a:cubicBezTo>
                    <a:cubicBezTo>
                      <a:pt x="635" y="129"/>
                      <a:pt x="635" y="129"/>
                      <a:pt x="635" y="129"/>
                    </a:cubicBezTo>
                    <a:cubicBezTo>
                      <a:pt x="639" y="103"/>
                      <a:pt x="639" y="103"/>
                      <a:pt x="639" y="103"/>
                    </a:cubicBezTo>
                    <a:cubicBezTo>
                      <a:pt x="662" y="97"/>
                      <a:pt x="662" y="97"/>
                      <a:pt x="662" y="97"/>
                    </a:cubicBezTo>
                    <a:cubicBezTo>
                      <a:pt x="700" y="101"/>
                      <a:pt x="700" y="101"/>
                      <a:pt x="700" y="101"/>
                    </a:cubicBezTo>
                    <a:cubicBezTo>
                      <a:pt x="737" y="129"/>
                      <a:pt x="737" y="129"/>
                      <a:pt x="737" y="129"/>
                    </a:cubicBezTo>
                    <a:cubicBezTo>
                      <a:pt x="747" y="136"/>
                      <a:pt x="747" y="136"/>
                      <a:pt x="747" y="136"/>
                    </a:cubicBezTo>
                    <a:cubicBezTo>
                      <a:pt x="742" y="156"/>
                      <a:pt x="742" y="156"/>
                      <a:pt x="742" y="156"/>
                    </a:cubicBezTo>
                    <a:cubicBezTo>
                      <a:pt x="758" y="164"/>
                      <a:pt x="758" y="164"/>
                      <a:pt x="758" y="164"/>
                    </a:cubicBezTo>
                    <a:cubicBezTo>
                      <a:pt x="746" y="178"/>
                      <a:pt x="746" y="178"/>
                      <a:pt x="746" y="178"/>
                    </a:cubicBezTo>
                    <a:cubicBezTo>
                      <a:pt x="727" y="174"/>
                      <a:pt x="727" y="174"/>
                      <a:pt x="727" y="174"/>
                    </a:cubicBezTo>
                    <a:cubicBezTo>
                      <a:pt x="722" y="173"/>
                      <a:pt x="722" y="173"/>
                      <a:pt x="722" y="173"/>
                    </a:cubicBezTo>
                    <a:cubicBezTo>
                      <a:pt x="711" y="189"/>
                      <a:pt x="711" y="189"/>
                      <a:pt x="711" y="189"/>
                    </a:cubicBezTo>
                    <a:cubicBezTo>
                      <a:pt x="660" y="164"/>
                      <a:pt x="660" y="164"/>
                      <a:pt x="660" y="164"/>
                    </a:cubicBezTo>
                    <a:cubicBezTo>
                      <a:pt x="707" y="151"/>
                      <a:pt x="707" y="151"/>
                      <a:pt x="707" y="151"/>
                    </a:cubicBezTo>
                    <a:cubicBezTo>
                      <a:pt x="694" y="134"/>
                      <a:pt x="694" y="134"/>
                      <a:pt x="694" y="134"/>
                    </a:cubicBezTo>
                    <a:cubicBezTo>
                      <a:pt x="657" y="130"/>
                      <a:pt x="657" y="130"/>
                      <a:pt x="657" y="130"/>
                    </a:cubicBezTo>
                    <a:cubicBezTo>
                      <a:pt x="653" y="132"/>
                      <a:pt x="653" y="132"/>
                      <a:pt x="653" y="132"/>
                    </a:cubicBezTo>
                    <a:cubicBezTo>
                      <a:pt x="653" y="132"/>
                      <a:pt x="653" y="132"/>
                      <a:pt x="653" y="132"/>
                    </a:cubicBezTo>
                    <a:cubicBezTo>
                      <a:pt x="652" y="133"/>
                      <a:pt x="652" y="133"/>
                      <a:pt x="652" y="133"/>
                    </a:cubicBezTo>
                    <a:cubicBezTo>
                      <a:pt x="639" y="141"/>
                      <a:pt x="639" y="141"/>
                      <a:pt x="639" y="141"/>
                    </a:cubicBezTo>
                    <a:cubicBezTo>
                      <a:pt x="621" y="139"/>
                      <a:pt x="621" y="139"/>
                      <a:pt x="621" y="139"/>
                    </a:cubicBezTo>
                    <a:cubicBezTo>
                      <a:pt x="620" y="148"/>
                      <a:pt x="620" y="148"/>
                      <a:pt x="620" y="148"/>
                    </a:cubicBezTo>
                    <a:cubicBezTo>
                      <a:pt x="626" y="152"/>
                      <a:pt x="626" y="152"/>
                      <a:pt x="626" y="152"/>
                    </a:cubicBezTo>
                    <a:cubicBezTo>
                      <a:pt x="625" y="155"/>
                      <a:pt x="625" y="155"/>
                      <a:pt x="625" y="155"/>
                    </a:cubicBezTo>
                    <a:cubicBezTo>
                      <a:pt x="610" y="153"/>
                      <a:pt x="610" y="153"/>
                      <a:pt x="610" y="153"/>
                    </a:cubicBezTo>
                    <a:cubicBezTo>
                      <a:pt x="607" y="161"/>
                      <a:pt x="607" y="161"/>
                      <a:pt x="607" y="161"/>
                    </a:cubicBezTo>
                    <a:cubicBezTo>
                      <a:pt x="594" y="159"/>
                      <a:pt x="594" y="159"/>
                      <a:pt x="594" y="159"/>
                    </a:cubicBezTo>
                    <a:cubicBezTo>
                      <a:pt x="595" y="142"/>
                      <a:pt x="595" y="142"/>
                      <a:pt x="595" y="142"/>
                    </a:cubicBezTo>
                    <a:cubicBezTo>
                      <a:pt x="569" y="144"/>
                      <a:pt x="569" y="144"/>
                      <a:pt x="569" y="144"/>
                    </a:cubicBezTo>
                    <a:cubicBezTo>
                      <a:pt x="512" y="161"/>
                      <a:pt x="512" y="161"/>
                      <a:pt x="512" y="161"/>
                    </a:cubicBezTo>
                    <a:cubicBezTo>
                      <a:pt x="513" y="183"/>
                      <a:pt x="513" y="183"/>
                      <a:pt x="513" y="183"/>
                    </a:cubicBezTo>
                    <a:cubicBezTo>
                      <a:pt x="525" y="195"/>
                      <a:pt x="525" y="195"/>
                      <a:pt x="525" y="195"/>
                    </a:cubicBezTo>
                    <a:cubicBezTo>
                      <a:pt x="552" y="206"/>
                      <a:pt x="552" y="206"/>
                      <a:pt x="552" y="206"/>
                    </a:cubicBezTo>
                    <a:cubicBezTo>
                      <a:pt x="545" y="237"/>
                      <a:pt x="545" y="237"/>
                      <a:pt x="545" y="237"/>
                    </a:cubicBezTo>
                    <a:cubicBezTo>
                      <a:pt x="558" y="238"/>
                      <a:pt x="558" y="238"/>
                      <a:pt x="558" y="238"/>
                    </a:cubicBezTo>
                    <a:cubicBezTo>
                      <a:pt x="576" y="216"/>
                      <a:pt x="576" y="216"/>
                      <a:pt x="576" y="216"/>
                    </a:cubicBezTo>
                    <a:cubicBezTo>
                      <a:pt x="607" y="214"/>
                      <a:pt x="607" y="214"/>
                      <a:pt x="607" y="214"/>
                    </a:cubicBezTo>
                    <a:cubicBezTo>
                      <a:pt x="616" y="176"/>
                      <a:pt x="616" y="176"/>
                      <a:pt x="616" y="176"/>
                    </a:cubicBezTo>
                    <a:cubicBezTo>
                      <a:pt x="635" y="167"/>
                      <a:pt x="635" y="167"/>
                      <a:pt x="635" y="167"/>
                    </a:cubicBezTo>
                    <a:cubicBezTo>
                      <a:pt x="673" y="186"/>
                      <a:pt x="673" y="186"/>
                      <a:pt x="673" y="186"/>
                    </a:cubicBezTo>
                    <a:cubicBezTo>
                      <a:pt x="664" y="210"/>
                      <a:pt x="664" y="210"/>
                      <a:pt x="664" y="210"/>
                    </a:cubicBezTo>
                    <a:cubicBezTo>
                      <a:pt x="675" y="213"/>
                      <a:pt x="675" y="213"/>
                      <a:pt x="675" y="213"/>
                    </a:cubicBezTo>
                    <a:cubicBezTo>
                      <a:pt x="708" y="205"/>
                      <a:pt x="708" y="205"/>
                      <a:pt x="708" y="205"/>
                    </a:cubicBezTo>
                    <a:cubicBezTo>
                      <a:pt x="702" y="238"/>
                      <a:pt x="702" y="238"/>
                      <a:pt x="702" y="238"/>
                    </a:cubicBezTo>
                    <a:cubicBezTo>
                      <a:pt x="710" y="247"/>
                      <a:pt x="710" y="247"/>
                      <a:pt x="710" y="247"/>
                    </a:cubicBezTo>
                    <a:cubicBezTo>
                      <a:pt x="720" y="256"/>
                      <a:pt x="720" y="256"/>
                      <a:pt x="720" y="256"/>
                    </a:cubicBezTo>
                    <a:cubicBezTo>
                      <a:pt x="714" y="276"/>
                      <a:pt x="714" y="276"/>
                      <a:pt x="714" y="276"/>
                    </a:cubicBezTo>
                    <a:cubicBezTo>
                      <a:pt x="703" y="277"/>
                      <a:pt x="703" y="277"/>
                      <a:pt x="703" y="277"/>
                    </a:cubicBezTo>
                    <a:cubicBezTo>
                      <a:pt x="700" y="290"/>
                      <a:pt x="700" y="290"/>
                      <a:pt x="700" y="290"/>
                    </a:cubicBezTo>
                    <a:cubicBezTo>
                      <a:pt x="714" y="302"/>
                      <a:pt x="714" y="302"/>
                      <a:pt x="714" y="302"/>
                    </a:cubicBezTo>
                    <a:cubicBezTo>
                      <a:pt x="711" y="315"/>
                      <a:pt x="711" y="315"/>
                      <a:pt x="711" y="315"/>
                    </a:cubicBezTo>
                    <a:cubicBezTo>
                      <a:pt x="703" y="314"/>
                      <a:pt x="703" y="314"/>
                      <a:pt x="703" y="314"/>
                    </a:cubicBezTo>
                    <a:cubicBezTo>
                      <a:pt x="703" y="313"/>
                      <a:pt x="703" y="313"/>
                      <a:pt x="703" y="313"/>
                    </a:cubicBezTo>
                    <a:cubicBezTo>
                      <a:pt x="695" y="309"/>
                      <a:pt x="695" y="309"/>
                      <a:pt x="695" y="309"/>
                    </a:cubicBezTo>
                    <a:cubicBezTo>
                      <a:pt x="675" y="297"/>
                      <a:pt x="675" y="297"/>
                      <a:pt x="675" y="297"/>
                    </a:cubicBezTo>
                    <a:cubicBezTo>
                      <a:pt x="676" y="286"/>
                      <a:pt x="676" y="286"/>
                      <a:pt x="676" y="286"/>
                    </a:cubicBezTo>
                    <a:cubicBezTo>
                      <a:pt x="676" y="286"/>
                      <a:pt x="676" y="286"/>
                      <a:pt x="676" y="286"/>
                    </a:cubicBezTo>
                    <a:cubicBezTo>
                      <a:pt x="686" y="282"/>
                      <a:pt x="686" y="282"/>
                      <a:pt x="686" y="282"/>
                    </a:cubicBezTo>
                    <a:cubicBezTo>
                      <a:pt x="688" y="273"/>
                      <a:pt x="688" y="273"/>
                      <a:pt x="688" y="273"/>
                    </a:cubicBezTo>
                    <a:cubicBezTo>
                      <a:pt x="679" y="268"/>
                      <a:pt x="679" y="268"/>
                      <a:pt x="679" y="268"/>
                    </a:cubicBezTo>
                    <a:cubicBezTo>
                      <a:pt x="675" y="276"/>
                      <a:pt x="675" y="276"/>
                      <a:pt x="675" y="276"/>
                    </a:cubicBezTo>
                    <a:cubicBezTo>
                      <a:pt x="657" y="275"/>
                      <a:pt x="657" y="275"/>
                      <a:pt x="657" y="275"/>
                    </a:cubicBezTo>
                    <a:cubicBezTo>
                      <a:pt x="655" y="274"/>
                      <a:pt x="655" y="274"/>
                      <a:pt x="655" y="274"/>
                    </a:cubicBezTo>
                    <a:cubicBezTo>
                      <a:pt x="655" y="275"/>
                      <a:pt x="655" y="275"/>
                      <a:pt x="655" y="275"/>
                    </a:cubicBezTo>
                    <a:cubicBezTo>
                      <a:pt x="649" y="274"/>
                      <a:pt x="649" y="274"/>
                      <a:pt x="649" y="274"/>
                    </a:cubicBezTo>
                    <a:cubicBezTo>
                      <a:pt x="646" y="264"/>
                      <a:pt x="646" y="264"/>
                      <a:pt x="646" y="264"/>
                    </a:cubicBezTo>
                    <a:cubicBezTo>
                      <a:pt x="641" y="260"/>
                      <a:pt x="641" y="260"/>
                      <a:pt x="641" y="260"/>
                    </a:cubicBezTo>
                    <a:cubicBezTo>
                      <a:pt x="629" y="257"/>
                      <a:pt x="629" y="257"/>
                      <a:pt x="629" y="257"/>
                    </a:cubicBezTo>
                    <a:cubicBezTo>
                      <a:pt x="623" y="260"/>
                      <a:pt x="623" y="260"/>
                      <a:pt x="623" y="260"/>
                    </a:cubicBezTo>
                    <a:cubicBezTo>
                      <a:pt x="620" y="270"/>
                      <a:pt x="620" y="270"/>
                      <a:pt x="620" y="270"/>
                    </a:cubicBezTo>
                    <a:cubicBezTo>
                      <a:pt x="630" y="276"/>
                      <a:pt x="630" y="276"/>
                      <a:pt x="630" y="276"/>
                    </a:cubicBezTo>
                    <a:cubicBezTo>
                      <a:pt x="640" y="280"/>
                      <a:pt x="640" y="280"/>
                      <a:pt x="640" y="280"/>
                    </a:cubicBezTo>
                    <a:cubicBezTo>
                      <a:pt x="637" y="281"/>
                      <a:pt x="637" y="281"/>
                      <a:pt x="637" y="281"/>
                    </a:cubicBezTo>
                    <a:cubicBezTo>
                      <a:pt x="626" y="289"/>
                      <a:pt x="626" y="289"/>
                      <a:pt x="626" y="289"/>
                    </a:cubicBezTo>
                    <a:cubicBezTo>
                      <a:pt x="623" y="283"/>
                      <a:pt x="623" y="283"/>
                      <a:pt x="623" y="283"/>
                    </a:cubicBezTo>
                    <a:cubicBezTo>
                      <a:pt x="614" y="278"/>
                      <a:pt x="614" y="278"/>
                      <a:pt x="614" y="278"/>
                    </a:cubicBezTo>
                    <a:cubicBezTo>
                      <a:pt x="584" y="296"/>
                      <a:pt x="584" y="296"/>
                      <a:pt x="584" y="296"/>
                    </a:cubicBezTo>
                    <a:cubicBezTo>
                      <a:pt x="587" y="299"/>
                      <a:pt x="587" y="299"/>
                      <a:pt x="587" y="299"/>
                    </a:cubicBezTo>
                    <a:cubicBezTo>
                      <a:pt x="545" y="311"/>
                      <a:pt x="545" y="311"/>
                      <a:pt x="545" y="311"/>
                    </a:cubicBezTo>
                    <a:cubicBezTo>
                      <a:pt x="503" y="339"/>
                      <a:pt x="503" y="339"/>
                      <a:pt x="503" y="339"/>
                    </a:cubicBezTo>
                    <a:cubicBezTo>
                      <a:pt x="497" y="354"/>
                      <a:pt x="497" y="354"/>
                      <a:pt x="497" y="354"/>
                    </a:cubicBezTo>
                    <a:cubicBezTo>
                      <a:pt x="457" y="369"/>
                      <a:pt x="457" y="369"/>
                      <a:pt x="457" y="369"/>
                    </a:cubicBezTo>
                    <a:cubicBezTo>
                      <a:pt x="436" y="382"/>
                      <a:pt x="436" y="382"/>
                      <a:pt x="436" y="382"/>
                    </a:cubicBezTo>
                    <a:cubicBezTo>
                      <a:pt x="430" y="417"/>
                      <a:pt x="430" y="417"/>
                      <a:pt x="430" y="417"/>
                    </a:cubicBezTo>
                    <a:cubicBezTo>
                      <a:pt x="409" y="400"/>
                      <a:pt x="409" y="400"/>
                      <a:pt x="409" y="400"/>
                    </a:cubicBezTo>
                    <a:cubicBezTo>
                      <a:pt x="414" y="380"/>
                      <a:pt x="414" y="380"/>
                      <a:pt x="414" y="380"/>
                    </a:cubicBezTo>
                    <a:cubicBezTo>
                      <a:pt x="348" y="365"/>
                      <a:pt x="348" y="365"/>
                      <a:pt x="348" y="365"/>
                    </a:cubicBezTo>
                    <a:cubicBezTo>
                      <a:pt x="310" y="374"/>
                      <a:pt x="310" y="374"/>
                      <a:pt x="310" y="374"/>
                    </a:cubicBezTo>
                    <a:cubicBezTo>
                      <a:pt x="288" y="398"/>
                      <a:pt x="288" y="398"/>
                      <a:pt x="288" y="398"/>
                    </a:cubicBezTo>
                    <a:cubicBezTo>
                      <a:pt x="278" y="419"/>
                      <a:pt x="278" y="419"/>
                      <a:pt x="278" y="419"/>
                    </a:cubicBezTo>
                    <a:cubicBezTo>
                      <a:pt x="282" y="442"/>
                      <a:pt x="282" y="442"/>
                      <a:pt x="282" y="442"/>
                    </a:cubicBezTo>
                    <a:cubicBezTo>
                      <a:pt x="308" y="451"/>
                      <a:pt x="308" y="451"/>
                      <a:pt x="308" y="451"/>
                    </a:cubicBezTo>
                    <a:cubicBezTo>
                      <a:pt x="358" y="433"/>
                      <a:pt x="358" y="433"/>
                      <a:pt x="358" y="433"/>
                    </a:cubicBezTo>
                    <a:cubicBezTo>
                      <a:pt x="358" y="448"/>
                      <a:pt x="358" y="448"/>
                      <a:pt x="358" y="448"/>
                    </a:cubicBezTo>
                    <a:cubicBezTo>
                      <a:pt x="339" y="469"/>
                      <a:pt x="339" y="469"/>
                      <a:pt x="339" y="469"/>
                    </a:cubicBezTo>
                    <a:cubicBezTo>
                      <a:pt x="371" y="482"/>
                      <a:pt x="371" y="482"/>
                      <a:pt x="371" y="482"/>
                    </a:cubicBezTo>
                    <a:cubicBezTo>
                      <a:pt x="362" y="533"/>
                      <a:pt x="362" y="533"/>
                      <a:pt x="362" y="533"/>
                    </a:cubicBezTo>
                    <a:cubicBezTo>
                      <a:pt x="405" y="551"/>
                      <a:pt x="405" y="551"/>
                      <a:pt x="405" y="551"/>
                    </a:cubicBezTo>
                    <a:cubicBezTo>
                      <a:pt x="441" y="525"/>
                      <a:pt x="441" y="525"/>
                      <a:pt x="441" y="525"/>
                    </a:cubicBezTo>
                    <a:cubicBezTo>
                      <a:pt x="474" y="540"/>
                      <a:pt x="474" y="540"/>
                      <a:pt x="474" y="540"/>
                    </a:cubicBezTo>
                    <a:cubicBezTo>
                      <a:pt x="482" y="559"/>
                      <a:pt x="482" y="559"/>
                      <a:pt x="482" y="559"/>
                    </a:cubicBezTo>
                    <a:cubicBezTo>
                      <a:pt x="515" y="565"/>
                      <a:pt x="515" y="565"/>
                      <a:pt x="515" y="565"/>
                    </a:cubicBezTo>
                    <a:cubicBezTo>
                      <a:pt x="519" y="556"/>
                      <a:pt x="519" y="556"/>
                      <a:pt x="519" y="556"/>
                    </a:cubicBezTo>
                    <a:cubicBezTo>
                      <a:pt x="535" y="569"/>
                      <a:pt x="535" y="569"/>
                      <a:pt x="535" y="569"/>
                    </a:cubicBezTo>
                    <a:cubicBezTo>
                      <a:pt x="548" y="605"/>
                      <a:pt x="548" y="605"/>
                      <a:pt x="548" y="605"/>
                    </a:cubicBezTo>
                    <a:cubicBezTo>
                      <a:pt x="583" y="614"/>
                      <a:pt x="583" y="614"/>
                      <a:pt x="583" y="614"/>
                    </a:cubicBezTo>
                    <a:cubicBezTo>
                      <a:pt x="591" y="640"/>
                      <a:pt x="591" y="640"/>
                      <a:pt x="591" y="640"/>
                    </a:cubicBezTo>
                    <a:cubicBezTo>
                      <a:pt x="586" y="668"/>
                      <a:pt x="586" y="668"/>
                      <a:pt x="586" y="668"/>
                    </a:cubicBezTo>
                    <a:cubicBezTo>
                      <a:pt x="609" y="683"/>
                      <a:pt x="609" y="683"/>
                      <a:pt x="609" y="683"/>
                    </a:cubicBezTo>
                    <a:cubicBezTo>
                      <a:pt x="622" y="692"/>
                      <a:pt x="622" y="692"/>
                      <a:pt x="622" y="692"/>
                    </a:cubicBezTo>
                    <a:cubicBezTo>
                      <a:pt x="671" y="704"/>
                      <a:pt x="671" y="704"/>
                      <a:pt x="671" y="704"/>
                    </a:cubicBezTo>
                    <a:cubicBezTo>
                      <a:pt x="680" y="731"/>
                      <a:pt x="680" y="731"/>
                      <a:pt x="680" y="731"/>
                    </a:cubicBezTo>
                    <a:cubicBezTo>
                      <a:pt x="700" y="743"/>
                      <a:pt x="700" y="743"/>
                      <a:pt x="700" y="743"/>
                    </a:cubicBezTo>
                    <a:cubicBezTo>
                      <a:pt x="691" y="761"/>
                      <a:pt x="691" y="761"/>
                      <a:pt x="691" y="761"/>
                    </a:cubicBezTo>
                    <a:cubicBezTo>
                      <a:pt x="660" y="786"/>
                      <a:pt x="660" y="786"/>
                      <a:pt x="660" y="786"/>
                    </a:cubicBezTo>
                    <a:cubicBezTo>
                      <a:pt x="638" y="852"/>
                      <a:pt x="638" y="852"/>
                      <a:pt x="638" y="852"/>
                    </a:cubicBezTo>
                    <a:cubicBezTo>
                      <a:pt x="612" y="864"/>
                      <a:pt x="612" y="864"/>
                      <a:pt x="612" y="864"/>
                    </a:cubicBezTo>
                    <a:cubicBezTo>
                      <a:pt x="580" y="855"/>
                      <a:pt x="580" y="855"/>
                      <a:pt x="580" y="855"/>
                    </a:cubicBezTo>
                    <a:cubicBezTo>
                      <a:pt x="565" y="872"/>
                      <a:pt x="565" y="872"/>
                      <a:pt x="565" y="872"/>
                    </a:cubicBezTo>
                    <a:cubicBezTo>
                      <a:pt x="565" y="872"/>
                      <a:pt x="565" y="872"/>
                      <a:pt x="565" y="872"/>
                    </a:cubicBezTo>
                    <a:cubicBezTo>
                      <a:pt x="565" y="908"/>
                      <a:pt x="565" y="908"/>
                      <a:pt x="565" y="908"/>
                    </a:cubicBezTo>
                    <a:cubicBezTo>
                      <a:pt x="555" y="917"/>
                      <a:pt x="555" y="917"/>
                      <a:pt x="555" y="917"/>
                    </a:cubicBezTo>
                    <a:cubicBezTo>
                      <a:pt x="520" y="945"/>
                      <a:pt x="520" y="945"/>
                      <a:pt x="520" y="945"/>
                    </a:cubicBezTo>
                    <a:cubicBezTo>
                      <a:pt x="504" y="963"/>
                      <a:pt x="504" y="963"/>
                      <a:pt x="504" y="963"/>
                    </a:cubicBezTo>
                    <a:cubicBezTo>
                      <a:pt x="467" y="971"/>
                      <a:pt x="467" y="971"/>
                      <a:pt x="467" y="971"/>
                    </a:cubicBezTo>
                    <a:cubicBezTo>
                      <a:pt x="445" y="969"/>
                      <a:pt x="445" y="969"/>
                      <a:pt x="445" y="969"/>
                    </a:cubicBezTo>
                    <a:cubicBezTo>
                      <a:pt x="442" y="978"/>
                      <a:pt x="442" y="978"/>
                      <a:pt x="442" y="978"/>
                    </a:cubicBezTo>
                    <a:cubicBezTo>
                      <a:pt x="456" y="986"/>
                      <a:pt x="456" y="986"/>
                      <a:pt x="456" y="986"/>
                    </a:cubicBezTo>
                    <a:cubicBezTo>
                      <a:pt x="452" y="996"/>
                      <a:pt x="452" y="996"/>
                      <a:pt x="452" y="996"/>
                    </a:cubicBezTo>
                    <a:cubicBezTo>
                      <a:pt x="435" y="1006"/>
                      <a:pt x="435" y="1006"/>
                      <a:pt x="435" y="1006"/>
                    </a:cubicBezTo>
                    <a:cubicBezTo>
                      <a:pt x="441" y="1018"/>
                      <a:pt x="441" y="1018"/>
                      <a:pt x="441" y="1018"/>
                    </a:cubicBezTo>
                    <a:cubicBezTo>
                      <a:pt x="457" y="1022"/>
                      <a:pt x="457" y="1022"/>
                      <a:pt x="457" y="1022"/>
                    </a:cubicBezTo>
                    <a:cubicBezTo>
                      <a:pt x="453" y="1035"/>
                      <a:pt x="453" y="1035"/>
                      <a:pt x="453" y="1035"/>
                    </a:cubicBezTo>
                    <a:cubicBezTo>
                      <a:pt x="446" y="1047"/>
                      <a:pt x="446" y="1047"/>
                      <a:pt x="446" y="1047"/>
                    </a:cubicBezTo>
                    <a:cubicBezTo>
                      <a:pt x="442" y="1056"/>
                      <a:pt x="442" y="1056"/>
                      <a:pt x="442" y="1056"/>
                    </a:cubicBezTo>
                    <a:cubicBezTo>
                      <a:pt x="462" y="1083"/>
                      <a:pt x="462" y="1083"/>
                      <a:pt x="462" y="1083"/>
                    </a:cubicBezTo>
                    <a:cubicBezTo>
                      <a:pt x="456" y="1093"/>
                      <a:pt x="456" y="1093"/>
                      <a:pt x="456" y="1093"/>
                    </a:cubicBezTo>
                    <a:cubicBezTo>
                      <a:pt x="423" y="1084"/>
                      <a:pt x="423" y="1084"/>
                      <a:pt x="423" y="1084"/>
                    </a:cubicBezTo>
                    <a:cubicBezTo>
                      <a:pt x="397" y="1048"/>
                      <a:pt x="397" y="1048"/>
                      <a:pt x="397" y="1048"/>
                    </a:cubicBezTo>
                    <a:cubicBezTo>
                      <a:pt x="382" y="996"/>
                      <a:pt x="382" y="996"/>
                      <a:pt x="382" y="996"/>
                    </a:cubicBezTo>
                    <a:cubicBezTo>
                      <a:pt x="395" y="954"/>
                      <a:pt x="395" y="954"/>
                      <a:pt x="395" y="954"/>
                    </a:cubicBezTo>
                    <a:cubicBezTo>
                      <a:pt x="382" y="923"/>
                      <a:pt x="382" y="923"/>
                      <a:pt x="382" y="923"/>
                    </a:cubicBezTo>
                    <a:cubicBezTo>
                      <a:pt x="400" y="881"/>
                      <a:pt x="400" y="881"/>
                      <a:pt x="400" y="881"/>
                    </a:cubicBezTo>
                    <a:cubicBezTo>
                      <a:pt x="389" y="875"/>
                      <a:pt x="389" y="875"/>
                      <a:pt x="389" y="875"/>
                    </a:cubicBezTo>
                    <a:cubicBezTo>
                      <a:pt x="411" y="779"/>
                      <a:pt x="411" y="779"/>
                      <a:pt x="411" y="779"/>
                    </a:cubicBezTo>
                    <a:cubicBezTo>
                      <a:pt x="411" y="779"/>
                      <a:pt x="384" y="747"/>
                      <a:pt x="382" y="747"/>
                    </a:cubicBezTo>
                    <a:cubicBezTo>
                      <a:pt x="381" y="746"/>
                      <a:pt x="366" y="739"/>
                      <a:pt x="366" y="739"/>
                    </a:cubicBezTo>
                    <a:cubicBezTo>
                      <a:pt x="367" y="720"/>
                      <a:pt x="367" y="720"/>
                      <a:pt x="367" y="720"/>
                    </a:cubicBezTo>
                    <a:cubicBezTo>
                      <a:pt x="337" y="657"/>
                      <a:pt x="337" y="657"/>
                      <a:pt x="337" y="657"/>
                    </a:cubicBezTo>
                    <a:cubicBezTo>
                      <a:pt x="346" y="639"/>
                      <a:pt x="346" y="639"/>
                      <a:pt x="346" y="639"/>
                    </a:cubicBezTo>
                    <a:cubicBezTo>
                      <a:pt x="354" y="608"/>
                      <a:pt x="354" y="608"/>
                      <a:pt x="354" y="608"/>
                    </a:cubicBezTo>
                    <a:cubicBezTo>
                      <a:pt x="388" y="594"/>
                      <a:pt x="388" y="594"/>
                      <a:pt x="388" y="594"/>
                    </a:cubicBezTo>
                    <a:cubicBezTo>
                      <a:pt x="392" y="559"/>
                      <a:pt x="392" y="559"/>
                      <a:pt x="392" y="559"/>
                    </a:cubicBezTo>
                    <a:cubicBezTo>
                      <a:pt x="350" y="546"/>
                      <a:pt x="350" y="546"/>
                      <a:pt x="350" y="546"/>
                    </a:cubicBezTo>
                    <a:cubicBezTo>
                      <a:pt x="326" y="500"/>
                      <a:pt x="326" y="500"/>
                      <a:pt x="326" y="500"/>
                    </a:cubicBezTo>
                    <a:cubicBezTo>
                      <a:pt x="303" y="488"/>
                      <a:pt x="303" y="488"/>
                      <a:pt x="303" y="488"/>
                    </a:cubicBezTo>
                    <a:cubicBezTo>
                      <a:pt x="289" y="481"/>
                      <a:pt x="289" y="481"/>
                      <a:pt x="289" y="481"/>
                    </a:cubicBezTo>
                    <a:cubicBezTo>
                      <a:pt x="294" y="468"/>
                      <a:pt x="294" y="468"/>
                      <a:pt x="294" y="468"/>
                    </a:cubicBezTo>
                    <a:cubicBezTo>
                      <a:pt x="275" y="461"/>
                      <a:pt x="275" y="461"/>
                      <a:pt x="275" y="461"/>
                    </a:cubicBezTo>
                    <a:cubicBezTo>
                      <a:pt x="273" y="469"/>
                      <a:pt x="273" y="469"/>
                      <a:pt x="273" y="469"/>
                    </a:cubicBezTo>
                    <a:cubicBezTo>
                      <a:pt x="227" y="445"/>
                      <a:pt x="227" y="445"/>
                      <a:pt x="227" y="445"/>
                    </a:cubicBezTo>
                    <a:cubicBezTo>
                      <a:pt x="214" y="411"/>
                      <a:pt x="214" y="411"/>
                      <a:pt x="214" y="411"/>
                    </a:cubicBezTo>
                    <a:cubicBezTo>
                      <a:pt x="226" y="398"/>
                      <a:pt x="226" y="398"/>
                      <a:pt x="226" y="398"/>
                    </a:cubicBezTo>
                    <a:cubicBezTo>
                      <a:pt x="205" y="346"/>
                      <a:pt x="205" y="346"/>
                      <a:pt x="205" y="346"/>
                    </a:cubicBezTo>
                    <a:cubicBezTo>
                      <a:pt x="208" y="312"/>
                      <a:pt x="208" y="312"/>
                      <a:pt x="208" y="312"/>
                    </a:cubicBezTo>
                    <a:cubicBezTo>
                      <a:pt x="195" y="309"/>
                      <a:pt x="195" y="309"/>
                      <a:pt x="195" y="309"/>
                    </a:cubicBezTo>
                    <a:cubicBezTo>
                      <a:pt x="192" y="342"/>
                      <a:pt x="192" y="342"/>
                      <a:pt x="192" y="342"/>
                    </a:cubicBezTo>
                    <a:cubicBezTo>
                      <a:pt x="206" y="380"/>
                      <a:pt x="206" y="380"/>
                      <a:pt x="206" y="380"/>
                    </a:cubicBezTo>
                    <a:cubicBezTo>
                      <a:pt x="200" y="392"/>
                      <a:pt x="200" y="392"/>
                      <a:pt x="200" y="392"/>
                    </a:cubicBezTo>
                    <a:cubicBezTo>
                      <a:pt x="183" y="385"/>
                      <a:pt x="183" y="385"/>
                      <a:pt x="183" y="385"/>
                    </a:cubicBezTo>
                    <a:cubicBezTo>
                      <a:pt x="169" y="342"/>
                      <a:pt x="169" y="342"/>
                      <a:pt x="169" y="342"/>
                    </a:cubicBezTo>
                    <a:cubicBezTo>
                      <a:pt x="180" y="298"/>
                      <a:pt x="180" y="298"/>
                      <a:pt x="180" y="298"/>
                    </a:cubicBezTo>
                    <a:cubicBezTo>
                      <a:pt x="159" y="281"/>
                      <a:pt x="159" y="281"/>
                      <a:pt x="159" y="281"/>
                    </a:cubicBezTo>
                    <a:cubicBezTo>
                      <a:pt x="166" y="249"/>
                      <a:pt x="166" y="249"/>
                      <a:pt x="166" y="249"/>
                    </a:cubicBezTo>
                    <a:cubicBezTo>
                      <a:pt x="122" y="310"/>
                      <a:pt x="89" y="380"/>
                      <a:pt x="71" y="458"/>
                    </a:cubicBezTo>
                    <a:cubicBezTo>
                      <a:pt x="0" y="766"/>
                      <a:pt x="193" y="1074"/>
                      <a:pt x="501" y="1146"/>
                    </a:cubicBezTo>
                    <a:cubicBezTo>
                      <a:pt x="501" y="1146"/>
                      <a:pt x="502" y="1146"/>
                      <a:pt x="502" y="1146"/>
                    </a:cubicBezTo>
                    <a:cubicBezTo>
                      <a:pt x="676" y="1186"/>
                      <a:pt x="850" y="1141"/>
                      <a:pt x="982" y="1039"/>
                    </a:cubicBezTo>
                    <a:cubicBezTo>
                      <a:pt x="963" y="1035"/>
                      <a:pt x="963" y="1035"/>
                      <a:pt x="963" y="1035"/>
                    </a:cubicBezTo>
                    <a:cubicBezTo>
                      <a:pt x="972" y="998"/>
                      <a:pt x="972" y="998"/>
                      <a:pt x="972" y="998"/>
                    </a:cubicBezTo>
                    <a:cubicBezTo>
                      <a:pt x="957" y="964"/>
                      <a:pt x="957" y="964"/>
                      <a:pt x="957" y="964"/>
                    </a:cubicBezTo>
                    <a:cubicBezTo>
                      <a:pt x="968" y="920"/>
                      <a:pt x="968" y="920"/>
                      <a:pt x="968" y="920"/>
                    </a:cubicBezTo>
                    <a:cubicBezTo>
                      <a:pt x="955" y="900"/>
                      <a:pt x="955" y="900"/>
                      <a:pt x="955" y="900"/>
                    </a:cubicBezTo>
                    <a:cubicBezTo>
                      <a:pt x="958" y="881"/>
                      <a:pt x="958" y="881"/>
                      <a:pt x="958" y="881"/>
                    </a:cubicBezTo>
                    <a:cubicBezTo>
                      <a:pt x="988" y="846"/>
                      <a:pt x="988" y="846"/>
                      <a:pt x="988" y="846"/>
                    </a:cubicBezTo>
                    <a:cubicBezTo>
                      <a:pt x="965" y="768"/>
                      <a:pt x="965" y="768"/>
                      <a:pt x="965" y="768"/>
                    </a:cubicBezTo>
                    <a:cubicBezTo>
                      <a:pt x="980" y="722"/>
                      <a:pt x="980" y="722"/>
                      <a:pt x="980" y="722"/>
                    </a:cubicBezTo>
                    <a:cubicBezTo>
                      <a:pt x="946" y="710"/>
                      <a:pt x="946" y="710"/>
                      <a:pt x="946" y="710"/>
                    </a:cubicBezTo>
                    <a:cubicBezTo>
                      <a:pt x="936" y="694"/>
                      <a:pt x="936" y="694"/>
                      <a:pt x="936" y="694"/>
                    </a:cubicBezTo>
                    <a:cubicBezTo>
                      <a:pt x="912" y="689"/>
                      <a:pt x="912" y="689"/>
                      <a:pt x="912" y="689"/>
                    </a:cubicBezTo>
                    <a:cubicBezTo>
                      <a:pt x="897" y="697"/>
                      <a:pt x="897" y="697"/>
                      <a:pt x="897" y="697"/>
                    </a:cubicBezTo>
                    <a:cubicBezTo>
                      <a:pt x="855" y="687"/>
                      <a:pt x="855" y="687"/>
                      <a:pt x="855" y="687"/>
                    </a:cubicBezTo>
                    <a:cubicBezTo>
                      <a:pt x="853" y="691"/>
                      <a:pt x="853" y="691"/>
                      <a:pt x="853" y="691"/>
                    </a:cubicBezTo>
                    <a:cubicBezTo>
                      <a:pt x="830" y="685"/>
                      <a:pt x="830" y="685"/>
                      <a:pt x="830" y="685"/>
                    </a:cubicBezTo>
                    <a:cubicBezTo>
                      <a:pt x="791" y="612"/>
                      <a:pt x="791" y="612"/>
                      <a:pt x="791" y="612"/>
                    </a:cubicBezTo>
                    <a:cubicBezTo>
                      <a:pt x="802" y="565"/>
                      <a:pt x="802" y="565"/>
                      <a:pt x="802" y="565"/>
                    </a:cubicBezTo>
                    <a:cubicBezTo>
                      <a:pt x="812" y="564"/>
                      <a:pt x="812" y="564"/>
                      <a:pt x="812" y="564"/>
                    </a:cubicBezTo>
                    <a:cubicBezTo>
                      <a:pt x="819" y="546"/>
                      <a:pt x="819" y="546"/>
                      <a:pt x="819" y="546"/>
                    </a:cubicBezTo>
                    <a:cubicBezTo>
                      <a:pt x="807" y="543"/>
                      <a:pt x="807" y="543"/>
                      <a:pt x="807" y="543"/>
                    </a:cubicBezTo>
                    <a:cubicBezTo>
                      <a:pt x="806" y="523"/>
                      <a:pt x="806" y="523"/>
                      <a:pt x="806" y="523"/>
                    </a:cubicBezTo>
                    <a:cubicBezTo>
                      <a:pt x="878" y="493"/>
                      <a:pt x="878" y="493"/>
                      <a:pt x="878" y="493"/>
                    </a:cubicBezTo>
                    <a:cubicBezTo>
                      <a:pt x="885" y="461"/>
                      <a:pt x="885" y="461"/>
                      <a:pt x="885" y="461"/>
                    </a:cubicBezTo>
                    <a:cubicBezTo>
                      <a:pt x="919" y="452"/>
                      <a:pt x="919" y="452"/>
                      <a:pt x="919" y="452"/>
                    </a:cubicBezTo>
                    <a:cubicBezTo>
                      <a:pt x="931" y="456"/>
                      <a:pt x="931" y="456"/>
                      <a:pt x="931" y="456"/>
                    </a:cubicBezTo>
                    <a:cubicBezTo>
                      <a:pt x="956" y="461"/>
                      <a:pt x="956" y="461"/>
                      <a:pt x="956" y="461"/>
                    </a:cubicBezTo>
                    <a:cubicBezTo>
                      <a:pt x="978" y="455"/>
                      <a:pt x="978" y="455"/>
                      <a:pt x="978" y="455"/>
                    </a:cubicBezTo>
                    <a:cubicBezTo>
                      <a:pt x="1042" y="465"/>
                      <a:pt x="1042" y="465"/>
                      <a:pt x="1042" y="465"/>
                    </a:cubicBezTo>
                    <a:cubicBezTo>
                      <a:pt x="1034" y="497"/>
                      <a:pt x="1034" y="497"/>
                      <a:pt x="1034" y="497"/>
                    </a:cubicBezTo>
                    <a:cubicBezTo>
                      <a:pt x="1081" y="521"/>
                      <a:pt x="1081" y="521"/>
                      <a:pt x="1081" y="521"/>
                    </a:cubicBezTo>
                    <a:cubicBezTo>
                      <a:pt x="1089" y="530"/>
                      <a:pt x="1089" y="530"/>
                      <a:pt x="1089" y="530"/>
                    </a:cubicBezTo>
                    <a:cubicBezTo>
                      <a:pt x="1098" y="532"/>
                      <a:pt x="1098" y="532"/>
                      <a:pt x="1098" y="532"/>
                    </a:cubicBezTo>
                    <a:cubicBezTo>
                      <a:pt x="1102" y="515"/>
                      <a:pt x="1102" y="515"/>
                      <a:pt x="1102" y="515"/>
                    </a:cubicBezTo>
                    <a:cubicBezTo>
                      <a:pt x="1131" y="519"/>
                      <a:pt x="1131" y="519"/>
                      <a:pt x="1131" y="519"/>
                    </a:cubicBezTo>
                    <a:cubicBezTo>
                      <a:pt x="1154" y="545"/>
                      <a:pt x="1154" y="545"/>
                      <a:pt x="1154" y="545"/>
                    </a:cubicBezTo>
                    <a:cubicBezTo>
                      <a:pt x="1198" y="556"/>
                      <a:pt x="1198" y="556"/>
                      <a:pt x="1198" y="556"/>
                    </a:cubicBezTo>
                    <a:cubicBezTo>
                      <a:pt x="1202" y="553"/>
                      <a:pt x="1202" y="553"/>
                      <a:pt x="1202" y="553"/>
                    </a:cubicBezTo>
                    <a:cubicBezTo>
                      <a:pt x="1201" y="537"/>
                      <a:pt x="1200" y="521"/>
                      <a:pt x="1197" y="506"/>
                    </a:cubicBezTo>
                    <a:moveTo>
                      <a:pt x="970" y="286"/>
                    </a:moveTo>
                    <a:cubicBezTo>
                      <a:pt x="977" y="279"/>
                      <a:pt x="977" y="279"/>
                      <a:pt x="977" y="279"/>
                    </a:cubicBezTo>
                    <a:cubicBezTo>
                      <a:pt x="996" y="279"/>
                      <a:pt x="996" y="279"/>
                      <a:pt x="996" y="279"/>
                    </a:cubicBezTo>
                    <a:cubicBezTo>
                      <a:pt x="996" y="303"/>
                      <a:pt x="996" y="303"/>
                      <a:pt x="996" y="303"/>
                    </a:cubicBezTo>
                    <a:cubicBezTo>
                      <a:pt x="1002" y="321"/>
                      <a:pt x="1002" y="321"/>
                      <a:pt x="1002" y="321"/>
                    </a:cubicBezTo>
                    <a:cubicBezTo>
                      <a:pt x="1007" y="330"/>
                      <a:pt x="1007" y="330"/>
                      <a:pt x="1007" y="330"/>
                    </a:cubicBezTo>
                    <a:cubicBezTo>
                      <a:pt x="1018" y="337"/>
                      <a:pt x="1018" y="337"/>
                      <a:pt x="1018" y="337"/>
                    </a:cubicBezTo>
                    <a:cubicBezTo>
                      <a:pt x="1003" y="348"/>
                      <a:pt x="1003" y="348"/>
                      <a:pt x="1003" y="348"/>
                    </a:cubicBezTo>
                    <a:cubicBezTo>
                      <a:pt x="981" y="345"/>
                      <a:pt x="981" y="345"/>
                      <a:pt x="981" y="345"/>
                    </a:cubicBezTo>
                    <a:cubicBezTo>
                      <a:pt x="965" y="341"/>
                      <a:pt x="965" y="341"/>
                      <a:pt x="965" y="341"/>
                    </a:cubicBezTo>
                    <a:cubicBezTo>
                      <a:pt x="971" y="322"/>
                      <a:pt x="971" y="322"/>
                      <a:pt x="971" y="322"/>
                    </a:cubicBezTo>
                    <a:cubicBezTo>
                      <a:pt x="986" y="323"/>
                      <a:pt x="986" y="323"/>
                      <a:pt x="986" y="323"/>
                    </a:cubicBezTo>
                    <a:cubicBezTo>
                      <a:pt x="986" y="313"/>
                      <a:pt x="986" y="313"/>
                      <a:pt x="986" y="313"/>
                    </a:cubicBezTo>
                    <a:cubicBezTo>
                      <a:pt x="976" y="303"/>
                      <a:pt x="976" y="303"/>
                      <a:pt x="976" y="303"/>
                    </a:cubicBezTo>
                    <a:cubicBezTo>
                      <a:pt x="968" y="294"/>
                      <a:pt x="968" y="294"/>
                      <a:pt x="968" y="294"/>
                    </a:cubicBezTo>
                    <a:cubicBezTo>
                      <a:pt x="970" y="286"/>
                      <a:pt x="970" y="286"/>
                      <a:pt x="970" y="286"/>
                    </a:cubicBezTo>
                    <a:moveTo>
                      <a:pt x="932" y="313"/>
                    </a:moveTo>
                    <a:cubicBezTo>
                      <a:pt x="947" y="298"/>
                      <a:pt x="947" y="298"/>
                      <a:pt x="947" y="298"/>
                    </a:cubicBezTo>
                    <a:cubicBezTo>
                      <a:pt x="963" y="298"/>
                      <a:pt x="963" y="298"/>
                      <a:pt x="963" y="298"/>
                    </a:cubicBezTo>
                    <a:cubicBezTo>
                      <a:pt x="973" y="305"/>
                      <a:pt x="973" y="305"/>
                      <a:pt x="973" y="305"/>
                    </a:cubicBezTo>
                    <a:cubicBezTo>
                      <a:pt x="969" y="317"/>
                      <a:pt x="969" y="317"/>
                      <a:pt x="969" y="317"/>
                    </a:cubicBezTo>
                    <a:cubicBezTo>
                      <a:pt x="942" y="328"/>
                      <a:pt x="942" y="328"/>
                      <a:pt x="942" y="328"/>
                    </a:cubicBezTo>
                    <a:cubicBezTo>
                      <a:pt x="929" y="325"/>
                      <a:pt x="929" y="325"/>
                      <a:pt x="929" y="325"/>
                    </a:cubicBezTo>
                    <a:cubicBezTo>
                      <a:pt x="932" y="313"/>
                      <a:pt x="932" y="313"/>
                      <a:pt x="932" y="313"/>
                    </a:cubicBezTo>
                    <a:moveTo>
                      <a:pt x="627" y="301"/>
                    </a:moveTo>
                    <a:cubicBezTo>
                      <a:pt x="643" y="305"/>
                      <a:pt x="643" y="305"/>
                      <a:pt x="643" y="305"/>
                    </a:cubicBezTo>
                    <a:cubicBezTo>
                      <a:pt x="648" y="297"/>
                      <a:pt x="648" y="297"/>
                      <a:pt x="648" y="297"/>
                    </a:cubicBezTo>
                    <a:cubicBezTo>
                      <a:pt x="654" y="298"/>
                      <a:pt x="654" y="298"/>
                      <a:pt x="654" y="298"/>
                    </a:cubicBezTo>
                    <a:cubicBezTo>
                      <a:pt x="661" y="301"/>
                      <a:pt x="661" y="301"/>
                      <a:pt x="661" y="301"/>
                    </a:cubicBezTo>
                    <a:cubicBezTo>
                      <a:pt x="657" y="307"/>
                      <a:pt x="657" y="307"/>
                      <a:pt x="657" y="307"/>
                    </a:cubicBezTo>
                    <a:cubicBezTo>
                      <a:pt x="649" y="306"/>
                      <a:pt x="649" y="306"/>
                      <a:pt x="649" y="306"/>
                    </a:cubicBezTo>
                    <a:cubicBezTo>
                      <a:pt x="645" y="313"/>
                      <a:pt x="645" y="313"/>
                      <a:pt x="645" y="313"/>
                    </a:cubicBezTo>
                    <a:cubicBezTo>
                      <a:pt x="638" y="316"/>
                      <a:pt x="638" y="316"/>
                      <a:pt x="638" y="316"/>
                    </a:cubicBezTo>
                    <a:cubicBezTo>
                      <a:pt x="628" y="314"/>
                      <a:pt x="628" y="314"/>
                      <a:pt x="628" y="314"/>
                    </a:cubicBezTo>
                    <a:cubicBezTo>
                      <a:pt x="628" y="312"/>
                      <a:pt x="629" y="310"/>
                      <a:pt x="629" y="310"/>
                    </a:cubicBezTo>
                    <a:cubicBezTo>
                      <a:pt x="625" y="309"/>
                      <a:pt x="625" y="309"/>
                      <a:pt x="625" y="309"/>
                    </a:cubicBezTo>
                    <a:cubicBezTo>
                      <a:pt x="627" y="301"/>
                      <a:pt x="627" y="301"/>
                      <a:pt x="627" y="301"/>
                    </a:cubicBezTo>
                    <a:moveTo>
                      <a:pt x="601" y="310"/>
                    </a:moveTo>
                    <a:cubicBezTo>
                      <a:pt x="603" y="302"/>
                      <a:pt x="603" y="302"/>
                      <a:pt x="603" y="302"/>
                    </a:cubicBezTo>
                    <a:cubicBezTo>
                      <a:pt x="610" y="297"/>
                      <a:pt x="610" y="297"/>
                      <a:pt x="610" y="297"/>
                    </a:cubicBezTo>
                    <a:cubicBezTo>
                      <a:pt x="616" y="304"/>
                      <a:pt x="616" y="304"/>
                      <a:pt x="616" y="304"/>
                    </a:cubicBezTo>
                    <a:cubicBezTo>
                      <a:pt x="613" y="312"/>
                      <a:pt x="613" y="312"/>
                      <a:pt x="613" y="312"/>
                    </a:cubicBezTo>
                    <a:cubicBezTo>
                      <a:pt x="601" y="310"/>
                      <a:pt x="601" y="310"/>
                      <a:pt x="601" y="31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58" name="Freeform 38"/>
              <p:cNvSpPr/>
              <p:nvPr/>
            </p:nvSpPr>
            <p:spPr bwMode="auto">
              <a:xfrm>
                <a:off x="4748596" y="2923378"/>
                <a:ext cx="21619" cy="25776"/>
              </a:xfrm>
              <a:custGeom>
                <a:avLst/>
                <a:gdLst>
                  <a:gd name="T0" fmla="*/ 0 w 26"/>
                  <a:gd name="T1" fmla="*/ 1663 h 31"/>
                  <a:gd name="T2" fmla="*/ 0 w 26"/>
                  <a:gd name="T3" fmla="*/ 15798 h 31"/>
                  <a:gd name="T4" fmla="*/ 15799 w 26"/>
                  <a:gd name="T5" fmla="*/ 25776 h 31"/>
                  <a:gd name="T6" fmla="*/ 21619 w 26"/>
                  <a:gd name="T7" fmla="*/ 0 h 31"/>
                  <a:gd name="T8" fmla="*/ 0 w 26"/>
                  <a:gd name="T9" fmla="*/ 1663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1">
                    <a:moveTo>
                      <a:pt x="0" y="2"/>
                    </a:moveTo>
                    <a:lnTo>
                      <a:pt x="0" y="19"/>
                    </a:lnTo>
                    <a:lnTo>
                      <a:pt x="19" y="31"/>
                    </a:lnTo>
                    <a:lnTo>
                      <a:pt x="26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17B4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39"/>
              <p:cNvSpPr>
                <a:spLocks noEditPoints="1"/>
              </p:cNvSpPr>
              <p:nvPr/>
            </p:nvSpPr>
            <p:spPr bwMode="auto">
              <a:xfrm>
                <a:off x="3476420" y="2740451"/>
                <a:ext cx="340078" cy="723394"/>
              </a:xfrm>
              <a:custGeom>
                <a:avLst/>
                <a:gdLst>
                  <a:gd name="T0" fmla="*/ 29487 w 173"/>
                  <a:gd name="T1" fmla="*/ 656559 h 368"/>
                  <a:gd name="T2" fmla="*/ 0 w 173"/>
                  <a:gd name="T3" fmla="*/ 723394 h 368"/>
                  <a:gd name="T4" fmla="*/ 25555 w 173"/>
                  <a:gd name="T5" fmla="*/ 707668 h 368"/>
                  <a:gd name="T6" fmla="*/ 29487 w 173"/>
                  <a:gd name="T7" fmla="*/ 656559 h 368"/>
                  <a:gd name="T8" fmla="*/ 322386 w 173"/>
                  <a:gd name="T9" fmla="*/ 0 h 368"/>
                  <a:gd name="T10" fmla="*/ 300763 w 173"/>
                  <a:gd name="T11" fmla="*/ 51109 h 368"/>
                  <a:gd name="T12" fmla="*/ 340078 w 173"/>
                  <a:gd name="T13" fmla="*/ 7863 h 368"/>
                  <a:gd name="T14" fmla="*/ 322386 w 173"/>
                  <a:gd name="T15" fmla="*/ 0 h 36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3" h="368">
                    <a:moveTo>
                      <a:pt x="15" y="334"/>
                    </a:moveTo>
                    <a:cubicBezTo>
                      <a:pt x="0" y="368"/>
                      <a:pt x="0" y="368"/>
                      <a:pt x="0" y="368"/>
                    </a:cubicBezTo>
                    <a:cubicBezTo>
                      <a:pt x="4" y="365"/>
                      <a:pt x="8" y="363"/>
                      <a:pt x="13" y="360"/>
                    </a:cubicBezTo>
                    <a:cubicBezTo>
                      <a:pt x="13" y="351"/>
                      <a:pt x="14" y="343"/>
                      <a:pt x="15" y="334"/>
                    </a:cubicBezTo>
                    <a:moveTo>
                      <a:pt x="164" y="0"/>
                    </a:moveTo>
                    <a:cubicBezTo>
                      <a:pt x="153" y="26"/>
                      <a:pt x="153" y="26"/>
                      <a:pt x="153" y="26"/>
                    </a:cubicBezTo>
                    <a:cubicBezTo>
                      <a:pt x="159" y="19"/>
                      <a:pt x="166" y="12"/>
                      <a:pt x="173" y="4"/>
                    </a:cubicBezTo>
                    <a:cubicBezTo>
                      <a:pt x="168" y="2"/>
                      <a:pt x="164" y="0"/>
                      <a:pt x="164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40"/>
              <p:cNvSpPr/>
              <p:nvPr/>
            </p:nvSpPr>
            <p:spPr bwMode="auto">
              <a:xfrm>
                <a:off x="3462285" y="3448046"/>
                <a:ext cx="39911" cy="184590"/>
              </a:xfrm>
              <a:custGeom>
                <a:avLst/>
                <a:gdLst>
                  <a:gd name="T0" fmla="*/ 39911 w 20"/>
                  <a:gd name="T1" fmla="*/ 0 h 94"/>
                  <a:gd name="T2" fmla="*/ 13969 w 20"/>
                  <a:gd name="T3" fmla="*/ 15710 h 94"/>
                  <a:gd name="T4" fmla="*/ 0 w 20"/>
                  <a:gd name="T5" fmla="*/ 45166 h 94"/>
                  <a:gd name="T6" fmla="*/ 39911 w 20"/>
                  <a:gd name="T7" fmla="*/ 184590 h 94"/>
                  <a:gd name="T8" fmla="*/ 39911 w 20"/>
                  <a:gd name="T9" fmla="*/ 0 h 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4">
                    <a:moveTo>
                      <a:pt x="20" y="0"/>
                    </a:moveTo>
                    <a:cubicBezTo>
                      <a:pt x="15" y="3"/>
                      <a:pt x="11" y="5"/>
                      <a:pt x="7" y="8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20" y="94"/>
                      <a:pt x="20" y="94"/>
                      <a:pt x="20" y="94"/>
                    </a:cubicBezTo>
                    <a:cubicBezTo>
                      <a:pt x="17" y="63"/>
                      <a:pt x="17" y="32"/>
                      <a:pt x="20" y="0"/>
                    </a:cubicBezTo>
                  </a:path>
                </a:pathLst>
              </a:custGeom>
              <a:solidFill>
                <a:srgbClr val="C2A9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41"/>
              <p:cNvSpPr>
                <a:spLocks noEditPoints="1"/>
              </p:cNvSpPr>
              <p:nvPr/>
            </p:nvSpPr>
            <p:spPr bwMode="auto">
              <a:xfrm>
                <a:off x="3496376" y="2748766"/>
                <a:ext cx="481431" cy="890523"/>
              </a:xfrm>
              <a:custGeom>
                <a:avLst/>
                <a:gdLst>
                  <a:gd name="T0" fmla="*/ 11790 w 245"/>
                  <a:gd name="T1" fmla="*/ 646760 h 453"/>
                  <a:gd name="T2" fmla="*/ 9825 w 245"/>
                  <a:gd name="T3" fmla="*/ 648725 h 453"/>
                  <a:gd name="T4" fmla="*/ 5895 w 245"/>
                  <a:gd name="T5" fmla="*/ 699837 h 453"/>
                  <a:gd name="T6" fmla="*/ 5895 w 245"/>
                  <a:gd name="T7" fmla="*/ 884625 h 453"/>
                  <a:gd name="T8" fmla="*/ 7860 w 245"/>
                  <a:gd name="T9" fmla="*/ 890523 h 453"/>
                  <a:gd name="T10" fmla="*/ 11790 w 245"/>
                  <a:gd name="T11" fmla="*/ 646760 h 453"/>
                  <a:gd name="T12" fmla="*/ 320299 w 245"/>
                  <a:gd name="T13" fmla="*/ 0 h 453"/>
                  <a:gd name="T14" fmla="*/ 280999 w 245"/>
                  <a:gd name="T15" fmla="*/ 43248 h 453"/>
                  <a:gd name="T16" fmla="*/ 214188 w 245"/>
                  <a:gd name="T17" fmla="*/ 190686 h 453"/>
                  <a:gd name="T18" fmla="*/ 245628 w 245"/>
                  <a:gd name="T19" fmla="*/ 216242 h 453"/>
                  <a:gd name="T20" fmla="*/ 224013 w 245"/>
                  <a:gd name="T21" fmla="*/ 302739 h 453"/>
                  <a:gd name="T22" fmla="*/ 251523 w 245"/>
                  <a:gd name="T23" fmla="*/ 387269 h 453"/>
                  <a:gd name="T24" fmla="*/ 284929 w 245"/>
                  <a:gd name="T25" fmla="*/ 401030 h 453"/>
                  <a:gd name="T26" fmla="*/ 296719 w 245"/>
                  <a:gd name="T27" fmla="*/ 377440 h 453"/>
                  <a:gd name="T28" fmla="*/ 269208 w 245"/>
                  <a:gd name="T29" fmla="*/ 302739 h 453"/>
                  <a:gd name="T30" fmla="*/ 275103 w 245"/>
                  <a:gd name="T31" fmla="*/ 237866 h 453"/>
                  <a:gd name="T32" fmla="*/ 300649 w 245"/>
                  <a:gd name="T33" fmla="*/ 243763 h 453"/>
                  <a:gd name="T34" fmla="*/ 294754 w 245"/>
                  <a:gd name="T35" fmla="*/ 310602 h 453"/>
                  <a:gd name="T36" fmla="*/ 336019 w 245"/>
                  <a:gd name="T37" fmla="*/ 412825 h 453"/>
                  <a:gd name="T38" fmla="*/ 312439 w 245"/>
                  <a:gd name="T39" fmla="*/ 438381 h 453"/>
                  <a:gd name="T40" fmla="*/ 328159 w 245"/>
                  <a:gd name="T41" fmla="*/ 475732 h 453"/>
                  <a:gd name="T42" fmla="*/ 391040 w 245"/>
                  <a:gd name="T43" fmla="*/ 338124 h 453"/>
                  <a:gd name="T44" fmla="*/ 320299 w 245"/>
                  <a:gd name="T45" fmla="*/ 0 h 45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45" h="453">
                    <a:moveTo>
                      <a:pt x="6" y="329"/>
                    </a:moveTo>
                    <a:cubicBezTo>
                      <a:pt x="5" y="330"/>
                      <a:pt x="5" y="330"/>
                      <a:pt x="5" y="330"/>
                    </a:cubicBezTo>
                    <a:cubicBezTo>
                      <a:pt x="4" y="339"/>
                      <a:pt x="3" y="347"/>
                      <a:pt x="3" y="356"/>
                    </a:cubicBezTo>
                    <a:cubicBezTo>
                      <a:pt x="0" y="388"/>
                      <a:pt x="0" y="419"/>
                      <a:pt x="3" y="450"/>
                    </a:cubicBezTo>
                    <a:cubicBezTo>
                      <a:pt x="4" y="453"/>
                      <a:pt x="4" y="453"/>
                      <a:pt x="4" y="453"/>
                    </a:cubicBezTo>
                    <a:cubicBezTo>
                      <a:pt x="0" y="412"/>
                      <a:pt x="1" y="371"/>
                      <a:pt x="6" y="329"/>
                    </a:cubicBezTo>
                    <a:moveTo>
                      <a:pt x="163" y="0"/>
                    </a:moveTo>
                    <a:cubicBezTo>
                      <a:pt x="156" y="8"/>
                      <a:pt x="149" y="15"/>
                      <a:pt x="143" y="22"/>
                    </a:cubicBezTo>
                    <a:cubicBezTo>
                      <a:pt x="109" y="97"/>
                      <a:pt x="109" y="97"/>
                      <a:pt x="109" y="97"/>
                    </a:cubicBezTo>
                    <a:cubicBezTo>
                      <a:pt x="125" y="110"/>
                      <a:pt x="125" y="110"/>
                      <a:pt x="125" y="110"/>
                    </a:cubicBezTo>
                    <a:cubicBezTo>
                      <a:pt x="114" y="154"/>
                      <a:pt x="114" y="154"/>
                      <a:pt x="114" y="154"/>
                    </a:cubicBezTo>
                    <a:cubicBezTo>
                      <a:pt x="128" y="197"/>
                      <a:pt x="128" y="197"/>
                      <a:pt x="128" y="197"/>
                    </a:cubicBezTo>
                    <a:cubicBezTo>
                      <a:pt x="145" y="204"/>
                      <a:pt x="145" y="204"/>
                      <a:pt x="145" y="204"/>
                    </a:cubicBezTo>
                    <a:cubicBezTo>
                      <a:pt x="151" y="192"/>
                      <a:pt x="151" y="192"/>
                      <a:pt x="151" y="192"/>
                    </a:cubicBezTo>
                    <a:cubicBezTo>
                      <a:pt x="137" y="154"/>
                      <a:pt x="137" y="154"/>
                      <a:pt x="137" y="154"/>
                    </a:cubicBezTo>
                    <a:cubicBezTo>
                      <a:pt x="140" y="121"/>
                      <a:pt x="140" y="121"/>
                      <a:pt x="140" y="121"/>
                    </a:cubicBezTo>
                    <a:cubicBezTo>
                      <a:pt x="153" y="124"/>
                      <a:pt x="153" y="124"/>
                      <a:pt x="153" y="124"/>
                    </a:cubicBezTo>
                    <a:cubicBezTo>
                      <a:pt x="150" y="158"/>
                      <a:pt x="150" y="158"/>
                      <a:pt x="150" y="158"/>
                    </a:cubicBezTo>
                    <a:cubicBezTo>
                      <a:pt x="171" y="210"/>
                      <a:pt x="171" y="210"/>
                      <a:pt x="171" y="210"/>
                    </a:cubicBezTo>
                    <a:cubicBezTo>
                      <a:pt x="159" y="223"/>
                      <a:pt x="159" y="223"/>
                      <a:pt x="159" y="223"/>
                    </a:cubicBezTo>
                    <a:cubicBezTo>
                      <a:pt x="167" y="242"/>
                      <a:pt x="167" y="242"/>
                      <a:pt x="167" y="242"/>
                    </a:cubicBezTo>
                    <a:cubicBezTo>
                      <a:pt x="178" y="221"/>
                      <a:pt x="189" y="197"/>
                      <a:pt x="199" y="172"/>
                    </a:cubicBezTo>
                    <a:cubicBezTo>
                      <a:pt x="245" y="59"/>
                      <a:pt x="186" y="13"/>
                      <a:pt x="163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42"/>
              <p:cNvSpPr/>
              <p:nvPr/>
            </p:nvSpPr>
            <p:spPr bwMode="auto">
              <a:xfrm>
                <a:off x="3496439" y="2939734"/>
                <a:ext cx="335212" cy="1089035"/>
              </a:xfrm>
              <a:custGeom>
                <a:avLst/>
                <a:gdLst>
                  <a:gd name="T0" fmla="*/ 109 w 171"/>
                  <a:gd name="T1" fmla="*/ 0 h 554"/>
                  <a:gd name="T2" fmla="*/ 6 w 171"/>
                  <a:gd name="T3" fmla="*/ 232 h 554"/>
                  <a:gd name="T4" fmla="*/ 4 w 171"/>
                  <a:gd name="T5" fmla="*/ 356 h 554"/>
                  <a:gd name="T6" fmla="*/ 60 w 171"/>
                  <a:gd name="T7" fmla="*/ 554 h 554"/>
                  <a:gd name="T8" fmla="*/ 61 w 171"/>
                  <a:gd name="T9" fmla="*/ 302 h 554"/>
                  <a:gd name="T10" fmla="*/ 167 w 171"/>
                  <a:gd name="T11" fmla="*/ 145 h 554"/>
                  <a:gd name="T12" fmla="*/ 159 w 171"/>
                  <a:gd name="T13" fmla="*/ 126 h 554"/>
                  <a:gd name="T14" fmla="*/ 171 w 171"/>
                  <a:gd name="T15" fmla="*/ 113 h 554"/>
                  <a:gd name="T16" fmla="*/ 150 w 171"/>
                  <a:gd name="T17" fmla="*/ 61 h 554"/>
                  <a:gd name="T18" fmla="*/ 153 w 171"/>
                  <a:gd name="T19" fmla="*/ 27 h 554"/>
                  <a:gd name="T20" fmla="*/ 140 w 171"/>
                  <a:gd name="T21" fmla="*/ 24 h 554"/>
                  <a:gd name="T22" fmla="*/ 137 w 171"/>
                  <a:gd name="T23" fmla="*/ 57 h 554"/>
                  <a:gd name="T24" fmla="*/ 151 w 171"/>
                  <a:gd name="T25" fmla="*/ 95 h 554"/>
                  <a:gd name="T26" fmla="*/ 145 w 171"/>
                  <a:gd name="T27" fmla="*/ 107 h 554"/>
                  <a:gd name="T28" fmla="*/ 128 w 171"/>
                  <a:gd name="T29" fmla="*/ 100 h 554"/>
                  <a:gd name="T30" fmla="*/ 114 w 171"/>
                  <a:gd name="T31" fmla="*/ 57 h 554"/>
                  <a:gd name="T32" fmla="*/ 125 w 171"/>
                  <a:gd name="T33" fmla="*/ 13 h 554"/>
                  <a:gd name="T34" fmla="*/ 109 w 171"/>
                  <a:gd name="T35" fmla="*/ 0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1" h="554">
                    <a:moveTo>
                      <a:pt x="109" y="0"/>
                    </a:moveTo>
                    <a:cubicBezTo>
                      <a:pt x="6" y="232"/>
                      <a:pt x="6" y="232"/>
                      <a:pt x="6" y="232"/>
                    </a:cubicBezTo>
                    <a:cubicBezTo>
                      <a:pt x="1" y="274"/>
                      <a:pt x="0" y="315"/>
                      <a:pt x="4" y="356"/>
                    </a:cubicBezTo>
                    <a:cubicBezTo>
                      <a:pt x="60" y="554"/>
                      <a:pt x="60" y="554"/>
                      <a:pt x="60" y="554"/>
                    </a:cubicBezTo>
                    <a:cubicBezTo>
                      <a:pt x="113" y="424"/>
                      <a:pt x="61" y="302"/>
                      <a:pt x="61" y="302"/>
                    </a:cubicBezTo>
                    <a:cubicBezTo>
                      <a:pt x="61" y="302"/>
                      <a:pt x="116" y="243"/>
                      <a:pt x="167" y="145"/>
                    </a:cubicBezTo>
                    <a:cubicBezTo>
                      <a:pt x="159" y="126"/>
                      <a:pt x="159" y="126"/>
                      <a:pt x="159" y="126"/>
                    </a:cubicBezTo>
                    <a:cubicBezTo>
                      <a:pt x="171" y="113"/>
                      <a:pt x="171" y="113"/>
                      <a:pt x="171" y="113"/>
                    </a:cubicBezTo>
                    <a:cubicBezTo>
                      <a:pt x="150" y="61"/>
                      <a:pt x="150" y="61"/>
                      <a:pt x="150" y="61"/>
                    </a:cubicBezTo>
                    <a:cubicBezTo>
                      <a:pt x="153" y="27"/>
                      <a:pt x="153" y="27"/>
                      <a:pt x="153" y="27"/>
                    </a:cubicBezTo>
                    <a:cubicBezTo>
                      <a:pt x="140" y="24"/>
                      <a:pt x="140" y="24"/>
                      <a:pt x="140" y="24"/>
                    </a:cubicBezTo>
                    <a:cubicBezTo>
                      <a:pt x="137" y="57"/>
                      <a:pt x="137" y="57"/>
                      <a:pt x="137" y="57"/>
                    </a:cubicBezTo>
                    <a:cubicBezTo>
                      <a:pt x="151" y="95"/>
                      <a:pt x="151" y="95"/>
                      <a:pt x="151" y="95"/>
                    </a:cubicBezTo>
                    <a:cubicBezTo>
                      <a:pt x="145" y="107"/>
                      <a:pt x="145" y="107"/>
                      <a:pt x="145" y="107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25" y="13"/>
                      <a:pt x="125" y="13"/>
                      <a:pt x="125" y="13"/>
                    </a:cubicBezTo>
                    <a:cubicBezTo>
                      <a:pt x="109" y="0"/>
                      <a:pt x="109" y="0"/>
                      <a:pt x="109" y="0"/>
                    </a:cubicBezTo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3" name="Freeform 43"/>
              <p:cNvSpPr/>
              <p:nvPr/>
            </p:nvSpPr>
            <p:spPr bwMode="auto">
              <a:xfrm>
                <a:off x="2979191" y="2740451"/>
                <a:ext cx="907984" cy="1820125"/>
              </a:xfrm>
              <a:custGeom>
                <a:avLst/>
                <a:gdLst>
                  <a:gd name="T0" fmla="*/ 819544 w 462"/>
                  <a:gd name="T1" fmla="*/ 0 h 926"/>
                  <a:gd name="T2" fmla="*/ 322315 w 462"/>
                  <a:gd name="T3" fmla="*/ 518913 h 926"/>
                  <a:gd name="T4" fmla="*/ 21619 w 462"/>
                  <a:gd name="T5" fmla="*/ 1138070 h 926"/>
                  <a:gd name="T6" fmla="*/ 485437 w 462"/>
                  <a:gd name="T7" fmla="*/ 1578359 h 926"/>
                  <a:gd name="T8" fmla="*/ 579773 w 462"/>
                  <a:gd name="T9" fmla="*/ 778369 h 926"/>
                  <a:gd name="T10" fmla="*/ 862781 w 462"/>
                  <a:gd name="T11" fmla="*/ 338079 h 926"/>
                  <a:gd name="T12" fmla="*/ 866712 w 462"/>
                  <a:gd name="T13" fmla="*/ 328251 h 926"/>
                  <a:gd name="T14" fmla="*/ 896192 w 462"/>
                  <a:gd name="T15" fmla="*/ 123831 h 926"/>
                  <a:gd name="T16" fmla="*/ 819544 w 462"/>
                  <a:gd name="T17" fmla="*/ 0 h 9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2" h="926">
                    <a:moveTo>
                      <a:pt x="417" y="0"/>
                    </a:moveTo>
                    <a:cubicBezTo>
                      <a:pt x="417" y="0"/>
                      <a:pt x="328" y="118"/>
                      <a:pt x="164" y="264"/>
                    </a:cubicBezTo>
                    <a:cubicBezTo>
                      <a:pt x="0" y="409"/>
                      <a:pt x="11" y="579"/>
                      <a:pt x="11" y="579"/>
                    </a:cubicBezTo>
                    <a:cubicBezTo>
                      <a:pt x="11" y="579"/>
                      <a:pt x="89" y="926"/>
                      <a:pt x="247" y="803"/>
                    </a:cubicBezTo>
                    <a:cubicBezTo>
                      <a:pt x="367" y="709"/>
                      <a:pt x="323" y="494"/>
                      <a:pt x="295" y="396"/>
                    </a:cubicBezTo>
                    <a:cubicBezTo>
                      <a:pt x="374" y="301"/>
                      <a:pt x="417" y="228"/>
                      <a:pt x="439" y="172"/>
                    </a:cubicBezTo>
                    <a:cubicBezTo>
                      <a:pt x="440" y="170"/>
                      <a:pt x="440" y="169"/>
                      <a:pt x="441" y="167"/>
                    </a:cubicBezTo>
                    <a:cubicBezTo>
                      <a:pt x="460" y="123"/>
                      <a:pt x="462" y="89"/>
                      <a:pt x="456" y="63"/>
                    </a:cubicBezTo>
                    <a:cubicBezTo>
                      <a:pt x="448" y="15"/>
                      <a:pt x="417" y="0"/>
                      <a:pt x="417" y="0"/>
                    </a:cubicBezTo>
                    <a:close/>
                  </a:path>
                </a:pathLst>
              </a:custGeom>
              <a:solidFill>
                <a:srgbClr val="F3D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Oval 44"/>
              <p:cNvSpPr>
                <a:spLocks noChangeArrowheads="1"/>
              </p:cNvSpPr>
              <p:nvPr/>
            </p:nvSpPr>
            <p:spPr bwMode="auto">
              <a:xfrm>
                <a:off x="4476289" y="5153510"/>
                <a:ext cx="700176" cy="698252"/>
              </a:xfrm>
              <a:prstGeom prst="ellipse">
                <a:avLst/>
              </a:prstGeom>
              <a:solidFill>
                <a:srgbClr val="4BC9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5" name="Oval 50"/>
              <p:cNvSpPr>
                <a:spLocks noChangeArrowheads="1"/>
              </p:cNvSpPr>
              <p:nvPr/>
            </p:nvSpPr>
            <p:spPr bwMode="auto">
              <a:xfrm>
                <a:off x="5819119" y="3830403"/>
                <a:ext cx="1374565" cy="138063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66" name="Freeform 51"/>
              <p:cNvSpPr/>
              <p:nvPr/>
            </p:nvSpPr>
            <p:spPr bwMode="auto">
              <a:xfrm>
                <a:off x="6159629" y="4277870"/>
                <a:ext cx="694292" cy="446509"/>
              </a:xfrm>
              <a:custGeom>
                <a:avLst/>
                <a:gdLst>
                  <a:gd name="T0" fmla="*/ 29502 w 353"/>
                  <a:gd name="T1" fmla="*/ 446509 h 227"/>
                  <a:gd name="T2" fmla="*/ 0 w 353"/>
                  <a:gd name="T3" fmla="*/ 417004 h 227"/>
                  <a:gd name="T4" fmla="*/ 0 w 353"/>
                  <a:gd name="T5" fmla="*/ 27538 h 227"/>
                  <a:gd name="T6" fmla="*/ 29502 w 353"/>
                  <a:gd name="T7" fmla="*/ 0 h 227"/>
                  <a:gd name="T8" fmla="*/ 664790 w 353"/>
                  <a:gd name="T9" fmla="*/ 0 h 227"/>
                  <a:gd name="T10" fmla="*/ 694292 w 353"/>
                  <a:gd name="T11" fmla="*/ 27538 h 227"/>
                  <a:gd name="T12" fmla="*/ 694292 w 353"/>
                  <a:gd name="T13" fmla="*/ 417004 h 227"/>
                  <a:gd name="T14" fmla="*/ 664790 w 353"/>
                  <a:gd name="T15" fmla="*/ 446509 h 227"/>
                  <a:gd name="T16" fmla="*/ 29502 w 353"/>
                  <a:gd name="T17" fmla="*/ 446509 h 2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3" h="227">
                    <a:moveTo>
                      <a:pt x="15" y="227"/>
                    </a:moveTo>
                    <a:cubicBezTo>
                      <a:pt x="7" y="227"/>
                      <a:pt x="0" y="220"/>
                      <a:pt x="0" y="2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7" y="0"/>
                      <a:pt x="15" y="0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47" y="0"/>
                      <a:pt x="353" y="6"/>
                      <a:pt x="353" y="14"/>
                    </a:cubicBezTo>
                    <a:cubicBezTo>
                      <a:pt x="353" y="212"/>
                      <a:pt x="353" y="212"/>
                      <a:pt x="353" y="212"/>
                    </a:cubicBezTo>
                    <a:cubicBezTo>
                      <a:pt x="353" y="220"/>
                      <a:pt x="347" y="227"/>
                      <a:pt x="338" y="227"/>
                    </a:cubicBezTo>
                    <a:cubicBezTo>
                      <a:pt x="15" y="227"/>
                      <a:pt x="15" y="227"/>
                      <a:pt x="15" y="227"/>
                    </a:cubicBezTo>
                  </a:path>
                </a:pathLst>
              </a:custGeom>
              <a:solidFill>
                <a:srgbClr val="8989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52"/>
              <p:cNvSpPr>
                <a:spLocks noEditPoints="1"/>
              </p:cNvSpPr>
              <p:nvPr/>
            </p:nvSpPr>
            <p:spPr bwMode="auto">
              <a:xfrm>
                <a:off x="6146325" y="4263735"/>
                <a:ext cx="721731" cy="473948"/>
              </a:xfrm>
              <a:custGeom>
                <a:avLst/>
                <a:gdLst>
                  <a:gd name="T0" fmla="*/ 678466 w 367"/>
                  <a:gd name="T1" fmla="*/ 27532 h 241"/>
                  <a:gd name="T2" fmla="*/ 694199 w 367"/>
                  <a:gd name="T3" fmla="*/ 41298 h 241"/>
                  <a:gd name="T4" fmla="*/ 694199 w 367"/>
                  <a:gd name="T5" fmla="*/ 430683 h 241"/>
                  <a:gd name="T6" fmla="*/ 678466 w 367"/>
                  <a:gd name="T7" fmla="*/ 446416 h 241"/>
                  <a:gd name="T8" fmla="*/ 43265 w 367"/>
                  <a:gd name="T9" fmla="*/ 446416 h 241"/>
                  <a:gd name="T10" fmla="*/ 27532 w 367"/>
                  <a:gd name="T11" fmla="*/ 430683 h 241"/>
                  <a:gd name="T12" fmla="*/ 27532 w 367"/>
                  <a:gd name="T13" fmla="*/ 41298 h 241"/>
                  <a:gd name="T14" fmla="*/ 43265 w 367"/>
                  <a:gd name="T15" fmla="*/ 27532 h 241"/>
                  <a:gd name="T16" fmla="*/ 678466 w 367"/>
                  <a:gd name="T17" fmla="*/ 27532 h 241"/>
                  <a:gd name="T18" fmla="*/ 678466 w 367"/>
                  <a:gd name="T19" fmla="*/ 0 h 241"/>
                  <a:gd name="T20" fmla="*/ 43265 w 367"/>
                  <a:gd name="T21" fmla="*/ 0 h 241"/>
                  <a:gd name="T22" fmla="*/ 0 w 367"/>
                  <a:gd name="T23" fmla="*/ 41298 h 241"/>
                  <a:gd name="T24" fmla="*/ 0 w 367"/>
                  <a:gd name="T25" fmla="*/ 430683 h 241"/>
                  <a:gd name="T26" fmla="*/ 43265 w 367"/>
                  <a:gd name="T27" fmla="*/ 473948 h 241"/>
                  <a:gd name="T28" fmla="*/ 678466 w 367"/>
                  <a:gd name="T29" fmla="*/ 473948 h 241"/>
                  <a:gd name="T30" fmla="*/ 721731 w 367"/>
                  <a:gd name="T31" fmla="*/ 430683 h 241"/>
                  <a:gd name="T32" fmla="*/ 721731 w 367"/>
                  <a:gd name="T33" fmla="*/ 41298 h 241"/>
                  <a:gd name="T34" fmla="*/ 678466 w 367"/>
                  <a:gd name="T35" fmla="*/ 0 h 24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7" h="241">
                    <a:moveTo>
                      <a:pt x="345" y="14"/>
                    </a:moveTo>
                    <a:cubicBezTo>
                      <a:pt x="350" y="14"/>
                      <a:pt x="353" y="17"/>
                      <a:pt x="353" y="21"/>
                    </a:cubicBezTo>
                    <a:cubicBezTo>
                      <a:pt x="353" y="219"/>
                      <a:pt x="353" y="219"/>
                      <a:pt x="353" y="219"/>
                    </a:cubicBezTo>
                    <a:cubicBezTo>
                      <a:pt x="353" y="223"/>
                      <a:pt x="350" y="227"/>
                      <a:pt x="345" y="227"/>
                    </a:cubicBezTo>
                    <a:cubicBezTo>
                      <a:pt x="22" y="227"/>
                      <a:pt x="22" y="227"/>
                      <a:pt x="22" y="227"/>
                    </a:cubicBezTo>
                    <a:cubicBezTo>
                      <a:pt x="17" y="227"/>
                      <a:pt x="14" y="223"/>
                      <a:pt x="14" y="219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17"/>
                      <a:pt x="17" y="14"/>
                      <a:pt x="22" y="14"/>
                    </a:cubicBezTo>
                    <a:cubicBezTo>
                      <a:pt x="345" y="14"/>
                      <a:pt x="345" y="14"/>
                      <a:pt x="345" y="14"/>
                    </a:cubicBezTo>
                    <a:moveTo>
                      <a:pt x="345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219"/>
                      <a:pt x="0" y="219"/>
                      <a:pt x="0" y="219"/>
                    </a:cubicBezTo>
                    <a:cubicBezTo>
                      <a:pt x="0" y="231"/>
                      <a:pt x="10" y="241"/>
                      <a:pt x="22" y="241"/>
                    </a:cubicBezTo>
                    <a:cubicBezTo>
                      <a:pt x="345" y="241"/>
                      <a:pt x="345" y="241"/>
                      <a:pt x="345" y="241"/>
                    </a:cubicBezTo>
                    <a:cubicBezTo>
                      <a:pt x="357" y="241"/>
                      <a:pt x="367" y="231"/>
                      <a:pt x="367" y="219"/>
                    </a:cubicBezTo>
                    <a:cubicBezTo>
                      <a:pt x="367" y="21"/>
                      <a:pt x="367" y="21"/>
                      <a:pt x="367" y="21"/>
                    </a:cubicBezTo>
                    <a:cubicBezTo>
                      <a:pt x="367" y="9"/>
                      <a:pt x="357" y="0"/>
                      <a:pt x="345" y="0"/>
                    </a:cubicBezTo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53"/>
              <p:cNvSpPr/>
              <p:nvPr/>
            </p:nvSpPr>
            <p:spPr bwMode="auto">
              <a:xfrm>
                <a:off x="6063177" y="4737683"/>
                <a:ext cx="887197" cy="43237"/>
              </a:xfrm>
              <a:custGeom>
                <a:avLst/>
                <a:gdLst>
                  <a:gd name="T0" fmla="*/ 887197 w 451"/>
                  <a:gd name="T1" fmla="*/ 43237 h 22"/>
                  <a:gd name="T2" fmla="*/ 887197 w 451"/>
                  <a:gd name="T3" fmla="*/ 27514 h 22"/>
                  <a:gd name="T4" fmla="*/ 861624 w 451"/>
                  <a:gd name="T5" fmla="*/ 0 h 22"/>
                  <a:gd name="T6" fmla="*/ 25573 w 451"/>
                  <a:gd name="T7" fmla="*/ 0 h 22"/>
                  <a:gd name="T8" fmla="*/ 0 w 451"/>
                  <a:gd name="T9" fmla="*/ 27514 h 22"/>
                  <a:gd name="T10" fmla="*/ 0 w 451"/>
                  <a:gd name="T11" fmla="*/ 43237 h 22"/>
                  <a:gd name="T12" fmla="*/ 887197 w 451"/>
                  <a:gd name="T13" fmla="*/ 43237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1" h="22">
                    <a:moveTo>
                      <a:pt x="451" y="22"/>
                    </a:moveTo>
                    <a:cubicBezTo>
                      <a:pt x="451" y="14"/>
                      <a:pt x="451" y="14"/>
                      <a:pt x="451" y="14"/>
                    </a:cubicBezTo>
                    <a:cubicBezTo>
                      <a:pt x="451" y="6"/>
                      <a:pt x="445" y="0"/>
                      <a:pt x="438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22"/>
                      <a:pt x="0" y="22"/>
                      <a:pt x="0" y="22"/>
                    </a:cubicBezTo>
                    <a:lnTo>
                      <a:pt x="451" y="22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Rectangle 54"/>
              <p:cNvSpPr>
                <a:spLocks noChangeArrowheads="1"/>
              </p:cNvSpPr>
              <p:nvPr/>
            </p:nvSpPr>
            <p:spPr bwMode="auto">
              <a:xfrm>
                <a:off x="6063177" y="4765122"/>
                <a:ext cx="887197" cy="15798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0" name="Rectangle 55"/>
              <p:cNvSpPr>
                <a:spLocks noChangeArrowheads="1"/>
              </p:cNvSpPr>
              <p:nvPr/>
            </p:nvSpPr>
            <p:spPr bwMode="auto">
              <a:xfrm>
                <a:off x="6258576" y="4753481"/>
                <a:ext cx="497229" cy="11641"/>
              </a:xfrm>
              <a:prstGeom prst="rect">
                <a:avLst/>
              </a:pr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1" name="Freeform 56"/>
              <p:cNvSpPr/>
              <p:nvPr/>
            </p:nvSpPr>
            <p:spPr bwMode="auto">
              <a:xfrm>
                <a:off x="6173764" y="4292006"/>
                <a:ext cx="641077" cy="410755"/>
              </a:xfrm>
              <a:custGeom>
                <a:avLst/>
                <a:gdLst>
                  <a:gd name="T0" fmla="*/ 641077 w 326"/>
                  <a:gd name="T1" fmla="*/ 0 h 209"/>
                  <a:gd name="T2" fmla="*/ 15732 w 326"/>
                  <a:gd name="T3" fmla="*/ 0 h 209"/>
                  <a:gd name="T4" fmla="*/ 0 w 326"/>
                  <a:gd name="T5" fmla="*/ 13757 h 209"/>
                  <a:gd name="T6" fmla="*/ 0 w 326"/>
                  <a:gd name="T7" fmla="*/ 402894 h 209"/>
                  <a:gd name="T8" fmla="*/ 1966 w 326"/>
                  <a:gd name="T9" fmla="*/ 410755 h 209"/>
                  <a:gd name="T10" fmla="*/ 641077 w 326"/>
                  <a:gd name="T11" fmla="*/ 0 h 2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6" h="209">
                    <a:moveTo>
                      <a:pt x="32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205"/>
                      <a:pt x="0" y="205"/>
                      <a:pt x="0" y="205"/>
                    </a:cubicBezTo>
                    <a:cubicBezTo>
                      <a:pt x="0" y="207"/>
                      <a:pt x="0" y="208"/>
                      <a:pt x="1" y="209"/>
                    </a:cubicBezTo>
                    <a:cubicBezTo>
                      <a:pt x="326" y="0"/>
                      <a:pt x="326" y="0"/>
                      <a:pt x="326" y="0"/>
                    </a:cubicBezTo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57"/>
              <p:cNvSpPr/>
              <p:nvPr/>
            </p:nvSpPr>
            <p:spPr bwMode="auto">
              <a:xfrm>
                <a:off x="6159629" y="4277870"/>
                <a:ext cx="674336" cy="432373"/>
              </a:xfrm>
              <a:custGeom>
                <a:avLst/>
                <a:gdLst>
                  <a:gd name="T0" fmla="*/ 664506 w 343"/>
                  <a:gd name="T1" fmla="*/ 0 h 220"/>
                  <a:gd name="T2" fmla="*/ 29490 w 343"/>
                  <a:gd name="T3" fmla="*/ 0 h 220"/>
                  <a:gd name="T4" fmla="*/ 0 w 343"/>
                  <a:gd name="T5" fmla="*/ 27515 h 220"/>
                  <a:gd name="T6" fmla="*/ 0 w 343"/>
                  <a:gd name="T7" fmla="*/ 416650 h 220"/>
                  <a:gd name="T8" fmla="*/ 3932 w 343"/>
                  <a:gd name="T9" fmla="*/ 432373 h 220"/>
                  <a:gd name="T10" fmla="*/ 15728 w 343"/>
                  <a:gd name="T11" fmla="*/ 424512 h 220"/>
                  <a:gd name="T12" fmla="*/ 13762 w 343"/>
                  <a:gd name="T13" fmla="*/ 416650 h 220"/>
                  <a:gd name="T14" fmla="*/ 13762 w 343"/>
                  <a:gd name="T15" fmla="*/ 27515 h 220"/>
                  <a:gd name="T16" fmla="*/ 29490 w 343"/>
                  <a:gd name="T17" fmla="*/ 13757 h 220"/>
                  <a:gd name="T18" fmla="*/ 654676 w 343"/>
                  <a:gd name="T19" fmla="*/ 13757 h 220"/>
                  <a:gd name="T20" fmla="*/ 674336 w 343"/>
                  <a:gd name="T21" fmla="*/ 0 h 220"/>
                  <a:gd name="T22" fmla="*/ 664506 w 343"/>
                  <a:gd name="T23" fmla="*/ 0 h 2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43" h="220">
                    <a:moveTo>
                      <a:pt x="338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0" y="212"/>
                      <a:pt x="0" y="212"/>
                      <a:pt x="0" y="212"/>
                    </a:cubicBezTo>
                    <a:cubicBezTo>
                      <a:pt x="0" y="215"/>
                      <a:pt x="1" y="218"/>
                      <a:pt x="2" y="220"/>
                    </a:cubicBezTo>
                    <a:cubicBezTo>
                      <a:pt x="8" y="216"/>
                      <a:pt x="8" y="216"/>
                      <a:pt x="8" y="216"/>
                    </a:cubicBezTo>
                    <a:cubicBezTo>
                      <a:pt x="7" y="215"/>
                      <a:pt x="7" y="214"/>
                      <a:pt x="7" y="212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0"/>
                      <a:pt x="10" y="7"/>
                      <a:pt x="15" y="7"/>
                    </a:cubicBezTo>
                    <a:cubicBezTo>
                      <a:pt x="333" y="7"/>
                      <a:pt x="333" y="7"/>
                      <a:pt x="333" y="7"/>
                    </a:cubicBezTo>
                    <a:cubicBezTo>
                      <a:pt x="343" y="0"/>
                      <a:pt x="343" y="0"/>
                      <a:pt x="343" y="0"/>
                    </a:cubicBezTo>
                    <a:cubicBezTo>
                      <a:pt x="341" y="0"/>
                      <a:pt x="340" y="0"/>
                      <a:pt x="338" y="0"/>
                    </a:cubicBezTo>
                  </a:path>
                </a:pathLst>
              </a:custGeom>
              <a:solidFill>
                <a:srgbClr val="7477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Oval 58"/>
              <p:cNvSpPr>
                <a:spLocks noChangeArrowheads="1"/>
              </p:cNvSpPr>
              <p:nvPr/>
            </p:nvSpPr>
            <p:spPr bwMode="auto">
              <a:xfrm>
                <a:off x="5953997" y="1882439"/>
                <a:ext cx="1106793" cy="1110855"/>
              </a:xfrm>
              <a:prstGeom prst="ellipse">
                <a:avLst/>
              </a:prstGeom>
              <a:solidFill>
                <a:srgbClr val="4BC9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grpSp>
            <p:nvGrpSpPr>
              <p:cNvPr id="74" name="Group 59"/>
              <p:cNvGrpSpPr/>
              <p:nvPr/>
            </p:nvGrpSpPr>
            <p:grpSpPr bwMode="auto">
              <a:xfrm>
                <a:off x="6113066" y="1956359"/>
                <a:ext cx="788250" cy="829823"/>
                <a:chOff x="6113066" y="1956359"/>
                <a:chExt cx="788250" cy="829823"/>
              </a:xfrm>
            </p:grpSpPr>
            <p:sp>
              <p:nvSpPr>
                <p:cNvPr id="125" name="Freeform 8"/>
                <p:cNvSpPr/>
                <p:nvPr/>
              </p:nvSpPr>
              <p:spPr bwMode="auto">
                <a:xfrm>
                  <a:off x="6512180" y="2457745"/>
                  <a:ext cx="24945" cy="29102"/>
                </a:xfrm>
                <a:custGeom>
                  <a:avLst/>
                  <a:gdLst>
                    <a:gd name="T0" fmla="*/ 0 w 30"/>
                    <a:gd name="T1" fmla="*/ 11641 h 35"/>
                    <a:gd name="T2" fmla="*/ 9147 w 30"/>
                    <a:gd name="T3" fmla="*/ 19124 h 35"/>
                    <a:gd name="T4" fmla="*/ 9147 w 30"/>
                    <a:gd name="T5" fmla="*/ 29102 h 35"/>
                    <a:gd name="T6" fmla="*/ 24945 w 30"/>
                    <a:gd name="T7" fmla="*/ 29102 h 35"/>
                    <a:gd name="T8" fmla="*/ 24945 w 30"/>
                    <a:gd name="T9" fmla="*/ 9978 h 35"/>
                    <a:gd name="T10" fmla="*/ 7484 w 30"/>
                    <a:gd name="T11" fmla="*/ 0 h 35"/>
                    <a:gd name="T12" fmla="*/ 0 w 30"/>
                    <a:gd name="T13" fmla="*/ 11641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35">
                      <a:moveTo>
                        <a:pt x="0" y="14"/>
                      </a:moveTo>
                      <a:lnTo>
                        <a:pt x="11" y="23"/>
                      </a:lnTo>
                      <a:lnTo>
                        <a:pt x="11" y="35"/>
                      </a:lnTo>
                      <a:lnTo>
                        <a:pt x="30" y="35"/>
                      </a:lnTo>
                      <a:lnTo>
                        <a:pt x="30" y="12"/>
                      </a:lnTo>
                      <a:lnTo>
                        <a:pt x="9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rgbClr val="FFFFF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Freeform 59"/>
                <p:cNvSpPr/>
                <p:nvPr/>
              </p:nvSpPr>
              <p:spPr bwMode="auto">
                <a:xfrm>
                  <a:off x="6395772" y="2420328"/>
                  <a:ext cx="222007" cy="170455"/>
                </a:xfrm>
                <a:custGeom>
                  <a:avLst/>
                  <a:gdLst>
                    <a:gd name="T0" fmla="*/ 188608 w 113"/>
                    <a:gd name="T1" fmla="*/ 0 h 87"/>
                    <a:gd name="T2" fmla="*/ 111986 w 113"/>
                    <a:gd name="T3" fmla="*/ 47022 h 87"/>
                    <a:gd name="T4" fmla="*/ 33399 w 113"/>
                    <a:gd name="T5" fmla="*/ 0 h 87"/>
                    <a:gd name="T6" fmla="*/ 0 w 113"/>
                    <a:gd name="T7" fmla="*/ 125392 h 87"/>
                    <a:gd name="T8" fmla="*/ 111986 w 113"/>
                    <a:gd name="T9" fmla="*/ 170455 h 87"/>
                    <a:gd name="T10" fmla="*/ 222007 w 113"/>
                    <a:gd name="T11" fmla="*/ 125392 h 87"/>
                    <a:gd name="T12" fmla="*/ 188608 w 113"/>
                    <a:gd name="T13" fmla="*/ 0 h 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3" h="87">
                      <a:moveTo>
                        <a:pt x="96" y="0"/>
                      </a:moveTo>
                      <a:cubicBezTo>
                        <a:pt x="57" y="24"/>
                        <a:pt x="57" y="24"/>
                        <a:pt x="57" y="24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9" y="21"/>
                        <a:pt x="0" y="64"/>
                        <a:pt x="0" y="64"/>
                      </a:cubicBezTo>
                      <a:cubicBezTo>
                        <a:pt x="57" y="87"/>
                        <a:pt x="57" y="87"/>
                        <a:pt x="57" y="87"/>
                      </a:cubicBezTo>
                      <a:cubicBezTo>
                        <a:pt x="113" y="64"/>
                        <a:pt x="113" y="64"/>
                        <a:pt x="113" y="64"/>
                      </a:cubicBezTo>
                      <a:cubicBezTo>
                        <a:pt x="113" y="64"/>
                        <a:pt x="94" y="21"/>
                        <a:pt x="96" y="0"/>
                      </a:cubicBezTo>
                      <a:close/>
                    </a:path>
                  </a:pathLst>
                </a:custGeom>
                <a:solidFill>
                  <a:srgbClr val="EFCBA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Freeform 60"/>
                <p:cNvSpPr/>
                <p:nvPr/>
              </p:nvSpPr>
              <p:spPr bwMode="auto">
                <a:xfrm>
                  <a:off x="6113066" y="2538399"/>
                  <a:ext cx="788250" cy="247783"/>
                </a:xfrm>
                <a:custGeom>
                  <a:avLst/>
                  <a:gdLst>
                    <a:gd name="T0" fmla="*/ 788250 w 401"/>
                    <a:gd name="T1" fmla="*/ 247783 h 126"/>
                    <a:gd name="T2" fmla="*/ 746970 w 401"/>
                    <a:gd name="T3" fmla="*/ 62929 h 126"/>
                    <a:gd name="T4" fmla="*/ 630993 w 401"/>
                    <a:gd name="T5" fmla="*/ 29498 h 126"/>
                    <a:gd name="T6" fmla="*/ 630993 w 401"/>
                    <a:gd name="T7" fmla="*/ 29498 h 126"/>
                    <a:gd name="T8" fmla="*/ 630993 w 401"/>
                    <a:gd name="T9" fmla="*/ 29498 h 126"/>
                    <a:gd name="T10" fmla="*/ 560228 w 401"/>
                    <a:gd name="T11" fmla="*/ 23598 h 126"/>
                    <a:gd name="T12" fmla="*/ 538605 w 401"/>
                    <a:gd name="T13" fmla="*/ 13766 h 126"/>
                    <a:gd name="T14" fmla="*/ 511085 w 401"/>
                    <a:gd name="T15" fmla="*/ 0 h 126"/>
                    <a:gd name="T16" fmla="*/ 395108 w 401"/>
                    <a:gd name="T17" fmla="*/ 37364 h 126"/>
                    <a:gd name="T18" fmla="*/ 395108 w 401"/>
                    <a:gd name="T19" fmla="*/ 37364 h 126"/>
                    <a:gd name="T20" fmla="*/ 277165 w 401"/>
                    <a:gd name="T21" fmla="*/ 0 h 126"/>
                    <a:gd name="T22" fmla="*/ 249645 w 401"/>
                    <a:gd name="T23" fmla="*/ 13766 h 126"/>
                    <a:gd name="T24" fmla="*/ 228022 w 401"/>
                    <a:gd name="T25" fmla="*/ 23598 h 126"/>
                    <a:gd name="T26" fmla="*/ 157257 w 401"/>
                    <a:gd name="T27" fmla="*/ 29498 h 126"/>
                    <a:gd name="T28" fmla="*/ 157257 w 401"/>
                    <a:gd name="T29" fmla="*/ 29498 h 126"/>
                    <a:gd name="T30" fmla="*/ 157257 w 401"/>
                    <a:gd name="T31" fmla="*/ 29498 h 126"/>
                    <a:gd name="T32" fmla="*/ 41280 w 401"/>
                    <a:gd name="T33" fmla="*/ 62929 h 126"/>
                    <a:gd name="T34" fmla="*/ 0 w 401"/>
                    <a:gd name="T35" fmla="*/ 247783 h 126"/>
                    <a:gd name="T36" fmla="*/ 788250 w 401"/>
                    <a:gd name="T37" fmla="*/ 247783 h 12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401" h="126">
                      <a:moveTo>
                        <a:pt x="401" y="126"/>
                      </a:moveTo>
                      <a:cubicBezTo>
                        <a:pt x="400" y="97"/>
                        <a:pt x="396" y="44"/>
                        <a:pt x="380" y="32"/>
                      </a:cubicBezTo>
                      <a:cubicBezTo>
                        <a:pt x="368" y="22"/>
                        <a:pt x="342" y="18"/>
                        <a:pt x="321" y="15"/>
                      </a:cubicBezTo>
                      <a:cubicBezTo>
                        <a:pt x="321" y="15"/>
                        <a:pt x="321" y="15"/>
                        <a:pt x="321" y="15"/>
                      </a:cubicBezTo>
                      <a:cubicBezTo>
                        <a:pt x="321" y="15"/>
                        <a:pt x="321" y="15"/>
                        <a:pt x="321" y="15"/>
                      </a:cubicBezTo>
                      <a:cubicBezTo>
                        <a:pt x="301" y="13"/>
                        <a:pt x="285" y="12"/>
                        <a:pt x="285" y="12"/>
                      </a:cubicBezTo>
                      <a:cubicBezTo>
                        <a:pt x="274" y="7"/>
                        <a:pt x="274" y="7"/>
                        <a:pt x="274" y="7"/>
                      </a:cubicBezTo>
                      <a:cubicBezTo>
                        <a:pt x="260" y="0"/>
                        <a:pt x="260" y="0"/>
                        <a:pt x="260" y="0"/>
                      </a:cubicBezTo>
                      <a:cubicBezTo>
                        <a:pt x="201" y="19"/>
                        <a:pt x="201" y="19"/>
                        <a:pt x="201" y="19"/>
                      </a:cubicBezTo>
                      <a:cubicBezTo>
                        <a:pt x="201" y="19"/>
                        <a:pt x="201" y="19"/>
                        <a:pt x="201" y="19"/>
                      </a:cubicBezTo>
                      <a:cubicBezTo>
                        <a:pt x="141" y="0"/>
                        <a:pt x="141" y="0"/>
                        <a:pt x="141" y="0"/>
                      </a:cubicBezTo>
                      <a:cubicBezTo>
                        <a:pt x="127" y="7"/>
                        <a:pt x="127" y="7"/>
                        <a:pt x="127" y="7"/>
                      </a:cubicBezTo>
                      <a:cubicBezTo>
                        <a:pt x="116" y="12"/>
                        <a:pt x="116" y="12"/>
                        <a:pt x="116" y="12"/>
                      </a:cubicBezTo>
                      <a:cubicBezTo>
                        <a:pt x="116" y="12"/>
                        <a:pt x="100" y="13"/>
                        <a:pt x="80" y="15"/>
                      </a:cubicBezTo>
                      <a:cubicBezTo>
                        <a:pt x="80" y="15"/>
                        <a:pt x="80" y="15"/>
                        <a:pt x="80" y="15"/>
                      </a:cubicBezTo>
                      <a:cubicBezTo>
                        <a:pt x="80" y="15"/>
                        <a:pt x="80" y="15"/>
                        <a:pt x="80" y="15"/>
                      </a:cubicBezTo>
                      <a:cubicBezTo>
                        <a:pt x="59" y="18"/>
                        <a:pt x="33" y="22"/>
                        <a:pt x="21" y="32"/>
                      </a:cubicBezTo>
                      <a:cubicBezTo>
                        <a:pt x="6" y="44"/>
                        <a:pt x="1" y="97"/>
                        <a:pt x="0" y="126"/>
                      </a:cubicBezTo>
                      <a:lnTo>
                        <a:pt x="401" y="126"/>
                      </a:lnTo>
                      <a:close/>
                    </a:path>
                  </a:pathLst>
                </a:custGeom>
                <a:solidFill>
                  <a:srgbClr val="2D2D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61"/>
                <p:cNvSpPr/>
                <p:nvPr/>
              </p:nvSpPr>
              <p:spPr bwMode="auto">
                <a:xfrm>
                  <a:off x="6320938" y="2168388"/>
                  <a:ext cx="371675" cy="310976"/>
                </a:xfrm>
                <a:custGeom>
                  <a:avLst/>
                  <a:gdLst>
                    <a:gd name="T0" fmla="*/ 186821 w 189"/>
                    <a:gd name="T1" fmla="*/ 0 h 158"/>
                    <a:gd name="T2" fmla="*/ 57029 w 189"/>
                    <a:gd name="T3" fmla="*/ 0 h 158"/>
                    <a:gd name="T4" fmla="*/ 5900 w 189"/>
                    <a:gd name="T5" fmla="*/ 59046 h 158"/>
                    <a:gd name="T6" fmla="*/ 33431 w 189"/>
                    <a:gd name="T7" fmla="*/ 179106 h 158"/>
                    <a:gd name="T8" fmla="*/ 165189 w 189"/>
                    <a:gd name="T9" fmla="*/ 303103 h 158"/>
                    <a:gd name="T10" fmla="*/ 208453 w 189"/>
                    <a:gd name="T11" fmla="*/ 303103 h 158"/>
                    <a:gd name="T12" fmla="*/ 338244 w 189"/>
                    <a:gd name="T13" fmla="*/ 179106 h 158"/>
                    <a:gd name="T14" fmla="*/ 365775 w 189"/>
                    <a:gd name="T15" fmla="*/ 59046 h 158"/>
                    <a:gd name="T16" fmla="*/ 316612 w 189"/>
                    <a:gd name="T17" fmla="*/ 0 h 158"/>
                    <a:gd name="T18" fmla="*/ 186821 w 189"/>
                    <a:gd name="T19" fmla="*/ 0 h 15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89" h="158">
                      <a:moveTo>
                        <a:pt x="95" y="0"/>
                      </a:move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12" y="0"/>
                        <a:pt x="0" y="14"/>
                        <a:pt x="3" y="30"/>
                      </a:cubicBezTo>
                      <a:cubicBezTo>
                        <a:pt x="7" y="51"/>
                        <a:pt x="12" y="77"/>
                        <a:pt x="17" y="91"/>
                      </a:cubicBezTo>
                      <a:cubicBezTo>
                        <a:pt x="24" y="108"/>
                        <a:pt x="59" y="143"/>
                        <a:pt x="84" y="154"/>
                      </a:cubicBezTo>
                      <a:cubicBezTo>
                        <a:pt x="90" y="158"/>
                        <a:pt x="99" y="158"/>
                        <a:pt x="106" y="154"/>
                      </a:cubicBezTo>
                      <a:cubicBezTo>
                        <a:pt x="130" y="143"/>
                        <a:pt x="165" y="108"/>
                        <a:pt x="172" y="91"/>
                      </a:cubicBezTo>
                      <a:cubicBezTo>
                        <a:pt x="177" y="77"/>
                        <a:pt x="182" y="51"/>
                        <a:pt x="186" y="30"/>
                      </a:cubicBezTo>
                      <a:cubicBezTo>
                        <a:pt x="189" y="14"/>
                        <a:pt x="177" y="0"/>
                        <a:pt x="161" y="0"/>
                      </a:cubicBez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F4D3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62"/>
                <p:cNvSpPr/>
                <p:nvPr/>
              </p:nvSpPr>
              <p:spPr bwMode="auto">
                <a:xfrm>
                  <a:off x="6508022" y="2168388"/>
                  <a:ext cx="178770" cy="155488"/>
                </a:xfrm>
                <a:custGeom>
                  <a:avLst/>
                  <a:gdLst>
                    <a:gd name="T0" fmla="*/ 0 w 91"/>
                    <a:gd name="T1" fmla="*/ 0 h 79"/>
                    <a:gd name="T2" fmla="*/ 153231 w 91"/>
                    <a:gd name="T3" fmla="*/ 35428 h 79"/>
                    <a:gd name="T4" fmla="*/ 153231 w 91"/>
                    <a:gd name="T5" fmla="*/ 153520 h 79"/>
                    <a:gd name="T6" fmla="*/ 170912 w 91"/>
                    <a:gd name="T7" fmla="*/ 129901 h 79"/>
                    <a:gd name="T8" fmla="*/ 178770 w 91"/>
                    <a:gd name="T9" fmla="*/ 45269 h 79"/>
                    <a:gd name="T10" fmla="*/ 178770 w 91"/>
                    <a:gd name="T11" fmla="*/ 0 h 79"/>
                    <a:gd name="T12" fmla="*/ 0 w 91"/>
                    <a:gd name="T13" fmla="*/ 0 h 7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1" h="79">
                      <a:moveTo>
                        <a:pt x="0" y="0"/>
                      </a:moveTo>
                      <a:cubicBezTo>
                        <a:pt x="27" y="0"/>
                        <a:pt x="66" y="13"/>
                        <a:pt x="78" y="18"/>
                      </a:cubicBezTo>
                      <a:cubicBezTo>
                        <a:pt x="89" y="24"/>
                        <a:pt x="76" y="79"/>
                        <a:pt x="78" y="78"/>
                      </a:cubicBezTo>
                      <a:cubicBezTo>
                        <a:pt x="80" y="78"/>
                        <a:pt x="83" y="69"/>
                        <a:pt x="87" y="66"/>
                      </a:cubicBezTo>
                      <a:cubicBezTo>
                        <a:pt x="90" y="63"/>
                        <a:pt x="91" y="23"/>
                        <a:pt x="91" y="23"/>
                      </a:cubicBezTo>
                      <a:cubicBezTo>
                        <a:pt x="91" y="0"/>
                        <a:pt x="91" y="0"/>
                        <a:pt x="9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526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" name="Freeform 63"/>
                <p:cNvSpPr/>
                <p:nvPr/>
              </p:nvSpPr>
              <p:spPr bwMode="auto">
                <a:xfrm>
                  <a:off x="6429031" y="2420328"/>
                  <a:ext cx="155488" cy="66519"/>
                </a:xfrm>
                <a:custGeom>
                  <a:avLst/>
                  <a:gdLst>
                    <a:gd name="T0" fmla="*/ 155488 w 79"/>
                    <a:gd name="T1" fmla="*/ 21521 h 34"/>
                    <a:gd name="T2" fmla="*/ 155488 w 79"/>
                    <a:gd name="T3" fmla="*/ 0 h 34"/>
                    <a:gd name="T4" fmla="*/ 78728 w 79"/>
                    <a:gd name="T5" fmla="*/ 46955 h 34"/>
                    <a:gd name="T6" fmla="*/ 0 w 79"/>
                    <a:gd name="T7" fmla="*/ 0 h 34"/>
                    <a:gd name="T8" fmla="*/ 0 w 79"/>
                    <a:gd name="T9" fmla="*/ 21521 h 34"/>
                    <a:gd name="T10" fmla="*/ 57078 w 79"/>
                    <a:gd name="T11" fmla="*/ 58693 h 34"/>
                    <a:gd name="T12" fmla="*/ 100378 w 79"/>
                    <a:gd name="T13" fmla="*/ 58693 h 34"/>
                    <a:gd name="T14" fmla="*/ 155488 w 79"/>
                    <a:gd name="T15" fmla="*/ 21521 h 3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79" h="34">
                      <a:moveTo>
                        <a:pt x="79" y="11"/>
                      </a:moveTo>
                      <a:cubicBezTo>
                        <a:pt x="79" y="7"/>
                        <a:pt x="79" y="3"/>
                        <a:pt x="79" y="0"/>
                      </a:cubicBezTo>
                      <a:cubicBezTo>
                        <a:pt x="40" y="24"/>
                        <a:pt x="40" y="24"/>
                        <a:pt x="40" y="24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7"/>
                        <a:pt x="0" y="11"/>
                      </a:cubicBezTo>
                      <a:cubicBezTo>
                        <a:pt x="10" y="19"/>
                        <a:pt x="20" y="26"/>
                        <a:pt x="29" y="30"/>
                      </a:cubicBezTo>
                      <a:cubicBezTo>
                        <a:pt x="35" y="34"/>
                        <a:pt x="44" y="34"/>
                        <a:pt x="51" y="30"/>
                      </a:cubicBezTo>
                      <a:cubicBezTo>
                        <a:pt x="59" y="26"/>
                        <a:pt x="69" y="19"/>
                        <a:pt x="79" y="11"/>
                      </a:cubicBezTo>
                      <a:close/>
                    </a:path>
                  </a:pathLst>
                </a:custGeom>
                <a:solidFill>
                  <a:srgbClr val="DDB6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64"/>
                <p:cNvSpPr/>
                <p:nvPr/>
              </p:nvSpPr>
              <p:spPr bwMode="auto">
                <a:xfrm>
                  <a:off x="6320938" y="2168388"/>
                  <a:ext cx="371675" cy="310976"/>
                </a:xfrm>
                <a:custGeom>
                  <a:avLst/>
                  <a:gdLst>
                    <a:gd name="T0" fmla="*/ 186821 w 189"/>
                    <a:gd name="T1" fmla="*/ 0 h 158"/>
                    <a:gd name="T2" fmla="*/ 57029 w 189"/>
                    <a:gd name="T3" fmla="*/ 0 h 158"/>
                    <a:gd name="T4" fmla="*/ 5900 w 189"/>
                    <a:gd name="T5" fmla="*/ 59046 h 158"/>
                    <a:gd name="T6" fmla="*/ 33431 w 189"/>
                    <a:gd name="T7" fmla="*/ 179106 h 158"/>
                    <a:gd name="T8" fmla="*/ 165189 w 189"/>
                    <a:gd name="T9" fmla="*/ 303103 h 158"/>
                    <a:gd name="T10" fmla="*/ 208453 w 189"/>
                    <a:gd name="T11" fmla="*/ 303103 h 158"/>
                    <a:gd name="T12" fmla="*/ 338244 w 189"/>
                    <a:gd name="T13" fmla="*/ 179106 h 158"/>
                    <a:gd name="T14" fmla="*/ 365775 w 189"/>
                    <a:gd name="T15" fmla="*/ 59046 h 158"/>
                    <a:gd name="T16" fmla="*/ 316612 w 189"/>
                    <a:gd name="T17" fmla="*/ 0 h 158"/>
                    <a:gd name="T18" fmla="*/ 186821 w 189"/>
                    <a:gd name="T19" fmla="*/ 0 h 15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89" h="158">
                      <a:moveTo>
                        <a:pt x="95" y="0"/>
                      </a:move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12" y="0"/>
                        <a:pt x="0" y="14"/>
                        <a:pt x="3" y="30"/>
                      </a:cubicBezTo>
                      <a:cubicBezTo>
                        <a:pt x="7" y="51"/>
                        <a:pt x="12" y="77"/>
                        <a:pt x="17" y="91"/>
                      </a:cubicBezTo>
                      <a:cubicBezTo>
                        <a:pt x="24" y="108"/>
                        <a:pt x="59" y="143"/>
                        <a:pt x="84" y="154"/>
                      </a:cubicBezTo>
                      <a:cubicBezTo>
                        <a:pt x="90" y="158"/>
                        <a:pt x="99" y="158"/>
                        <a:pt x="106" y="154"/>
                      </a:cubicBezTo>
                      <a:cubicBezTo>
                        <a:pt x="130" y="143"/>
                        <a:pt x="165" y="108"/>
                        <a:pt x="172" y="91"/>
                      </a:cubicBezTo>
                      <a:cubicBezTo>
                        <a:pt x="177" y="77"/>
                        <a:pt x="182" y="51"/>
                        <a:pt x="186" y="30"/>
                      </a:cubicBezTo>
                      <a:cubicBezTo>
                        <a:pt x="189" y="14"/>
                        <a:pt x="177" y="0"/>
                        <a:pt x="161" y="0"/>
                      </a:cubicBezTo>
                      <a:lnTo>
                        <a:pt x="95" y="0"/>
                      </a:lnTo>
                      <a:close/>
                    </a:path>
                  </a:pathLst>
                </a:custGeom>
                <a:solidFill>
                  <a:srgbClr val="F4D3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2" name="Freeform 65"/>
                <p:cNvSpPr/>
                <p:nvPr/>
              </p:nvSpPr>
              <p:spPr bwMode="auto">
                <a:xfrm>
                  <a:off x="6508022" y="2168388"/>
                  <a:ext cx="178770" cy="155488"/>
                </a:xfrm>
                <a:custGeom>
                  <a:avLst/>
                  <a:gdLst>
                    <a:gd name="T0" fmla="*/ 0 w 91"/>
                    <a:gd name="T1" fmla="*/ 0 h 79"/>
                    <a:gd name="T2" fmla="*/ 153231 w 91"/>
                    <a:gd name="T3" fmla="*/ 35428 h 79"/>
                    <a:gd name="T4" fmla="*/ 153231 w 91"/>
                    <a:gd name="T5" fmla="*/ 153520 h 79"/>
                    <a:gd name="T6" fmla="*/ 170912 w 91"/>
                    <a:gd name="T7" fmla="*/ 129901 h 79"/>
                    <a:gd name="T8" fmla="*/ 178770 w 91"/>
                    <a:gd name="T9" fmla="*/ 45269 h 79"/>
                    <a:gd name="T10" fmla="*/ 178770 w 91"/>
                    <a:gd name="T11" fmla="*/ 0 h 79"/>
                    <a:gd name="T12" fmla="*/ 0 w 91"/>
                    <a:gd name="T13" fmla="*/ 0 h 7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91" h="79">
                      <a:moveTo>
                        <a:pt x="0" y="0"/>
                      </a:moveTo>
                      <a:cubicBezTo>
                        <a:pt x="27" y="0"/>
                        <a:pt x="66" y="13"/>
                        <a:pt x="78" y="18"/>
                      </a:cubicBezTo>
                      <a:cubicBezTo>
                        <a:pt x="89" y="24"/>
                        <a:pt x="76" y="79"/>
                        <a:pt x="78" y="78"/>
                      </a:cubicBezTo>
                      <a:cubicBezTo>
                        <a:pt x="80" y="78"/>
                        <a:pt x="83" y="69"/>
                        <a:pt x="87" y="66"/>
                      </a:cubicBezTo>
                      <a:cubicBezTo>
                        <a:pt x="90" y="63"/>
                        <a:pt x="91" y="23"/>
                        <a:pt x="91" y="23"/>
                      </a:cubicBezTo>
                      <a:cubicBezTo>
                        <a:pt x="91" y="0"/>
                        <a:pt x="91" y="0"/>
                        <a:pt x="9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526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66"/>
                <p:cNvSpPr/>
                <p:nvPr/>
              </p:nvSpPr>
              <p:spPr bwMode="auto">
                <a:xfrm>
                  <a:off x="6512180" y="2166725"/>
                  <a:ext cx="5820" cy="0"/>
                </a:xfrm>
                <a:custGeom>
                  <a:avLst/>
                  <a:gdLst>
                    <a:gd name="T0" fmla="*/ 0 w 3"/>
                    <a:gd name="T1" fmla="*/ 5820 w 3"/>
                    <a:gd name="T2" fmla="*/ 0 w 3"/>
                    <a:gd name="T3" fmla="*/ 0 60000 65536"/>
                    <a:gd name="T4" fmla="*/ 0 60000 65536"/>
                    <a:gd name="T5" fmla="*/ 0 60000 65536"/>
                  </a:gdLst>
                  <a:ahLst/>
                  <a:cxnLst>
                    <a:cxn ang="T3">
                      <a:pos x="T0" y="0"/>
                    </a:cxn>
                    <a:cxn ang="T4">
                      <a:pos x="T1" y="0"/>
                    </a:cxn>
                    <a:cxn ang="T5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1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5526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" name="Freeform 67"/>
                <p:cNvSpPr/>
                <p:nvPr/>
              </p:nvSpPr>
              <p:spPr bwMode="auto">
                <a:xfrm>
                  <a:off x="6518000" y="2166725"/>
                  <a:ext cx="135532" cy="47395"/>
                </a:xfrm>
                <a:custGeom>
                  <a:avLst/>
                  <a:gdLst>
                    <a:gd name="T0" fmla="*/ 135532 w 69"/>
                    <a:gd name="T1" fmla="*/ 47395 h 24"/>
                    <a:gd name="T2" fmla="*/ 125711 w 69"/>
                    <a:gd name="T3" fmla="*/ 27647 h 24"/>
                    <a:gd name="T4" fmla="*/ 41249 w 69"/>
                    <a:gd name="T5" fmla="*/ 0 h 24"/>
                    <a:gd name="T6" fmla="*/ 0 w 69"/>
                    <a:gd name="T7" fmla="*/ 0 h 24"/>
                    <a:gd name="T8" fmla="*/ 68748 w 69"/>
                    <a:gd name="T9" fmla="*/ 13824 h 24"/>
                    <a:gd name="T10" fmla="*/ 135532 w 69"/>
                    <a:gd name="T11" fmla="*/ 47395 h 2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9" h="24">
                      <a:moveTo>
                        <a:pt x="69" y="24"/>
                      </a:moveTo>
                      <a:cubicBezTo>
                        <a:pt x="64" y="14"/>
                        <a:pt x="64" y="14"/>
                        <a:pt x="64" y="14"/>
                      </a:cubicBez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0"/>
                        <a:pt x="23" y="2"/>
                        <a:pt x="35" y="7"/>
                      </a:cubicBezTo>
                      <a:cubicBezTo>
                        <a:pt x="62" y="18"/>
                        <a:pt x="69" y="24"/>
                        <a:pt x="69" y="24"/>
                      </a:cubicBezTo>
                      <a:close/>
                    </a:path>
                  </a:pathLst>
                </a:custGeom>
                <a:solidFill>
                  <a:srgbClr val="5526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" name="Freeform 68"/>
                <p:cNvSpPr/>
                <p:nvPr/>
              </p:nvSpPr>
              <p:spPr bwMode="auto">
                <a:xfrm>
                  <a:off x="6323432" y="1956359"/>
                  <a:ext cx="375001" cy="367517"/>
                </a:xfrm>
                <a:custGeom>
                  <a:avLst/>
                  <a:gdLst>
                    <a:gd name="T0" fmla="*/ 286650 w 191"/>
                    <a:gd name="T1" fmla="*/ 58960 h 187"/>
                    <a:gd name="T2" fmla="*/ 243456 w 191"/>
                    <a:gd name="T3" fmla="*/ 9827 h 187"/>
                    <a:gd name="T4" fmla="*/ 243456 w 191"/>
                    <a:gd name="T5" fmla="*/ 37341 h 187"/>
                    <a:gd name="T6" fmla="*/ 184555 w 191"/>
                    <a:gd name="T7" fmla="*/ 27515 h 187"/>
                    <a:gd name="T8" fmla="*/ 184555 w 191"/>
                    <a:gd name="T9" fmla="*/ 0 h 187"/>
                    <a:gd name="T10" fmla="*/ 139398 w 191"/>
                    <a:gd name="T11" fmla="*/ 21619 h 187"/>
                    <a:gd name="T12" fmla="*/ 139398 w 191"/>
                    <a:gd name="T13" fmla="*/ 0 h 187"/>
                    <a:gd name="T14" fmla="*/ 96204 w 191"/>
                    <a:gd name="T15" fmla="*/ 60925 h 187"/>
                    <a:gd name="T16" fmla="*/ 3927 w 191"/>
                    <a:gd name="T17" fmla="*/ 212256 h 187"/>
                    <a:gd name="T18" fmla="*/ 3927 w 191"/>
                    <a:gd name="T19" fmla="*/ 257458 h 187"/>
                    <a:gd name="T20" fmla="*/ 11780 w 191"/>
                    <a:gd name="T21" fmla="*/ 341968 h 187"/>
                    <a:gd name="T22" fmla="*/ 29450 w 191"/>
                    <a:gd name="T23" fmla="*/ 365552 h 187"/>
                    <a:gd name="T24" fmla="*/ 29450 w 191"/>
                    <a:gd name="T25" fmla="*/ 247632 h 187"/>
                    <a:gd name="T26" fmla="*/ 155105 w 191"/>
                    <a:gd name="T27" fmla="*/ 237805 h 187"/>
                    <a:gd name="T28" fmla="*/ 117801 w 191"/>
                    <a:gd name="T29" fmla="*/ 222082 h 187"/>
                    <a:gd name="T30" fmla="*/ 314137 w 191"/>
                    <a:gd name="T31" fmla="*/ 224048 h 187"/>
                    <a:gd name="T32" fmla="*/ 363221 w 191"/>
                    <a:gd name="T33" fmla="*/ 212256 h 187"/>
                    <a:gd name="T34" fmla="*/ 286650 w 191"/>
                    <a:gd name="T35" fmla="*/ 58960 h 18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91" h="187">
                      <a:moveTo>
                        <a:pt x="146" y="30"/>
                      </a:moveTo>
                      <a:cubicBezTo>
                        <a:pt x="138" y="22"/>
                        <a:pt x="124" y="5"/>
                        <a:pt x="124" y="5"/>
                      </a:cubicBezTo>
                      <a:cubicBezTo>
                        <a:pt x="124" y="5"/>
                        <a:pt x="131" y="16"/>
                        <a:pt x="124" y="19"/>
                      </a:cubicBezTo>
                      <a:cubicBezTo>
                        <a:pt x="116" y="22"/>
                        <a:pt x="94" y="14"/>
                        <a:pt x="94" y="14"/>
                      </a:cubicBez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83" y="0"/>
                        <a:pt x="74" y="11"/>
                        <a:pt x="71" y="11"/>
                      </a:cubicBezTo>
                      <a:cubicBezTo>
                        <a:pt x="69" y="11"/>
                        <a:pt x="71" y="0"/>
                        <a:pt x="71" y="0"/>
                      </a:cubicBezTo>
                      <a:cubicBezTo>
                        <a:pt x="69" y="15"/>
                        <a:pt x="49" y="31"/>
                        <a:pt x="49" y="31"/>
                      </a:cubicBezTo>
                      <a:cubicBezTo>
                        <a:pt x="0" y="47"/>
                        <a:pt x="2" y="108"/>
                        <a:pt x="2" y="108"/>
                      </a:cubicBezTo>
                      <a:cubicBezTo>
                        <a:pt x="2" y="131"/>
                        <a:pt x="2" y="131"/>
                        <a:pt x="2" y="131"/>
                      </a:cubicBezTo>
                      <a:cubicBezTo>
                        <a:pt x="2" y="131"/>
                        <a:pt x="3" y="171"/>
                        <a:pt x="6" y="174"/>
                      </a:cubicBezTo>
                      <a:cubicBezTo>
                        <a:pt x="10" y="177"/>
                        <a:pt x="13" y="186"/>
                        <a:pt x="15" y="186"/>
                      </a:cubicBezTo>
                      <a:cubicBezTo>
                        <a:pt x="17" y="187"/>
                        <a:pt x="4" y="132"/>
                        <a:pt x="15" y="126"/>
                      </a:cubicBezTo>
                      <a:cubicBezTo>
                        <a:pt x="15" y="126"/>
                        <a:pt x="66" y="124"/>
                        <a:pt x="79" y="121"/>
                      </a:cubicBezTo>
                      <a:cubicBezTo>
                        <a:pt x="79" y="121"/>
                        <a:pt x="63" y="116"/>
                        <a:pt x="60" y="113"/>
                      </a:cubicBezTo>
                      <a:cubicBezTo>
                        <a:pt x="93" y="108"/>
                        <a:pt x="160" y="114"/>
                        <a:pt x="160" y="114"/>
                      </a:cubicBezTo>
                      <a:cubicBezTo>
                        <a:pt x="185" y="108"/>
                        <a:pt x="185" y="108"/>
                        <a:pt x="185" y="108"/>
                      </a:cubicBezTo>
                      <a:cubicBezTo>
                        <a:pt x="191" y="51"/>
                        <a:pt x="154" y="39"/>
                        <a:pt x="146" y="30"/>
                      </a:cubicBezTo>
                      <a:close/>
                    </a:path>
                  </a:pathLst>
                </a:custGeom>
                <a:solidFill>
                  <a:srgbClr val="55260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" name="Freeform 69"/>
                <p:cNvSpPr/>
                <p:nvPr/>
              </p:nvSpPr>
              <p:spPr bwMode="auto">
                <a:xfrm>
                  <a:off x="6316780" y="2215782"/>
                  <a:ext cx="28271" cy="102273"/>
                </a:xfrm>
                <a:custGeom>
                  <a:avLst/>
                  <a:gdLst>
                    <a:gd name="T0" fmla="*/ 14136 w 14"/>
                    <a:gd name="T1" fmla="*/ 33435 h 52"/>
                    <a:gd name="T2" fmla="*/ 0 w 14"/>
                    <a:gd name="T3" fmla="*/ 37369 h 52"/>
                    <a:gd name="T4" fmla="*/ 28271 w 14"/>
                    <a:gd name="T5" fmla="*/ 102273 h 52"/>
                    <a:gd name="T6" fmla="*/ 14136 w 14"/>
                    <a:gd name="T7" fmla="*/ 33435 h 5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4" h="52">
                      <a:moveTo>
                        <a:pt x="7" y="17"/>
                      </a:moveTo>
                      <a:cubicBezTo>
                        <a:pt x="7" y="17"/>
                        <a:pt x="0" y="0"/>
                        <a:pt x="0" y="19"/>
                      </a:cubicBezTo>
                      <a:cubicBezTo>
                        <a:pt x="0" y="37"/>
                        <a:pt x="14" y="52"/>
                        <a:pt x="14" y="52"/>
                      </a:cubicBez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F4D3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7" name="Freeform 70"/>
                <p:cNvSpPr/>
                <p:nvPr/>
              </p:nvSpPr>
              <p:spPr bwMode="auto">
                <a:xfrm>
                  <a:off x="6669331" y="2215782"/>
                  <a:ext cx="27439" cy="102273"/>
                </a:xfrm>
                <a:custGeom>
                  <a:avLst/>
                  <a:gdLst>
                    <a:gd name="T0" fmla="*/ 13720 w 14"/>
                    <a:gd name="T1" fmla="*/ 33435 h 52"/>
                    <a:gd name="T2" fmla="*/ 27439 w 14"/>
                    <a:gd name="T3" fmla="*/ 37369 h 52"/>
                    <a:gd name="T4" fmla="*/ 0 w 14"/>
                    <a:gd name="T5" fmla="*/ 102273 h 52"/>
                    <a:gd name="T6" fmla="*/ 13720 w 14"/>
                    <a:gd name="T7" fmla="*/ 33435 h 5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4" h="52">
                      <a:moveTo>
                        <a:pt x="7" y="17"/>
                      </a:moveTo>
                      <a:cubicBezTo>
                        <a:pt x="7" y="17"/>
                        <a:pt x="14" y="0"/>
                        <a:pt x="14" y="19"/>
                      </a:cubicBezTo>
                      <a:cubicBezTo>
                        <a:pt x="14" y="37"/>
                        <a:pt x="0" y="52"/>
                        <a:pt x="0" y="52"/>
                      </a:cubicBezTo>
                      <a:lnTo>
                        <a:pt x="7" y="17"/>
                      </a:lnTo>
                      <a:close/>
                    </a:path>
                  </a:pathLst>
                </a:custGeom>
                <a:solidFill>
                  <a:srgbClr val="F4D3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5" name="Group 60"/>
              <p:cNvGrpSpPr/>
              <p:nvPr/>
            </p:nvGrpSpPr>
            <p:grpSpPr bwMode="auto">
              <a:xfrm>
                <a:off x="5391335" y="5117672"/>
                <a:ext cx="740855" cy="540467"/>
                <a:chOff x="5391335" y="5117672"/>
                <a:chExt cx="740855" cy="540467"/>
              </a:xfrm>
            </p:grpSpPr>
            <p:sp>
              <p:nvSpPr>
                <p:cNvPr id="122" name="Freeform 71"/>
                <p:cNvSpPr/>
                <p:nvPr/>
              </p:nvSpPr>
              <p:spPr bwMode="auto">
                <a:xfrm>
                  <a:off x="5764673" y="5117672"/>
                  <a:ext cx="367517" cy="357539"/>
                </a:xfrm>
                <a:custGeom>
                  <a:avLst/>
                  <a:gdLst>
                    <a:gd name="T0" fmla="*/ 204394 w 187"/>
                    <a:gd name="T1" fmla="*/ 7858 h 182"/>
                    <a:gd name="T2" fmla="*/ 159192 w 187"/>
                    <a:gd name="T3" fmla="*/ 33397 h 182"/>
                    <a:gd name="T4" fmla="*/ 125781 w 187"/>
                    <a:gd name="T5" fmla="*/ 115906 h 182"/>
                    <a:gd name="T6" fmla="*/ 39307 w 187"/>
                    <a:gd name="T7" fmla="*/ 141444 h 182"/>
                    <a:gd name="T8" fmla="*/ 11792 w 187"/>
                    <a:gd name="T9" fmla="*/ 184663 h 182"/>
                    <a:gd name="T10" fmla="*/ 33411 w 187"/>
                    <a:gd name="T11" fmla="*/ 290746 h 182"/>
                    <a:gd name="T12" fmla="*/ 58960 w 187"/>
                    <a:gd name="T13" fmla="*/ 310391 h 182"/>
                    <a:gd name="T14" fmla="*/ 316418 w 187"/>
                    <a:gd name="T15" fmla="*/ 324143 h 182"/>
                    <a:gd name="T16" fmla="*/ 326245 w 187"/>
                    <a:gd name="T17" fmla="*/ 66793 h 182"/>
                    <a:gd name="T18" fmla="*/ 306592 w 187"/>
                    <a:gd name="T19" fmla="*/ 39290 h 182"/>
                    <a:gd name="T20" fmla="*/ 204394 w 187"/>
                    <a:gd name="T21" fmla="*/ 7858 h 18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87" h="182">
                      <a:moveTo>
                        <a:pt x="104" y="4"/>
                      </a:moveTo>
                      <a:cubicBezTo>
                        <a:pt x="96" y="6"/>
                        <a:pt x="88" y="10"/>
                        <a:pt x="81" y="17"/>
                      </a:cubicBezTo>
                      <a:cubicBezTo>
                        <a:pt x="69" y="28"/>
                        <a:pt x="63" y="43"/>
                        <a:pt x="64" y="59"/>
                      </a:cubicBezTo>
                      <a:cubicBezTo>
                        <a:pt x="48" y="57"/>
                        <a:pt x="32" y="61"/>
                        <a:pt x="20" y="72"/>
                      </a:cubicBezTo>
                      <a:cubicBezTo>
                        <a:pt x="13" y="78"/>
                        <a:pt x="9" y="86"/>
                        <a:pt x="6" y="94"/>
                      </a:cubicBezTo>
                      <a:cubicBezTo>
                        <a:pt x="0" y="112"/>
                        <a:pt x="3" y="133"/>
                        <a:pt x="17" y="148"/>
                      </a:cubicBezTo>
                      <a:cubicBezTo>
                        <a:pt x="21" y="152"/>
                        <a:pt x="25" y="155"/>
                        <a:pt x="30" y="158"/>
                      </a:cubicBezTo>
                      <a:cubicBezTo>
                        <a:pt x="65" y="182"/>
                        <a:pt x="161" y="165"/>
                        <a:pt x="161" y="165"/>
                      </a:cubicBezTo>
                      <a:cubicBezTo>
                        <a:pt x="161" y="165"/>
                        <a:pt x="187" y="70"/>
                        <a:pt x="166" y="34"/>
                      </a:cubicBezTo>
                      <a:cubicBezTo>
                        <a:pt x="163" y="29"/>
                        <a:pt x="160" y="24"/>
                        <a:pt x="156" y="20"/>
                      </a:cubicBezTo>
                      <a:cubicBezTo>
                        <a:pt x="143" y="5"/>
                        <a:pt x="123" y="0"/>
                        <a:pt x="104" y="4"/>
                      </a:cubicBezTo>
                      <a:close/>
                    </a:path>
                  </a:pathLst>
                </a:custGeom>
                <a:solidFill>
                  <a:srgbClr val="FFFFF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Freeform 72"/>
                <p:cNvSpPr/>
                <p:nvPr/>
              </p:nvSpPr>
              <p:spPr bwMode="auto">
                <a:xfrm>
                  <a:off x="5391335" y="5250710"/>
                  <a:ext cx="223670" cy="218681"/>
                </a:xfrm>
                <a:custGeom>
                  <a:avLst/>
                  <a:gdLst>
                    <a:gd name="T0" fmla="*/ 125569 w 114"/>
                    <a:gd name="T1" fmla="*/ 5910 h 111"/>
                    <a:gd name="T2" fmla="*/ 96139 w 114"/>
                    <a:gd name="T3" fmla="*/ 19701 h 111"/>
                    <a:gd name="T4" fmla="*/ 76519 w 114"/>
                    <a:gd name="T5" fmla="*/ 70924 h 111"/>
                    <a:gd name="T6" fmla="*/ 23544 w 114"/>
                    <a:gd name="T7" fmla="*/ 86684 h 111"/>
                    <a:gd name="T8" fmla="*/ 5886 w 114"/>
                    <a:gd name="T9" fmla="*/ 114266 h 111"/>
                    <a:gd name="T10" fmla="*/ 19620 w 114"/>
                    <a:gd name="T11" fmla="*/ 177309 h 111"/>
                    <a:gd name="T12" fmla="*/ 35316 w 114"/>
                    <a:gd name="T13" fmla="*/ 191100 h 111"/>
                    <a:gd name="T14" fmla="*/ 192278 w 114"/>
                    <a:gd name="T15" fmla="*/ 198980 h 111"/>
                    <a:gd name="T16" fmla="*/ 198164 w 114"/>
                    <a:gd name="T17" fmla="*/ 41372 h 111"/>
                    <a:gd name="T18" fmla="*/ 186392 w 114"/>
                    <a:gd name="T19" fmla="*/ 23641 h 111"/>
                    <a:gd name="T20" fmla="*/ 125569 w 114"/>
                    <a:gd name="T21" fmla="*/ 5910 h 1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4" h="111">
                      <a:moveTo>
                        <a:pt x="64" y="3"/>
                      </a:moveTo>
                      <a:cubicBezTo>
                        <a:pt x="58" y="4"/>
                        <a:pt x="53" y="6"/>
                        <a:pt x="49" y="10"/>
                      </a:cubicBezTo>
                      <a:cubicBezTo>
                        <a:pt x="42" y="17"/>
                        <a:pt x="38" y="26"/>
                        <a:pt x="39" y="36"/>
                      </a:cubicBezTo>
                      <a:cubicBezTo>
                        <a:pt x="29" y="35"/>
                        <a:pt x="20" y="37"/>
                        <a:pt x="12" y="44"/>
                      </a:cubicBezTo>
                      <a:cubicBezTo>
                        <a:pt x="8" y="48"/>
                        <a:pt x="5" y="53"/>
                        <a:pt x="3" y="58"/>
                      </a:cubicBezTo>
                      <a:cubicBezTo>
                        <a:pt x="0" y="69"/>
                        <a:pt x="2" y="81"/>
                        <a:pt x="10" y="90"/>
                      </a:cubicBezTo>
                      <a:cubicBezTo>
                        <a:pt x="13" y="93"/>
                        <a:pt x="15" y="95"/>
                        <a:pt x="18" y="97"/>
                      </a:cubicBezTo>
                      <a:cubicBezTo>
                        <a:pt x="39" y="111"/>
                        <a:pt x="98" y="101"/>
                        <a:pt x="98" y="101"/>
                      </a:cubicBezTo>
                      <a:cubicBezTo>
                        <a:pt x="98" y="101"/>
                        <a:pt x="114" y="43"/>
                        <a:pt x="101" y="21"/>
                      </a:cubicBezTo>
                      <a:cubicBezTo>
                        <a:pt x="99" y="18"/>
                        <a:pt x="98" y="15"/>
                        <a:pt x="95" y="12"/>
                      </a:cubicBezTo>
                      <a:cubicBezTo>
                        <a:pt x="87" y="3"/>
                        <a:pt x="75" y="0"/>
                        <a:pt x="64" y="3"/>
                      </a:cubicBezTo>
                      <a:close/>
                    </a:path>
                  </a:pathLst>
                </a:custGeom>
                <a:solidFill>
                  <a:srgbClr val="FFFFF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4" name="Freeform 73"/>
                <p:cNvSpPr/>
                <p:nvPr/>
              </p:nvSpPr>
              <p:spPr bwMode="auto">
                <a:xfrm>
                  <a:off x="5627477" y="5550046"/>
                  <a:ext cx="109756" cy="108093"/>
                </a:xfrm>
                <a:custGeom>
                  <a:avLst/>
                  <a:gdLst>
                    <a:gd name="T0" fmla="*/ 62718 w 56"/>
                    <a:gd name="T1" fmla="*/ 1965 h 55"/>
                    <a:gd name="T2" fmla="*/ 48998 w 56"/>
                    <a:gd name="T3" fmla="*/ 9827 h 55"/>
                    <a:gd name="T4" fmla="*/ 39199 w 56"/>
                    <a:gd name="T5" fmla="*/ 35376 h 55"/>
                    <a:gd name="T6" fmla="*/ 11760 w 56"/>
                    <a:gd name="T7" fmla="*/ 43237 h 55"/>
                    <a:gd name="T8" fmla="*/ 3920 w 56"/>
                    <a:gd name="T9" fmla="*/ 55029 h 55"/>
                    <a:gd name="T10" fmla="*/ 11760 w 56"/>
                    <a:gd name="T11" fmla="*/ 86474 h 55"/>
                    <a:gd name="T12" fmla="*/ 17639 w 56"/>
                    <a:gd name="T13" fmla="*/ 92370 h 55"/>
                    <a:gd name="T14" fmla="*/ 96037 w 56"/>
                    <a:gd name="T15" fmla="*/ 96301 h 55"/>
                    <a:gd name="T16" fmla="*/ 97996 w 56"/>
                    <a:gd name="T17" fmla="*/ 19653 h 55"/>
                    <a:gd name="T18" fmla="*/ 92117 w 56"/>
                    <a:gd name="T19" fmla="*/ 11792 h 55"/>
                    <a:gd name="T20" fmla="*/ 62718 w 56"/>
                    <a:gd name="T21" fmla="*/ 1965 h 5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6" h="55">
                      <a:moveTo>
                        <a:pt x="32" y="1"/>
                      </a:moveTo>
                      <a:cubicBezTo>
                        <a:pt x="29" y="2"/>
                        <a:pt x="27" y="3"/>
                        <a:pt x="25" y="5"/>
                      </a:cubicBezTo>
                      <a:cubicBezTo>
                        <a:pt x="21" y="8"/>
                        <a:pt x="19" y="13"/>
                        <a:pt x="20" y="18"/>
                      </a:cubicBezTo>
                      <a:cubicBezTo>
                        <a:pt x="15" y="17"/>
                        <a:pt x="10" y="18"/>
                        <a:pt x="6" y="22"/>
                      </a:cubicBezTo>
                      <a:cubicBezTo>
                        <a:pt x="4" y="24"/>
                        <a:pt x="3" y="26"/>
                        <a:pt x="2" y="28"/>
                      </a:cubicBezTo>
                      <a:cubicBezTo>
                        <a:pt x="0" y="34"/>
                        <a:pt x="1" y="40"/>
                        <a:pt x="6" y="44"/>
                      </a:cubicBezTo>
                      <a:cubicBezTo>
                        <a:pt x="7" y="46"/>
                        <a:pt x="8" y="47"/>
                        <a:pt x="9" y="47"/>
                      </a:cubicBezTo>
                      <a:cubicBezTo>
                        <a:pt x="20" y="55"/>
                        <a:pt x="49" y="49"/>
                        <a:pt x="49" y="49"/>
                      </a:cubicBezTo>
                      <a:cubicBezTo>
                        <a:pt x="49" y="49"/>
                        <a:pt x="56" y="21"/>
                        <a:pt x="50" y="10"/>
                      </a:cubicBezTo>
                      <a:cubicBezTo>
                        <a:pt x="49" y="9"/>
                        <a:pt x="49" y="7"/>
                        <a:pt x="47" y="6"/>
                      </a:cubicBezTo>
                      <a:cubicBezTo>
                        <a:pt x="43" y="2"/>
                        <a:pt x="37" y="0"/>
                        <a:pt x="32" y="1"/>
                      </a:cubicBezTo>
                      <a:close/>
                    </a:path>
                  </a:pathLst>
                </a:custGeom>
                <a:solidFill>
                  <a:srgbClr val="FFFFF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6" name="Freeform 74"/>
              <p:cNvSpPr/>
              <p:nvPr/>
            </p:nvSpPr>
            <p:spPr bwMode="auto">
              <a:xfrm>
                <a:off x="4316222" y="1203031"/>
                <a:ext cx="370843" cy="320954"/>
              </a:xfrm>
              <a:custGeom>
                <a:avLst/>
                <a:gdLst>
                  <a:gd name="T0" fmla="*/ 315903 w 189"/>
                  <a:gd name="T1" fmla="*/ 13783 h 163"/>
                  <a:gd name="T2" fmla="*/ 264888 w 189"/>
                  <a:gd name="T3" fmla="*/ 0 h 163"/>
                  <a:gd name="T4" fmla="*/ 184440 w 189"/>
                  <a:gd name="T5" fmla="*/ 37412 h 163"/>
                  <a:gd name="T6" fmla="*/ 103993 w 189"/>
                  <a:gd name="T7" fmla="*/ 0 h 163"/>
                  <a:gd name="T8" fmla="*/ 52978 w 189"/>
                  <a:gd name="T9" fmla="*/ 13783 h 163"/>
                  <a:gd name="T10" fmla="*/ 0 w 189"/>
                  <a:gd name="T11" fmla="*/ 104359 h 163"/>
                  <a:gd name="T12" fmla="*/ 3924 w 189"/>
                  <a:gd name="T13" fmla="*/ 137833 h 163"/>
                  <a:gd name="T14" fmla="*/ 184440 w 189"/>
                  <a:gd name="T15" fmla="*/ 320954 h 163"/>
                  <a:gd name="T16" fmla="*/ 364957 w 189"/>
                  <a:gd name="T17" fmla="*/ 137833 h 163"/>
                  <a:gd name="T18" fmla="*/ 370843 w 189"/>
                  <a:gd name="T19" fmla="*/ 104359 h 163"/>
                  <a:gd name="T20" fmla="*/ 315903 w 189"/>
                  <a:gd name="T21" fmla="*/ 13783 h 16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9" h="163">
                    <a:moveTo>
                      <a:pt x="161" y="7"/>
                    </a:moveTo>
                    <a:cubicBezTo>
                      <a:pt x="153" y="2"/>
                      <a:pt x="145" y="0"/>
                      <a:pt x="135" y="0"/>
                    </a:cubicBezTo>
                    <a:cubicBezTo>
                      <a:pt x="119" y="0"/>
                      <a:pt x="104" y="7"/>
                      <a:pt x="94" y="19"/>
                    </a:cubicBezTo>
                    <a:cubicBezTo>
                      <a:pt x="84" y="7"/>
                      <a:pt x="69" y="0"/>
                      <a:pt x="53" y="0"/>
                    </a:cubicBezTo>
                    <a:cubicBezTo>
                      <a:pt x="44" y="0"/>
                      <a:pt x="35" y="2"/>
                      <a:pt x="27" y="7"/>
                    </a:cubicBezTo>
                    <a:cubicBezTo>
                      <a:pt x="11" y="16"/>
                      <a:pt x="0" y="33"/>
                      <a:pt x="0" y="53"/>
                    </a:cubicBezTo>
                    <a:cubicBezTo>
                      <a:pt x="0" y="59"/>
                      <a:pt x="0" y="65"/>
                      <a:pt x="2" y="70"/>
                    </a:cubicBezTo>
                    <a:cubicBezTo>
                      <a:pt x="11" y="111"/>
                      <a:pt x="94" y="163"/>
                      <a:pt x="94" y="163"/>
                    </a:cubicBezTo>
                    <a:cubicBezTo>
                      <a:pt x="94" y="163"/>
                      <a:pt x="177" y="111"/>
                      <a:pt x="186" y="70"/>
                    </a:cubicBezTo>
                    <a:cubicBezTo>
                      <a:pt x="188" y="65"/>
                      <a:pt x="189" y="59"/>
                      <a:pt x="189" y="53"/>
                    </a:cubicBezTo>
                    <a:cubicBezTo>
                      <a:pt x="189" y="33"/>
                      <a:pt x="177" y="16"/>
                      <a:pt x="161" y="7"/>
                    </a:cubicBezTo>
                    <a:close/>
                  </a:path>
                </a:pathLst>
              </a:custGeom>
              <a:solidFill>
                <a:srgbClr val="FFF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Freeform 75"/>
              <p:cNvSpPr/>
              <p:nvPr/>
            </p:nvSpPr>
            <p:spPr bwMode="auto">
              <a:xfrm>
                <a:off x="3902973" y="1388453"/>
                <a:ext cx="226164" cy="196231"/>
              </a:xfrm>
              <a:custGeom>
                <a:avLst/>
                <a:gdLst>
                  <a:gd name="T0" fmla="*/ 192731 w 115"/>
                  <a:gd name="T1" fmla="*/ 7849 h 100"/>
                  <a:gd name="T2" fmla="*/ 161265 w 115"/>
                  <a:gd name="T3" fmla="*/ 0 h 100"/>
                  <a:gd name="T4" fmla="*/ 112099 w 115"/>
                  <a:gd name="T5" fmla="*/ 23548 h 100"/>
                  <a:gd name="T6" fmla="*/ 62933 w 115"/>
                  <a:gd name="T7" fmla="*/ 0 h 100"/>
                  <a:gd name="T8" fmla="*/ 31466 w 115"/>
                  <a:gd name="T9" fmla="*/ 7849 h 100"/>
                  <a:gd name="T10" fmla="*/ 0 w 115"/>
                  <a:gd name="T11" fmla="*/ 64756 h 100"/>
                  <a:gd name="T12" fmla="*/ 1967 w 115"/>
                  <a:gd name="T13" fmla="*/ 84379 h 100"/>
                  <a:gd name="T14" fmla="*/ 112099 w 115"/>
                  <a:gd name="T15" fmla="*/ 196231 h 100"/>
                  <a:gd name="T16" fmla="*/ 222231 w 115"/>
                  <a:gd name="T17" fmla="*/ 84379 h 100"/>
                  <a:gd name="T18" fmla="*/ 226164 w 115"/>
                  <a:gd name="T19" fmla="*/ 64756 h 100"/>
                  <a:gd name="T20" fmla="*/ 192731 w 115"/>
                  <a:gd name="T21" fmla="*/ 7849 h 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15" h="100">
                    <a:moveTo>
                      <a:pt x="98" y="4"/>
                    </a:moveTo>
                    <a:cubicBezTo>
                      <a:pt x="93" y="2"/>
                      <a:pt x="88" y="0"/>
                      <a:pt x="82" y="0"/>
                    </a:cubicBezTo>
                    <a:cubicBezTo>
                      <a:pt x="72" y="0"/>
                      <a:pt x="63" y="5"/>
                      <a:pt x="57" y="12"/>
                    </a:cubicBezTo>
                    <a:cubicBezTo>
                      <a:pt x="51" y="5"/>
                      <a:pt x="42" y="0"/>
                      <a:pt x="32" y="0"/>
                    </a:cubicBezTo>
                    <a:cubicBezTo>
                      <a:pt x="26" y="0"/>
                      <a:pt x="21" y="2"/>
                      <a:pt x="16" y="4"/>
                    </a:cubicBezTo>
                    <a:cubicBezTo>
                      <a:pt x="6" y="10"/>
                      <a:pt x="0" y="21"/>
                      <a:pt x="0" y="33"/>
                    </a:cubicBezTo>
                    <a:cubicBezTo>
                      <a:pt x="0" y="37"/>
                      <a:pt x="0" y="40"/>
                      <a:pt x="1" y="43"/>
                    </a:cubicBezTo>
                    <a:cubicBezTo>
                      <a:pt x="7" y="68"/>
                      <a:pt x="57" y="100"/>
                      <a:pt x="57" y="100"/>
                    </a:cubicBezTo>
                    <a:cubicBezTo>
                      <a:pt x="57" y="100"/>
                      <a:pt x="108" y="68"/>
                      <a:pt x="113" y="43"/>
                    </a:cubicBezTo>
                    <a:cubicBezTo>
                      <a:pt x="114" y="40"/>
                      <a:pt x="115" y="37"/>
                      <a:pt x="115" y="33"/>
                    </a:cubicBezTo>
                    <a:cubicBezTo>
                      <a:pt x="115" y="21"/>
                      <a:pt x="108" y="10"/>
                      <a:pt x="98" y="4"/>
                    </a:cubicBezTo>
                    <a:close/>
                  </a:path>
                </a:pathLst>
              </a:custGeom>
              <a:solidFill>
                <a:srgbClr val="FFF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Freeform 76"/>
              <p:cNvSpPr/>
              <p:nvPr/>
            </p:nvSpPr>
            <p:spPr bwMode="auto">
              <a:xfrm>
                <a:off x="4074260" y="1153973"/>
                <a:ext cx="109756" cy="96452"/>
              </a:xfrm>
              <a:custGeom>
                <a:avLst/>
                <a:gdLst>
                  <a:gd name="T0" fmla="*/ 94077 w 56"/>
                  <a:gd name="T1" fmla="*/ 3937 h 49"/>
                  <a:gd name="T2" fmla="*/ 78397 w 56"/>
                  <a:gd name="T3" fmla="*/ 0 h 49"/>
                  <a:gd name="T4" fmla="*/ 54878 w 56"/>
                  <a:gd name="T5" fmla="*/ 11810 h 49"/>
                  <a:gd name="T6" fmla="*/ 31359 w 56"/>
                  <a:gd name="T7" fmla="*/ 0 h 49"/>
                  <a:gd name="T8" fmla="*/ 15679 w 56"/>
                  <a:gd name="T9" fmla="*/ 3937 h 49"/>
                  <a:gd name="T10" fmla="*/ 0 w 56"/>
                  <a:gd name="T11" fmla="*/ 31495 h 49"/>
                  <a:gd name="T12" fmla="*/ 0 w 56"/>
                  <a:gd name="T13" fmla="*/ 41337 h 49"/>
                  <a:gd name="T14" fmla="*/ 54878 w 56"/>
                  <a:gd name="T15" fmla="*/ 96452 h 49"/>
                  <a:gd name="T16" fmla="*/ 109756 w 56"/>
                  <a:gd name="T17" fmla="*/ 41337 h 49"/>
                  <a:gd name="T18" fmla="*/ 109756 w 56"/>
                  <a:gd name="T19" fmla="*/ 31495 h 49"/>
                  <a:gd name="T20" fmla="*/ 94077 w 56"/>
                  <a:gd name="T21" fmla="*/ 3937 h 4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6" h="49">
                    <a:moveTo>
                      <a:pt x="48" y="2"/>
                    </a:moveTo>
                    <a:cubicBezTo>
                      <a:pt x="46" y="1"/>
                      <a:pt x="43" y="0"/>
                      <a:pt x="40" y="0"/>
                    </a:cubicBezTo>
                    <a:cubicBezTo>
                      <a:pt x="35" y="0"/>
                      <a:pt x="31" y="3"/>
                      <a:pt x="28" y="6"/>
                    </a:cubicBezTo>
                    <a:cubicBezTo>
                      <a:pt x="25" y="3"/>
                      <a:pt x="21" y="0"/>
                      <a:pt x="16" y="0"/>
                    </a:cubicBezTo>
                    <a:cubicBezTo>
                      <a:pt x="13" y="0"/>
                      <a:pt x="10" y="1"/>
                      <a:pt x="8" y="2"/>
                    </a:cubicBezTo>
                    <a:cubicBezTo>
                      <a:pt x="3" y="5"/>
                      <a:pt x="0" y="10"/>
                      <a:pt x="0" y="16"/>
                    </a:cubicBezTo>
                    <a:cubicBezTo>
                      <a:pt x="0" y="18"/>
                      <a:pt x="0" y="20"/>
                      <a:pt x="0" y="21"/>
                    </a:cubicBezTo>
                    <a:cubicBezTo>
                      <a:pt x="3" y="34"/>
                      <a:pt x="28" y="49"/>
                      <a:pt x="28" y="49"/>
                    </a:cubicBezTo>
                    <a:cubicBezTo>
                      <a:pt x="28" y="49"/>
                      <a:pt x="53" y="34"/>
                      <a:pt x="56" y="21"/>
                    </a:cubicBezTo>
                    <a:cubicBezTo>
                      <a:pt x="56" y="20"/>
                      <a:pt x="56" y="18"/>
                      <a:pt x="56" y="16"/>
                    </a:cubicBezTo>
                    <a:cubicBezTo>
                      <a:pt x="56" y="10"/>
                      <a:pt x="53" y="5"/>
                      <a:pt x="48" y="2"/>
                    </a:cubicBezTo>
                    <a:close/>
                  </a:path>
                </a:pathLst>
              </a:custGeom>
              <a:solidFill>
                <a:srgbClr val="FFF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Oval 77"/>
              <p:cNvSpPr>
                <a:spLocks noChangeArrowheads="1"/>
              </p:cNvSpPr>
              <p:nvPr/>
            </p:nvSpPr>
            <p:spPr bwMode="auto">
              <a:xfrm>
                <a:off x="4865055" y="1198072"/>
                <a:ext cx="799351" cy="801403"/>
              </a:xfrm>
              <a:prstGeom prst="ellipse">
                <a:avLst/>
              </a:prstGeom>
              <a:solidFill>
                <a:srgbClr val="4BC9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80" name="Oval 78"/>
              <p:cNvSpPr>
                <a:spLocks noChangeArrowheads="1"/>
              </p:cNvSpPr>
              <p:nvPr/>
            </p:nvSpPr>
            <p:spPr bwMode="auto">
              <a:xfrm>
                <a:off x="4999705" y="1335238"/>
                <a:ext cx="528826" cy="526331"/>
              </a:xfrm>
              <a:prstGeom prst="ellipse">
                <a:avLst/>
              </a:pr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81" name="Oval 79"/>
              <p:cNvSpPr>
                <a:spLocks noChangeArrowheads="1"/>
              </p:cNvSpPr>
              <p:nvPr/>
            </p:nvSpPr>
            <p:spPr bwMode="auto">
              <a:xfrm>
                <a:off x="5041279" y="1374318"/>
                <a:ext cx="448172" cy="448172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82" name="Freeform 80"/>
              <p:cNvSpPr/>
              <p:nvPr/>
            </p:nvSpPr>
            <p:spPr bwMode="auto">
              <a:xfrm>
                <a:off x="5259129" y="1388453"/>
                <a:ext cx="12472" cy="36585"/>
              </a:xfrm>
              <a:custGeom>
                <a:avLst/>
                <a:gdLst>
                  <a:gd name="T0" fmla="*/ 6236 w 6"/>
                  <a:gd name="T1" fmla="*/ 36585 h 19"/>
                  <a:gd name="T2" fmla="*/ 6236 w 6"/>
                  <a:gd name="T3" fmla="*/ 36585 h 19"/>
                  <a:gd name="T4" fmla="*/ 12472 w 6"/>
                  <a:gd name="T5" fmla="*/ 30808 h 19"/>
                  <a:gd name="T6" fmla="*/ 12472 w 6"/>
                  <a:gd name="T7" fmla="*/ 5777 h 19"/>
                  <a:gd name="T8" fmla="*/ 6236 w 6"/>
                  <a:gd name="T9" fmla="*/ 0 h 19"/>
                  <a:gd name="T10" fmla="*/ 0 w 6"/>
                  <a:gd name="T11" fmla="*/ 5777 h 19"/>
                  <a:gd name="T12" fmla="*/ 0 w 6"/>
                  <a:gd name="T13" fmla="*/ 30808 h 19"/>
                  <a:gd name="T14" fmla="*/ 6236 w 6"/>
                  <a:gd name="T15" fmla="*/ 36585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" h="19">
                    <a:moveTo>
                      <a:pt x="3" y="19"/>
                    </a:moveTo>
                    <a:cubicBezTo>
                      <a:pt x="3" y="19"/>
                      <a:pt x="3" y="19"/>
                      <a:pt x="3" y="19"/>
                    </a:cubicBezTo>
                    <a:cubicBezTo>
                      <a:pt x="4" y="19"/>
                      <a:pt x="6" y="17"/>
                      <a:pt x="6" y="16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2"/>
                      <a:pt x="4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7"/>
                      <a:pt x="1" y="19"/>
                      <a:pt x="3" y="19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81"/>
              <p:cNvSpPr/>
              <p:nvPr/>
            </p:nvSpPr>
            <p:spPr bwMode="auto">
              <a:xfrm>
                <a:off x="5318164" y="1400094"/>
                <a:ext cx="24113" cy="37417"/>
              </a:xfrm>
              <a:custGeom>
                <a:avLst/>
                <a:gdLst>
                  <a:gd name="T0" fmla="*/ 6028 w 12"/>
                  <a:gd name="T1" fmla="*/ 35448 h 19"/>
                  <a:gd name="T2" fmla="*/ 6028 w 12"/>
                  <a:gd name="T3" fmla="*/ 35448 h 19"/>
                  <a:gd name="T4" fmla="*/ 14066 w 12"/>
                  <a:gd name="T5" fmla="*/ 31509 h 19"/>
                  <a:gd name="T6" fmla="*/ 22104 w 12"/>
                  <a:gd name="T7" fmla="*/ 9847 h 19"/>
                  <a:gd name="T8" fmla="*/ 18085 w 12"/>
                  <a:gd name="T9" fmla="*/ 1969 h 19"/>
                  <a:gd name="T10" fmla="*/ 10047 w 12"/>
                  <a:gd name="T11" fmla="*/ 5908 h 19"/>
                  <a:gd name="T12" fmla="*/ 2009 w 12"/>
                  <a:gd name="T13" fmla="*/ 27570 h 19"/>
                  <a:gd name="T14" fmla="*/ 6028 w 12"/>
                  <a:gd name="T15" fmla="*/ 35448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" h="19">
                    <a:moveTo>
                      <a:pt x="3" y="18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4" y="19"/>
                      <a:pt x="6" y="18"/>
                      <a:pt x="7" y="16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12" y="3"/>
                      <a:pt x="11" y="1"/>
                      <a:pt x="9" y="1"/>
                    </a:cubicBezTo>
                    <a:cubicBezTo>
                      <a:pt x="8" y="0"/>
                      <a:pt x="6" y="1"/>
                      <a:pt x="5" y="3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6"/>
                      <a:pt x="1" y="18"/>
                      <a:pt x="3" y="18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82"/>
              <p:cNvSpPr/>
              <p:nvPr/>
            </p:nvSpPr>
            <p:spPr bwMode="auto">
              <a:xfrm>
                <a:off x="5373874" y="1435016"/>
                <a:ext cx="29102" cy="33259"/>
              </a:xfrm>
              <a:custGeom>
                <a:avLst/>
                <a:gdLst>
                  <a:gd name="T0" fmla="*/ 1940 w 15"/>
                  <a:gd name="T1" fmla="*/ 29346 h 17"/>
                  <a:gd name="T2" fmla="*/ 1940 w 15"/>
                  <a:gd name="T3" fmla="*/ 29346 h 17"/>
                  <a:gd name="T4" fmla="*/ 11641 w 15"/>
                  <a:gd name="T5" fmla="*/ 29346 h 17"/>
                  <a:gd name="T6" fmla="*/ 27162 w 15"/>
                  <a:gd name="T7" fmla="*/ 11738 h 17"/>
                  <a:gd name="T8" fmla="*/ 25222 w 15"/>
                  <a:gd name="T9" fmla="*/ 1956 h 17"/>
                  <a:gd name="T10" fmla="*/ 17461 w 15"/>
                  <a:gd name="T11" fmla="*/ 3913 h 17"/>
                  <a:gd name="T12" fmla="*/ 1940 w 15"/>
                  <a:gd name="T13" fmla="*/ 21521 h 17"/>
                  <a:gd name="T14" fmla="*/ 1940 w 15"/>
                  <a:gd name="T15" fmla="*/ 29346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17">
                    <a:moveTo>
                      <a:pt x="1" y="15"/>
                    </a:moveTo>
                    <a:cubicBezTo>
                      <a:pt x="1" y="15"/>
                      <a:pt x="1" y="15"/>
                      <a:pt x="1" y="15"/>
                    </a:cubicBezTo>
                    <a:cubicBezTo>
                      <a:pt x="3" y="17"/>
                      <a:pt x="5" y="16"/>
                      <a:pt x="6" y="15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5" y="4"/>
                      <a:pt x="15" y="2"/>
                      <a:pt x="13" y="1"/>
                    </a:cubicBezTo>
                    <a:cubicBezTo>
                      <a:pt x="12" y="0"/>
                      <a:pt x="10" y="0"/>
                      <a:pt x="9" y="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2"/>
                      <a:pt x="0" y="14"/>
                      <a:pt x="1" y="15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83"/>
              <p:cNvSpPr/>
              <p:nvPr/>
            </p:nvSpPr>
            <p:spPr bwMode="auto">
              <a:xfrm>
                <a:off x="5412954" y="1489894"/>
                <a:ext cx="34922" cy="25776"/>
              </a:xfrm>
              <a:custGeom>
                <a:avLst/>
                <a:gdLst>
                  <a:gd name="T0" fmla="*/ 1940 w 18"/>
                  <a:gd name="T1" fmla="*/ 21810 h 13"/>
                  <a:gd name="T2" fmla="*/ 1940 w 18"/>
                  <a:gd name="T3" fmla="*/ 21810 h 13"/>
                  <a:gd name="T4" fmla="*/ 9701 w 18"/>
                  <a:gd name="T5" fmla="*/ 23793 h 13"/>
                  <a:gd name="T6" fmla="*/ 31042 w 18"/>
                  <a:gd name="T7" fmla="*/ 11897 h 13"/>
                  <a:gd name="T8" fmla="*/ 32982 w 18"/>
                  <a:gd name="T9" fmla="*/ 3966 h 13"/>
                  <a:gd name="T10" fmla="*/ 25221 w 18"/>
                  <a:gd name="T11" fmla="*/ 1983 h 13"/>
                  <a:gd name="T12" fmla="*/ 3880 w 18"/>
                  <a:gd name="T13" fmla="*/ 13879 h 13"/>
                  <a:gd name="T14" fmla="*/ 1940 w 18"/>
                  <a:gd name="T15" fmla="*/ 2181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3">
                    <a:moveTo>
                      <a:pt x="1" y="11"/>
                    </a:moveTo>
                    <a:cubicBezTo>
                      <a:pt x="1" y="11"/>
                      <a:pt x="1" y="11"/>
                      <a:pt x="1" y="11"/>
                    </a:cubicBezTo>
                    <a:cubicBezTo>
                      <a:pt x="2" y="12"/>
                      <a:pt x="4" y="13"/>
                      <a:pt x="5" y="12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7" y="5"/>
                      <a:pt x="18" y="3"/>
                      <a:pt x="17" y="2"/>
                    </a:cubicBezTo>
                    <a:cubicBezTo>
                      <a:pt x="16" y="0"/>
                      <a:pt x="14" y="0"/>
                      <a:pt x="13" y="1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" y="8"/>
                      <a:pt x="0" y="10"/>
                      <a:pt x="1" y="1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Freeform 84"/>
              <p:cNvSpPr/>
              <p:nvPr/>
            </p:nvSpPr>
            <p:spPr bwMode="auto">
              <a:xfrm>
                <a:off x="5434572" y="1557245"/>
                <a:ext cx="37417" cy="15798"/>
              </a:xfrm>
              <a:custGeom>
                <a:avLst/>
                <a:gdLst>
                  <a:gd name="T0" fmla="*/ 0 w 19"/>
                  <a:gd name="T1" fmla="*/ 11849 h 8"/>
                  <a:gd name="T2" fmla="*/ 0 w 19"/>
                  <a:gd name="T3" fmla="*/ 11849 h 8"/>
                  <a:gd name="T4" fmla="*/ 7877 w 19"/>
                  <a:gd name="T5" fmla="*/ 15798 h 8"/>
                  <a:gd name="T6" fmla="*/ 31509 w 19"/>
                  <a:gd name="T7" fmla="*/ 11849 h 8"/>
                  <a:gd name="T8" fmla="*/ 37417 w 19"/>
                  <a:gd name="T9" fmla="*/ 5924 h 8"/>
                  <a:gd name="T10" fmla="*/ 29540 w 19"/>
                  <a:gd name="T11" fmla="*/ 0 h 8"/>
                  <a:gd name="T12" fmla="*/ 5908 w 19"/>
                  <a:gd name="T13" fmla="*/ 3950 h 8"/>
                  <a:gd name="T14" fmla="*/ 0 w 19"/>
                  <a:gd name="T15" fmla="*/ 11849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" h="8"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7"/>
                      <a:pt x="2" y="8"/>
                      <a:pt x="4" y="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8" y="6"/>
                      <a:pt x="19" y="4"/>
                      <a:pt x="19" y="3"/>
                    </a:cubicBezTo>
                    <a:cubicBezTo>
                      <a:pt x="19" y="1"/>
                      <a:pt x="17" y="0"/>
                      <a:pt x="15" y="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3"/>
                      <a:pt x="0" y="4"/>
                      <a:pt x="0" y="6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Freeform 85"/>
              <p:cNvSpPr/>
              <p:nvPr/>
            </p:nvSpPr>
            <p:spPr bwMode="auto">
              <a:xfrm>
                <a:off x="5434572" y="1623764"/>
                <a:ext cx="37417" cy="15798"/>
              </a:xfrm>
              <a:custGeom>
                <a:avLst/>
                <a:gdLst>
                  <a:gd name="T0" fmla="*/ 0 w 19"/>
                  <a:gd name="T1" fmla="*/ 3950 h 8"/>
                  <a:gd name="T2" fmla="*/ 0 w 19"/>
                  <a:gd name="T3" fmla="*/ 3950 h 8"/>
                  <a:gd name="T4" fmla="*/ 5908 w 19"/>
                  <a:gd name="T5" fmla="*/ 11849 h 8"/>
                  <a:gd name="T6" fmla="*/ 29540 w 19"/>
                  <a:gd name="T7" fmla="*/ 15798 h 8"/>
                  <a:gd name="T8" fmla="*/ 37417 w 19"/>
                  <a:gd name="T9" fmla="*/ 11849 h 8"/>
                  <a:gd name="T10" fmla="*/ 31509 w 19"/>
                  <a:gd name="T11" fmla="*/ 3950 h 8"/>
                  <a:gd name="T12" fmla="*/ 7877 w 19"/>
                  <a:gd name="T13" fmla="*/ 0 h 8"/>
                  <a:gd name="T14" fmla="*/ 0 w 19"/>
                  <a:gd name="T15" fmla="*/ 3950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" h="8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7" y="8"/>
                      <a:pt x="19" y="7"/>
                      <a:pt x="19" y="6"/>
                    </a:cubicBezTo>
                    <a:cubicBezTo>
                      <a:pt x="19" y="4"/>
                      <a:pt x="18" y="2"/>
                      <a:pt x="16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1"/>
                      <a:pt x="0" y="2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Freeform 86"/>
              <p:cNvSpPr/>
              <p:nvPr/>
            </p:nvSpPr>
            <p:spPr bwMode="auto">
              <a:xfrm>
                <a:off x="5412954" y="1681136"/>
                <a:ext cx="34922" cy="25776"/>
              </a:xfrm>
              <a:custGeom>
                <a:avLst/>
                <a:gdLst>
                  <a:gd name="T0" fmla="*/ 1940 w 18"/>
                  <a:gd name="T1" fmla="*/ 3966 h 13"/>
                  <a:gd name="T2" fmla="*/ 1940 w 18"/>
                  <a:gd name="T3" fmla="*/ 3966 h 13"/>
                  <a:gd name="T4" fmla="*/ 3880 w 18"/>
                  <a:gd name="T5" fmla="*/ 11897 h 13"/>
                  <a:gd name="T6" fmla="*/ 25221 w 18"/>
                  <a:gd name="T7" fmla="*/ 25776 h 13"/>
                  <a:gd name="T8" fmla="*/ 32982 w 18"/>
                  <a:gd name="T9" fmla="*/ 21810 h 13"/>
                  <a:gd name="T10" fmla="*/ 31042 w 18"/>
                  <a:gd name="T11" fmla="*/ 13879 h 13"/>
                  <a:gd name="T12" fmla="*/ 9701 w 18"/>
                  <a:gd name="T13" fmla="*/ 1983 h 13"/>
                  <a:gd name="T14" fmla="*/ 1940 w 18"/>
                  <a:gd name="T15" fmla="*/ 3966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3">
                    <a:moveTo>
                      <a:pt x="1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4" y="13"/>
                      <a:pt x="16" y="13"/>
                      <a:pt x="17" y="11"/>
                    </a:cubicBezTo>
                    <a:cubicBezTo>
                      <a:pt x="18" y="10"/>
                      <a:pt x="17" y="8"/>
                      <a:pt x="16" y="7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1"/>
                      <a:pt x="1" y="2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Freeform 87"/>
              <p:cNvSpPr/>
              <p:nvPr/>
            </p:nvSpPr>
            <p:spPr bwMode="auto">
              <a:xfrm>
                <a:off x="5373874" y="1730194"/>
                <a:ext cx="29102" cy="31597"/>
              </a:xfrm>
              <a:custGeom>
                <a:avLst/>
                <a:gdLst>
                  <a:gd name="T0" fmla="*/ 1940 w 15"/>
                  <a:gd name="T1" fmla="*/ 1975 h 16"/>
                  <a:gd name="T2" fmla="*/ 1940 w 15"/>
                  <a:gd name="T3" fmla="*/ 1975 h 16"/>
                  <a:gd name="T4" fmla="*/ 1940 w 15"/>
                  <a:gd name="T5" fmla="*/ 9874 h 16"/>
                  <a:gd name="T6" fmla="*/ 17461 w 15"/>
                  <a:gd name="T7" fmla="*/ 27647 h 16"/>
                  <a:gd name="T8" fmla="*/ 25222 w 15"/>
                  <a:gd name="T9" fmla="*/ 29622 h 16"/>
                  <a:gd name="T10" fmla="*/ 27162 w 15"/>
                  <a:gd name="T11" fmla="*/ 21723 h 16"/>
                  <a:gd name="T12" fmla="*/ 11641 w 15"/>
                  <a:gd name="T13" fmla="*/ 1975 h 16"/>
                  <a:gd name="T14" fmla="*/ 1940 w 15"/>
                  <a:gd name="T15" fmla="*/ 1975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16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4"/>
                      <a:pt x="1" y="5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0" y="16"/>
                      <a:pt x="12" y="16"/>
                      <a:pt x="13" y="15"/>
                    </a:cubicBezTo>
                    <a:cubicBezTo>
                      <a:pt x="15" y="14"/>
                      <a:pt x="15" y="12"/>
                      <a:pt x="14" y="1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0"/>
                      <a:pt x="3" y="0"/>
                      <a:pt x="1" y="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Freeform 88"/>
              <p:cNvSpPr/>
              <p:nvPr/>
            </p:nvSpPr>
            <p:spPr bwMode="auto">
              <a:xfrm>
                <a:off x="5318164" y="1759296"/>
                <a:ext cx="24113" cy="37417"/>
              </a:xfrm>
              <a:custGeom>
                <a:avLst/>
                <a:gdLst>
                  <a:gd name="T0" fmla="*/ 6028 w 12"/>
                  <a:gd name="T1" fmla="*/ 1969 h 19"/>
                  <a:gd name="T2" fmla="*/ 6028 w 12"/>
                  <a:gd name="T3" fmla="*/ 1969 h 19"/>
                  <a:gd name="T4" fmla="*/ 2009 w 12"/>
                  <a:gd name="T5" fmla="*/ 9847 h 19"/>
                  <a:gd name="T6" fmla="*/ 10047 w 12"/>
                  <a:gd name="T7" fmla="*/ 33478 h 19"/>
                  <a:gd name="T8" fmla="*/ 18085 w 12"/>
                  <a:gd name="T9" fmla="*/ 35448 h 19"/>
                  <a:gd name="T10" fmla="*/ 22104 w 12"/>
                  <a:gd name="T11" fmla="*/ 29540 h 19"/>
                  <a:gd name="T12" fmla="*/ 14066 w 12"/>
                  <a:gd name="T13" fmla="*/ 5908 h 19"/>
                  <a:gd name="T14" fmla="*/ 6028 w 12"/>
                  <a:gd name="T15" fmla="*/ 1969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" h="19">
                    <a:moveTo>
                      <a:pt x="3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1" y="2"/>
                      <a:pt x="0" y="3"/>
                      <a:pt x="1" y="5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8" y="19"/>
                      <a:pt x="9" y="18"/>
                    </a:cubicBezTo>
                    <a:cubicBezTo>
                      <a:pt x="11" y="18"/>
                      <a:pt x="12" y="16"/>
                      <a:pt x="11" y="1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6" y="1"/>
                      <a:pt x="4" y="0"/>
                      <a:pt x="3" y="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Freeform 89"/>
              <p:cNvSpPr/>
              <p:nvPr/>
            </p:nvSpPr>
            <p:spPr bwMode="auto">
              <a:xfrm>
                <a:off x="5259129" y="1771768"/>
                <a:ext cx="12472" cy="36585"/>
              </a:xfrm>
              <a:custGeom>
                <a:avLst/>
                <a:gdLst>
                  <a:gd name="T0" fmla="*/ 6236 w 6"/>
                  <a:gd name="T1" fmla="*/ 0 h 19"/>
                  <a:gd name="T2" fmla="*/ 6236 w 6"/>
                  <a:gd name="T3" fmla="*/ 0 h 19"/>
                  <a:gd name="T4" fmla="*/ 0 w 6"/>
                  <a:gd name="T5" fmla="*/ 5777 h 19"/>
                  <a:gd name="T6" fmla="*/ 0 w 6"/>
                  <a:gd name="T7" fmla="*/ 30808 h 19"/>
                  <a:gd name="T8" fmla="*/ 6236 w 6"/>
                  <a:gd name="T9" fmla="*/ 36585 h 19"/>
                  <a:gd name="T10" fmla="*/ 12472 w 6"/>
                  <a:gd name="T11" fmla="*/ 30808 h 19"/>
                  <a:gd name="T12" fmla="*/ 12472 w 6"/>
                  <a:gd name="T13" fmla="*/ 5777 h 19"/>
                  <a:gd name="T14" fmla="*/ 6236 w 6"/>
                  <a:gd name="T15" fmla="*/ 0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" h="19">
                    <a:moveTo>
                      <a:pt x="3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7"/>
                      <a:pt x="1" y="19"/>
                      <a:pt x="3" y="19"/>
                    </a:cubicBezTo>
                    <a:cubicBezTo>
                      <a:pt x="4" y="19"/>
                      <a:pt x="6" y="17"/>
                      <a:pt x="6" y="16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2"/>
                      <a:pt x="4" y="0"/>
                      <a:pt x="3" y="0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Freeform 90"/>
              <p:cNvSpPr/>
              <p:nvPr/>
            </p:nvSpPr>
            <p:spPr bwMode="auto">
              <a:xfrm>
                <a:off x="5188452" y="1759296"/>
                <a:ext cx="21619" cy="37417"/>
              </a:xfrm>
              <a:custGeom>
                <a:avLst/>
                <a:gdLst>
                  <a:gd name="T0" fmla="*/ 15723 w 11"/>
                  <a:gd name="T1" fmla="*/ 1969 h 19"/>
                  <a:gd name="T2" fmla="*/ 15723 w 11"/>
                  <a:gd name="T3" fmla="*/ 1969 h 19"/>
                  <a:gd name="T4" fmla="*/ 9827 w 11"/>
                  <a:gd name="T5" fmla="*/ 5908 h 19"/>
                  <a:gd name="T6" fmla="*/ 0 w 11"/>
                  <a:gd name="T7" fmla="*/ 29540 h 19"/>
                  <a:gd name="T8" fmla="*/ 3931 w 11"/>
                  <a:gd name="T9" fmla="*/ 35448 h 19"/>
                  <a:gd name="T10" fmla="*/ 11792 w 11"/>
                  <a:gd name="T11" fmla="*/ 33478 h 19"/>
                  <a:gd name="T12" fmla="*/ 19654 w 11"/>
                  <a:gd name="T13" fmla="*/ 9847 h 19"/>
                  <a:gd name="T14" fmla="*/ 15723 w 11"/>
                  <a:gd name="T15" fmla="*/ 1969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" h="19">
                    <a:moveTo>
                      <a:pt x="8" y="1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7" y="0"/>
                      <a:pt x="5" y="1"/>
                      <a:pt x="5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8"/>
                      <a:pt x="2" y="18"/>
                    </a:cubicBezTo>
                    <a:cubicBezTo>
                      <a:pt x="4" y="19"/>
                      <a:pt x="5" y="18"/>
                      <a:pt x="6" y="17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1" y="3"/>
                      <a:pt x="10" y="2"/>
                      <a:pt x="8" y="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Freeform 91"/>
              <p:cNvSpPr/>
              <p:nvPr/>
            </p:nvSpPr>
            <p:spPr bwMode="auto">
              <a:xfrm>
                <a:off x="5127754" y="1730194"/>
                <a:ext cx="27439" cy="31597"/>
              </a:xfrm>
              <a:custGeom>
                <a:avLst/>
                <a:gdLst>
                  <a:gd name="T0" fmla="*/ 25479 w 14"/>
                  <a:gd name="T1" fmla="*/ 1975 h 16"/>
                  <a:gd name="T2" fmla="*/ 25479 w 14"/>
                  <a:gd name="T3" fmla="*/ 1975 h 16"/>
                  <a:gd name="T4" fmla="*/ 17639 w 14"/>
                  <a:gd name="T5" fmla="*/ 1975 h 16"/>
                  <a:gd name="T6" fmla="*/ 1960 w 14"/>
                  <a:gd name="T7" fmla="*/ 21723 h 16"/>
                  <a:gd name="T8" fmla="*/ 1960 w 14"/>
                  <a:gd name="T9" fmla="*/ 29622 h 16"/>
                  <a:gd name="T10" fmla="*/ 9800 w 14"/>
                  <a:gd name="T11" fmla="*/ 27647 h 16"/>
                  <a:gd name="T12" fmla="*/ 25479 w 14"/>
                  <a:gd name="T13" fmla="*/ 9874 h 16"/>
                  <a:gd name="T14" fmla="*/ 25479 w 14"/>
                  <a:gd name="T15" fmla="*/ 1975 h 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6">
                    <a:moveTo>
                      <a:pt x="13" y="1"/>
                    </a:moveTo>
                    <a:cubicBezTo>
                      <a:pt x="13" y="1"/>
                      <a:pt x="13" y="1"/>
                      <a:pt x="13" y="1"/>
                    </a:cubicBezTo>
                    <a:cubicBezTo>
                      <a:pt x="12" y="0"/>
                      <a:pt x="10" y="0"/>
                      <a:pt x="9" y="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0" y="12"/>
                      <a:pt x="0" y="14"/>
                      <a:pt x="1" y="15"/>
                    </a:cubicBezTo>
                    <a:cubicBezTo>
                      <a:pt x="2" y="16"/>
                      <a:pt x="4" y="16"/>
                      <a:pt x="5" y="14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4" y="4"/>
                      <a:pt x="14" y="2"/>
                      <a:pt x="13" y="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Freeform 92"/>
              <p:cNvSpPr/>
              <p:nvPr/>
            </p:nvSpPr>
            <p:spPr bwMode="auto">
              <a:xfrm>
                <a:off x="5080359" y="1681136"/>
                <a:ext cx="35754" cy="25776"/>
              </a:xfrm>
              <a:custGeom>
                <a:avLst/>
                <a:gdLst>
                  <a:gd name="T0" fmla="*/ 33768 w 18"/>
                  <a:gd name="T1" fmla="*/ 3966 h 13"/>
                  <a:gd name="T2" fmla="*/ 33768 w 18"/>
                  <a:gd name="T3" fmla="*/ 3966 h 13"/>
                  <a:gd name="T4" fmla="*/ 25822 w 18"/>
                  <a:gd name="T5" fmla="*/ 1983 h 13"/>
                  <a:gd name="T6" fmla="*/ 3973 w 18"/>
                  <a:gd name="T7" fmla="*/ 13879 h 13"/>
                  <a:gd name="T8" fmla="*/ 1986 w 18"/>
                  <a:gd name="T9" fmla="*/ 21810 h 13"/>
                  <a:gd name="T10" fmla="*/ 9932 w 18"/>
                  <a:gd name="T11" fmla="*/ 25776 h 13"/>
                  <a:gd name="T12" fmla="*/ 31781 w 18"/>
                  <a:gd name="T13" fmla="*/ 11897 h 13"/>
                  <a:gd name="T14" fmla="*/ 33768 w 18"/>
                  <a:gd name="T15" fmla="*/ 3966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3">
                    <a:moveTo>
                      <a:pt x="17" y="2"/>
                    </a:moveTo>
                    <a:cubicBezTo>
                      <a:pt x="17" y="2"/>
                      <a:pt x="17" y="2"/>
                      <a:pt x="17" y="2"/>
                    </a:cubicBezTo>
                    <a:cubicBezTo>
                      <a:pt x="16" y="1"/>
                      <a:pt x="15" y="0"/>
                      <a:pt x="13" y="1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1" y="8"/>
                      <a:pt x="0" y="10"/>
                      <a:pt x="1" y="11"/>
                    </a:cubicBezTo>
                    <a:cubicBezTo>
                      <a:pt x="2" y="13"/>
                      <a:pt x="4" y="13"/>
                      <a:pt x="5" y="13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8" y="5"/>
                      <a:pt x="18" y="4"/>
                      <a:pt x="17" y="2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Freeform 93"/>
              <p:cNvSpPr/>
              <p:nvPr/>
            </p:nvSpPr>
            <p:spPr bwMode="auto">
              <a:xfrm>
                <a:off x="5057077" y="1623764"/>
                <a:ext cx="37417" cy="15798"/>
              </a:xfrm>
              <a:custGeom>
                <a:avLst/>
                <a:gdLst>
                  <a:gd name="T0" fmla="*/ 37417 w 19"/>
                  <a:gd name="T1" fmla="*/ 3950 h 8"/>
                  <a:gd name="T2" fmla="*/ 37417 w 19"/>
                  <a:gd name="T3" fmla="*/ 3950 h 8"/>
                  <a:gd name="T4" fmla="*/ 29540 w 19"/>
                  <a:gd name="T5" fmla="*/ 0 h 8"/>
                  <a:gd name="T6" fmla="*/ 5908 w 19"/>
                  <a:gd name="T7" fmla="*/ 3950 h 8"/>
                  <a:gd name="T8" fmla="*/ 0 w 19"/>
                  <a:gd name="T9" fmla="*/ 11849 h 8"/>
                  <a:gd name="T10" fmla="*/ 7877 w 19"/>
                  <a:gd name="T11" fmla="*/ 15798 h 8"/>
                  <a:gd name="T12" fmla="*/ 31509 w 19"/>
                  <a:gd name="T13" fmla="*/ 11849 h 8"/>
                  <a:gd name="T14" fmla="*/ 37417 w 19"/>
                  <a:gd name="T15" fmla="*/ 3950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" h="8">
                    <a:moveTo>
                      <a:pt x="19" y="2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18" y="1"/>
                      <a:pt x="17" y="0"/>
                      <a:pt x="15" y="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1" y="2"/>
                      <a:pt x="0" y="4"/>
                      <a:pt x="0" y="6"/>
                    </a:cubicBezTo>
                    <a:cubicBezTo>
                      <a:pt x="1" y="7"/>
                      <a:pt x="2" y="8"/>
                      <a:pt x="4" y="8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8" y="6"/>
                      <a:pt x="19" y="4"/>
                      <a:pt x="19" y="2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Freeform 94"/>
              <p:cNvSpPr/>
              <p:nvPr/>
            </p:nvSpPr>
            <p:spPr bwMode="auto">
              <a:xfrm>
                <a:off x="5057077" y="1557245"/>
                <a:ext cx="37417" cy="15798"/>
              </a:xfrm>
              <a:custGeom>
                <a:avLst/>
                <a:gdLst>
                  <a:gd name="T0" fmla="*/ 37417 w 19"/>
                  <a:gd name="T1" fmla="*/ 11849 h 8"/>
                  <a:gd name="T2" fmla="*/ 37417 w 19"/>
                  <a:gd name="T3" fmla="*/ 11849 h 8"/>
                  <a:gd name="T4" fmla="*/ 31509 w 19"/>
                  <a:gd name="T5" fmla="*/ 3950 h 8"/>
                  <a:gd name="T6" fmla="*/ 7877 w 19"/>
                  <a:gd name="T7" fmla="*/ 0 h 8"/>
                  <a:gd name="T8" fmla="*/ 0 w 19"/>
                  <a:gd name="T9" fmla="*/ 5924 h 8"/>
                  <a:gd name="T10" fmla="*/ 5908 w 19"/>
                  <a:gd name="T11" fmla="*/ 11849 h 8"/>
                  <a:gd name="T12" fmla="*/ 29540 w 19"/>
                  <a:gd name="T13" fmla="*/ 15798 h 8"/>
                  <a:gd name="T14" fmla="*/ 37417 w 19"/>
                  <a:gd name="T15" fmla="*/ 11849 h 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" h="8">
                    <a:moveTo>
                      <a:pt x="19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4"/>
                      <a:pt x="18" y="3"/>
                      <a:pt x="16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1"/>
                      <a:pt x="0" y="3"/>
                    </a:cubicBezTo>
                    <a:cubicBezTo>
                      <a:pt x="0" y="4"/>
                      <a:pt x="1" y="6"/>
                      <a:pt x="3" y="6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7" y="8"/>
                      <a:pt x="18" y="7"/>
                      <a:pt x="19" y="6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Freeform 95"/>
              <p:cNvSpPr/>
              <p:nvPr/>
            </p:nvSpPr>
            <p:spPr bwMode="auto">
              <a:xfrm>
                <a:off x="5080359" y="1489894"/>
                <a:ext cx="35754" cy="25776"/>
              </a:xfrm>
              <a:custGeom>
                <a:avLst/>
                <a:gdLst>
                  <a:gd name="T0" fmla="*/ 33768 w 18"/>
                  <a:gd name="T1" fmla="*/ 21810 h 13"/>
                  <a:gd name="T2" fmla="*/ 33768 w 18"/>
                  <a:gd name="T3" fmla="*/ 21810 h 13"/>
                  <a:gd name="T4" fmla="*/ 31781 w 18"/>
                  <a:gd name="T5" fmla="*/ 13879 h 13"/>
                  <a:gd name="T6" fmla="*/ 9932 w 18"/>
                  <a:gd name="T7" fmla="*/ 1983 h 13"/>
                  <a:gd name="T8" fmla="*/ 1986 w 18"/>
                  <a:gd name="T9" fmla="*/ 3966 h 13"/>
                  <a:gd name="T10" fmla="*/ 3973 w 18"/>
                  <a:gd name="T11" fmla="*/ 11897 h 13"/>
                  <a:gd name="T12" fmla="*/ 25822 w 18"/>
                  <a:gd name="T13" fmla="*/ 23793 h 13"/>
                  <a:gd name="T14" fmla="*/ 33768 w 18"/>
                  <a:gd name="T15" fmla="*/ 21810 h 1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" h="13">
                    <a:moveTo>
                      <a:pt x="17" y="11"/>
                    </a:moveTo>
                    <a:cubicBezTo>
                      <a:pt x="17" y="11"/>
                      <a:pt x="17" y="11"/>
                      <a:pt x="17" y="11"/>
                    </a:cubicBezTo>
                    <a:cubicBezTo>
                      <a:pt x="18" y="10"/>
                      <a:pt x="18" y="8"/>
                      <a:pt x="16" y="7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0"/>
                      <a:pt x="1" y="2"/>
                    </a:cubicBezTo>
                    <a:cubicBezTo>
                      <a:pt x="0" y="3"/>
                      <a:pt x="1" y="5"/>
                      <a:pt x="2" y="6"/>
                    </a:cubicBezTo>
                    <a:cubicBezTo>
                      <a:pt x="13" y="12"/>
                      <a:pt x="13" y="12"/>
                      <a:pt x="13" y="12"/>
                    </a:cubicBezTo>
                    <a:cubicBezTo>
                      <a:pt x="15" y="13"/>
                      <a:pt x="16" y="12"/>
                      <a:pt x="17" y="11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Freeform 96"/>
              <p:cNvSpPr/>
              <p:nvPr/>
            </p:nvSpPr>
            <p:spPr bwMode="auto">
              <a:xfrm>
                <a:off x="5127754" y="1435016"/>
                <a:ext cx="27439" cy="33259"/>
              </a:xfrm>
              <a:custGeom>
                <a:avLst/>
                <a:gdLst>
                  <a:gd name="T0" fmla="*/ 25479 w 14"/>
                  <a:gd name="T1" fmla="*/ 29346 h 17"/>
                  <a:gd name="T2" fmla="*/ 25479 w 14"/>
                  <a:gd name="T3" fmla="*/ 29346 h 17"/>
                  <a:gd name="T4" fmla="*/ 25479 w 14"/>
                  <a:gd name="T5" fmla="*/ 21521 h 17"/>
                  <a:gd name="T6" fmla="*/ 9800 w 14"/>
                  <a:gd name="T7" fmla="*/ 3913 h 17"/>
                  <a:gd name="T8" fmla="*/ 1960 w 14"/>
                  <a:gd name="T9" fmla="*/ 1956 h 17"/>
                  <a:gd name="T10" fmla="*/ 1960 w 14"/>
                  <a:gd name="T11" fmla="*/ 11738 h 17"/>
                  <a:gd name="T12" fmla="*/ 17639 w 14"/>
                  <a:gd name="T13" fmla="*/ 29346 h 17"/>
                  <a:gd name="T14" fmla="*/ 25479 w 14"/>
                  <a:gd name="T15" fmla="*/ 29346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17">
                    <a:moveTo>
                      <a:pt x="13" y="15"/>
                    </a:moveTo>
                    <a:cubicBezTo>
                      <a:pt x="13" y="15"/>
                      <a:pt x="13" y="15"/>
                      <a:pt x="13" y="15"/>
                    </a:cubicBezTo>
                    <a:cubicBezTo>
                      <a:pt x="14" y="14"/>
                      <a:pt x="14" y="12"/>
                      <a:pt x="13" y="1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0"/>
                      <a:pt x="2" y="0"/>
                      <a:pt x="1" y="1"/>
                    </a:cubicBezTo>
                    <a:cubicBezTo>
                      <a:pt x="0" y="2"/>
                      <a:pt x="0" y="4"/>
                      <a:pt x="1" y="6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10" y="16"/>
                      <a:pt x="12" y="17"/>
                      <a:pt x="13" y="15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Freeform 97"/>
              <p:cNvSpPr/>
              <p:nvPr/>
            </p:nvSpPr>
            <p:spPr bwMode="auto">
              <a:xfrm>
                <a:off x="5188452" y="1400094"/>
                <a:ext cx="21619" cy="37417"/>
              </a:xfrm>
              <a:custGeom>
                <a:avLst/>
                <a:gdLst>
                  <a:gd name="T0" fmla="*/ 15723 w 11"/>
                  <a:gd name="T1" fmla="*/ 35448 h 19"/>
                  <a:gd name="T2" fmla="*/ 15723 w 11"/>
                  <a:gd name="T3" fmla="*/ 35448 h 19"/>
                  <a:gd name="T4" fmla="*/ 19654 w 11"/>
                  <a:gd name="T5" fmla="*/ 27570 h 19"/>
                  <a:gd name="T6" fmla="*/ 11792 w 11"/>
                  <a:gd name="T7" fmla="*/ 5908 h 19"/>
                  <a:gd name="T8" fmla="*/ 3931 w 11"/>
                  <a:gd name="T9" fmla="*/ 1969 h 19"/>
                  <a:gd name="T10" fmla="*/ 0 w 11"/>
                  <a:gd name="T11" fmla="*/ 9847 h 19"/>
                  <a:gd name="T12" fmla="*/ 9827 w 11"/>
                  <a:gd name="T13" fmla="*/ 31509 h 19"/>
                  <a:gd name="T14" fmla="*/ 15723 w 11"/>
                  <a:gd name="T15" fmla="*/ 35448 h 1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" h="19">
                    <a:moveTo>
                      <a:pt x="8" y="18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10" y="18"/>
                      <a:pt x="11" y="16"/>
                      <a:pt x="10" y="14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5" y="1"/>
                      <a:pt x="4" y="0"/>
                      <a:pt x="2" y="1"/>
                    </a:cubicBezTo>
                    <a:cubicBezTo>
                      <a:pt x="1" y="1"/>
                      <a:pt x="0" y="3"/>
                      <a:pt x="0" y="5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8"/>
                      <a:pt x="7" y="19"/>
                      <a:pt x="8" y="18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Freeform 98"/>
              <p:cNvSpPr/>
              <p:nvPr/>
            </p:nvSpPr>
            <p:spPr bwMode="auto">
              <a:xfrm>
                <a:off x="5161013" y="1592167"/>
                <a:ext cx="110588" cy="120566"/>
              </a:xfrm>
              <a:custGeom>
                <a:avLst/>
                <a:gdLst>
                  <a:gd name="T0" fmla="*/ 1975 w 56"/>
                  <a:gd name="T1" fmla="*/ 118590 h 61"/>
                  <a:gd name="T2" fmla="*/ 1975 w 56"/>
                  <a:gd name="T3" fmla="*/ 118590 h 61"/>
                  <a:gd name="T4" fmla="*/ 13824 w 56"/>
                  <a:gd name="T5" fmla="*/ 118590 h 61"/>
                  <a:gd name="T6" fmla="*/ 108613 w 56"/>
                  <a:gd name="T7" fmla="*/ 13835 h 61"/>
                  <a:gd name="T8" fmla="*/ 106638 w 56"/>
                  <a:gd name="T9" fmla="*/ 3953 h 61"/>
                  <a:gd name="T10" fmla="*/ 96765 w 56"/>
                  <a:gd name="T11" fmla="*/ 3953 h 61"/>
                  <a:gd name="T12" fmla="*/ 1975 w 56"/>
                  <a:gd name="T13" fmla="*/ 106731 h 61"/>
                  <a:gd name="T14" fmla="*/ 1975 w 56"/>
                  <a:gd name="T15" fmla="*/ 118590 h 6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61">
                    <a:moveTo>
                      <a:pt x="1" y="60"/>
                    </a:moveTo>
                    <a:cubicBezTo>
                      <a:pt x="1" y="60"/>
                      <a:pt x="1" y="60"/>
                      <a:pt x="1" y="60"/>
                    </a:cubicBezTo>
                    <a:cubicBezTo>
                      <a:pt x="3" y="61"/>
                      <a:pt x="5" y="61"/>
                      <a:pt x="7" y="60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6" y="6"/>
                      <a:pt x="56" y="3"/>
                      <a:pt x="54" y="2"/>
                    </a:cubicBezTo>
                    <a:cubicBezTo>
                      <a:pt x="53" y="0"/>
                      <a:pt x="50" y="0"/>
                      <a:pt x="49" y="2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6"/>
                      <a:pt x="0" y="58"/>
                      <a:pt x="1" y="60"/>
                    </a:cubicBezTo>
                    <a:close/>
                  </a:path>
                </a:pathLst>
              </a:custGeom>
              <a:solidFill>
                <a:srgbClr val="8D95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Rectangle 99"/>
              <p:cNvSpPr>
                <a:spLocks noChangeArrowheads="1"/>
              </p:cNvSpPr>
              <p:nvPr/>
            </p:nvSpPr>
            <p:spPr bwMode="auto">
              <a:xfrm>
                <a:off x="5106135" y="1596325"/>
                <a:ext cx="159646" cy="4157"/>
              </a:xfrm>
              <a:prstGeom prst="rect">
                <a:avLst/>
              </a:prstGeom>
              <a:solidFill>
                <a:srgbClr val="EE29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02" name="Oval 100"/>
              <p:cNvSpPr>
                <a:spLocks noChangeArrowheads="1"/>
              </p:cNvSpPr>
              <p:nvPr/>
            </p:nvSpPr>
            <p:spPr bwMode="auto">
              <a:xfrm>
                <a:off x="5245825" y="1580526"/>
                <a:ext cx="37417" cy="35754"/>
              </a:xfrm>
              <a:prstGeom prst="ellipse">
                <a:avLst/>
              </a:pr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03" name="Freeform 101"/>
              <p:cNvSpPr/>
              <p:nvPr/>
            </p:nvSpPr>
            <p:spPr bwMode="auto">
              <a:xfrm>
                <a:off x="5251645" y="1468276"/>
                <a:ext cx="25776" cy="128049"/>
              </a:xfrm>
              <a:custGeom>
                <a:avLst/>
                <a:gdLst>
                  <a:gd name="T0" fmla="*/ 11897 w 13"/>
                  <a:gd name="T1" fmla="*/ 128049 h 65"/>
                  <a:gd name="T2" fmla="*/ 13879 w 13"/>
                  <a:gd name="T3" fmla="*/ 128049 h 65"/>
                  <a:gd name="T4" fmla="*/ 25776 w 13"/>
                  <a:gd name="T5" fmla="*/ 116229 h 65"/>
                  <a:gd name="T6" fmla="*/ 25776 w 13"/>
                  <a:gd name="T7" fmla="*/ 11820 h 65"/>
                  <a:gd name="T8" fmla="*/ 13879 w 13"/>
                  <a:gd name="T9" fmla="*/ 0 h 65"/>
                  <a:gd name="T10" fmla="*/ 11897 w 13"/>
                  <a:gd name="T11" fmla="*/ 0 h 65"/>
                  <a:gd name="T12" fmla="*/ 0 w 13"/>
                  <a:gd name="T13" fmla="*/ 11820 h 65"/>
                  <a:gd name="T14" fmla="*/ 0 w 13"/>
                  <a:gd name="T15" fmla="*/ 116229 h 65"/>
                  <a:gd name="T16" fmla="*/ 11897 w 13"/>
                  <a:gd name="T17" fmla="*/ 128049 h 6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" h="65">
                    <a:moveTo>
                      <a:pt x="6" y="65"/>
                    </a:moveTo>
                    <a:cubicBezTo>
                      <a:pt x="7" y="65"/>
                      <a:pt x="7" y="65"/>
                      <a:pt x="7" y="65"/>
                    </a:cubicBezTo>
                    <a:cubicBezTo>
                      <a:pt x="11" y="65"/>
                      <a:pt x="13" y="62"/>
                      <a:pt x="13" y="59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3"/>
                      <a:pt x="11" y="0"/>
                      <a:pt x="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2"/>
                      <a:pt x="3" y="65"/>
                      <a:pt x="6" y="65"/>
                    </a:cubicBezTo>
                    <a:close/>
                  </a:path>
                </a:pathLst>
              </a:custGeom>
              <a:solidFill>
                <a:srgbClr val="2A2E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Oval 102"/>
              <p:cNvSpPr>
                <a:spLocks noChangeArrowheads="1"/>
              </p:cNvSpPr>
              <p:nvPr/>
            </p:nvSpPr>
            <p:spPr bwMode="auto">
              <a:xfrm>
                <a:off x="6600619" y="866800"/>
                <a:ext cx="658522" cy="66056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5" name="Oval 103"/>
              <p:cNvSpPr>
                <a:spLocks noChangeArrowheads="1"/>
              </p:cNvSpPr>
              <p:nvPr/>
            </p:nvSpPr>
            <p:spPr bwMode="auto">
              <a:xfrm>
                <a:off x="7409887" y="2572756"/>
                <a:ext cx="470089" cy="472113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6" name="Oval 104"/>
              <p:cNvSpPr>
                <a:spLocks noChangeArrowheads="1"/>
              </p:cNvSpPr>
              <p:nvPr/>
            </p:nvSpPr>
            <p:spPr bwMode="auto">
              <a:xfrm>
                <a:off x="6245571" y="5538342"/>
                <a:ext cx="846955" cy="84901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7" name="Oval 105"/>
              <p:cNvSpPr>
                <a:spLocks noChangeArrowheads="1"/>
              </p:cNvSpPr>
              <p:nvPr/>
            </p:nvSpPr>
            <p:spPr bwMode="auto">
              <a:xfrm>
                <a:off x="3589664" y="704139"/>
                <a:ext cx="384799" cy="38681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8" name="Oval 106"/>
              <p:cNvSpPr>
                <a:spLocks noChangeArrowheads="1"/>
              </p:cNvSpPr>
              <p:nvPr/>
            </p:nvSpPr>
            <p:spPr bwMode="auto">
              <a:xfrm>
                <a:off x="3056102" y="1495623"/>
                <a:ext cx="769598" cy="773631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9" name="Freeform 125"/>
              <p:cNvSpPr/>
              <p:nvPr/>
            </p:nvSpPr>
            <p:spPr bwMode="auto">
              <a:xfrm>
                <a:off x="5979196" y="1364340"/>
                <a:ext cx="237805" cy="340078"/>
              </a:xfrm>
              <a:custGeom>
                <a:avLst/>
                <a:gdLst>
                  <a:gd name="T0" fmla="*/ 58960 w 121"/>
                  <a:gd name="T1" fmla="*/ 281105 h 173"/>
                  <a:gd name="T2" fmla="*/ 0 w 121"/>
                  <a:gd name="T3" fmla="*/ 241790 h 173"/>
                  <a:gd name="T4" fmla="*/ 23584 w 121"/>
                  <a:gd name="T5" fmla="*/ 182816 h 173"/>
                  <a:gd name="T6" fmla="*/ 49133 w 121"/>
                  <a:gd name="T7" fmla="*/ 192645 h 173"/>
                  <a:gd name="T8" fmla="*/ 43237 w 121"/>
                  <a:gd name="T9" fmla="*/ 229995 h 173"/>
                  <a:gd name="T10" fmla="*/ 74683 w 121"/>
                  <a:gd name="T11" fmla="*/ 251618 h 173"/>
                  <a:gd name="T12" fmla="*/ 139538 w 121"/>
                  <a:gd name="T13" fmla="*/ 239824 h 173"/>
                  <a:gd name="T14" fmla="*/ 66821 w 121"/>
                  <a:gd name="T15" fmla="*/ 82562 h 173"/>
                  <a:gd name="T16" fmla="*/ 157226 w 121"/>
                  <a:gd name="T17" fmla="*/ 43247 h 173"/>
                  <a:gd name="T18" fmla="*/ 174914 w 121"/>
                  <a:gd name="T19" fmla="*/ 0 h 173"/>
                  <a:gd name="T20" fmla="*/ 202429 w 121"/>
                  <a:gd name="T21" fmla="*/ 11795 h 173"/>
                  <a:gd name="T22" fmla="*/ 184741 w 121"/>
                  <a:gd name="T23" fmla="*/ 53076 h 173"/>
                  <a:gd name="T24" fmla="*/ 237805 w 121"/>
                  <a:gd name="T25" fmla="*/ 92391 h 173"/>
                  <a:gd name="T26" fmla="*/ 212256 w 121"/>
                  <a:gd name="T27" fmla="*/ 147433 h 173"/>
                  <a:gd name="T28" fmla="*/ 190637 w 121"/>
                  <a:gd name="T29" fmla="*/ 137604 h 173"/>
                  <a:gd name="T30" fmla="*/ 194568 w 121"/>
                  <a:gd name="T31" fmla="*/ 100254 h 173"/>
                  <a:gd name="T32" fmla="*/ 163122 w 121"/>
                  <a:gd name="T33" fmla="*/ 78631 h 173"/>
                  <a:gd name="T34" fmla="*/ 106128 w 121"/>
                  <a:gd name="T35" fmla="*/ 92391 h 173"/>
                  <a:gd name="T36" fmla="*/ 180810 w 121"/>
                  <a:gd name="T37" fmla="*/ 247687 h 173"/>
                  <a:gd name="T38" fmla="*/ 86475 w 121"/>
                  <a:gd name="T39" fmla="*/ 290934 h 173"/>
                  <a:gd name="T40" fmla="*/ 66821 w 121"/>
                  <a:gd name="T41" fmla="*/ 340078 h 173"/>
                  <a:gd name="T42" fmla="*/ 39307 w 121"/>
                  <a:gd name="T43" fmla="*/ 328283 h 173"/>
                  <a:gd name="T44" fmla="*/ 58960 w 121"/>
                  <a:gd name="T45" fmla="*/ 281105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21" h="173">
                    <a:moveTo>
                      <a:pt x="30" y="143"/>
                    </a:moveTo>
                    <a:cubicBezTo>
                      <a:pt x="12" y="135"/>
                      <a:pt x="0" y="123"/>
                      <a:pt x="0" y="123"/>
                    </a:cubicBezTo>
                    <a:cubicBezTo>
                      <a:pt x="12" y="93"/>
                      <a:pt x="12" y="93"/>
                      <a:pt x="12" y="93"/>
                    </a:cubicBezTo>
                    <a:cubicBezTo>
                      <a:pt x="25" y="98"/>
                      <a:pt x="25" y="98"/>
                      <a:pt x="25" y="98"/>
                    </a:cubicBezTo>
                    <a:cubicBezTo>
                      <a:pt x="22" y="117"/>
                      <a:pt x="22" y="117"/>
                      <a:pt x="22" y="117"/>
                    </a:cubicBezTo>
                    <a:cubicBezTo>
                      <a:pt x="22" y="117"/>
                      <a:pt x="27" y="124"/>
                      <a:pt x="38" y="128"/>
                    </a:cubicBezTo>
                    <a:cubicBezTo>
                      <a:pt x="51" y="134"/>
                      <a:pt x="67" y="134"/>
                      <a:pt x="71" y="122"/>
                    </a:cubicBezTo>
                    <a:cubicBezTo>
                      <a:pt x="82" y="96"/>
                      <a:pt x="17" y="82"/>
                      <a:pt x="34" y="42"/>
                    </a:cubicBezTo>
                    <a:cubicBezTo>
                      <a:pt x="42" y="22"/>
                      <a:pt x="61" y="17"/>
                      <a:pt x="80" y="2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103" y="6"/>
                      <a:pt x="103" y="6"/>
                      <a:pt x="103" y="6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109" y="35"/>
                      <a:pt x="121" y="47"/>
                      <a:pt x="121" y="47"/>
                    </a:cubicBezTo>
                    <a:cubicBezTo>
                      <a:pt x="108" y="75"/>
                      <a:pt x="108" y="75"/>
                      <a:pt x="108" y="75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9" y="51"/>
                      <a:pt x="99" y="51"/>
                      <a:pt x="99" y="51"/>
                    </a:cubicBezTo>
                    <a:cubicBezTo>
                      <a:pt x="99" y="51"/>
                      <a:pt x="93" y="44"/>
                      <a:pt x="83" y="40"/>
                    </a:cubicBezTo>
                    <a:cubicBezTo>
                      <a:pt x="68" y="34"/>
                      <a:pt x="58" y="38"/>
                      <a:pt x="54" y="47"/>
                    </a:cubicBezTo>
                    <a:cubicBezTo>
                      <a:pt x="43" y="72"/>
                      <a:pt x="107" y="88"/>
                      <a:pt x="92" y="126"/>
                    </a:cubicBezTo>
                    <a:cubicBezTo>
                      <a:pt x="83" y="147"/>
                      <a:pt x="64" y="152"/>
                      <a:pt x="44" y="148"/>
                    </a:cubicBezTo>
                    <a:cubicBezTo>
                      <a:pt x="34" y="173"/>
                      <a:pt x="34" y="173"/>
                      <a:pt x="34" y="173"/>
                    </a:cubicBezTo>
                    <a:cubicBezTo>
                      <a:pt x="20" y="167"/>
                      <a:pt x="20" y="167"/>
                      <a:pt x="20" y="167"/>
                    </a:cubicBezTo>
                    <a:lnTo>
                      <a:pt x="30" y="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Freeform 126"/>
              <p:cNvSpPr/>
              <p:nvPr/>
            </p:nvSpPr>
            <p:spPr bwMode="auto">
              <a:xfrm>
                <a:off x="6212844" y="1643719"/>
                <a:ext cx="110588" cy="121397"/>
              </a:xfrm>
              <a:custGeom>
                <a:avLst/>
                <a:gdLst>
                  <a:gd name="T0" fmla="*/ 19748 w 56"/>
                  <a:gd name="T1" fmla="*/ 97901 h 62"/>
                  <a:gd name="T2" fmla="*/ 0 w 56"/>
                  <a:gd name="T3" fmla="*/ 76363 h 62"/>
                  <a:gd name="T4" fmla="*/ 15798 w 56"/>
                  <a:gd name="T5" fmla="*/ 54824 h 62"/>
                  <a:gd name="T6" fmla="*/ 25672 w 56"/>
                  <a:gd name="T7" fmla="*/ 62657 h 62"/>
                  <a:gd name="T8" fmla="*/ 19748 w 56"/>
                  <a:gd name="T9" fmla="*/ 76363 h 62"/>
                  <a:gd name="T10" fmla="*/ 29622 w 56"/>
                  <a:gd name="T11" fmla="*/ 88111 h 62"/>
                  <a:gd name="T12" fmla="*/ 57269 w 56"/>
                  <a:gd name="T13" fmla="*/ 90069 h 62"/>
                  <a:gd name="T14" fmla="*/ 43445 w 56"/>
                  <a:gd name="T15" fmla="*/ 19580 h 62"/>
                  <a:gd name="T16" fmla="*/ 82941 w 56"/>
                  <a:gd name="T17" fmla="*/ 13706 h 62"/>
                  <a:gd name="T18" fmla="*/ 94790 w 56"/>
                  <a:gd name="T19" fmla="*/ 0 h 62"/>
                  <a:gd name="T20" fmla="*/ 104664 w 56"/>
                  <a:gd name="T21" fmla="*/ 5874 h 62"/>
                  <a:gd name="T22" fmla="*/ 92815 w 56"/>
                  <a:gd name="T23" fmla="*/ 21538 h 62"/>
                  <a:gd name="T24" fmla="*/ 110588 w 56"/>
                  <a:gd name="T25" fmla="*/ 41118 h 62"/>
                  <a:gd name="T26" fmla="*/ 94790 w 56"/>
                  <a:gd name="T27" fmla="*/ 60699 h 62"/>
                  <a:gd name="T28" fmla="*/ 86891 w 56"/>
                  <a:gd name="T29" fmla="*/ 54824 h 62"/>
                  <a:gd name="T30" fmla="*/ 92815 w 56"/>
                  <a:gd name="T31" fmla="*/ 41118 h 62"/>
                  <a:gd name="T32" fmla="*/ 82941 w 56"/>
                  <a:gd name="T33" fmla="*/ 29370 h 62"/>
                  <a:gd name="T34" fmla="*/ 57269 w 56"/>
                  <a:gd name="T35" fmla="*/ 27412 h 62"/>
                  <a:gd name="T36" fmla="*/ 71092 w 56"/>
                  <a:gd name="T37" fmla="*/ 95943 h 62"/>
                  <a:gd name="T38" fmla="*/ 29622 w 56"/>
                  <a:gd name="T39" fmla="*/ 103775 h 62"/>
                  <a:gd name="T40" fmla="*/ 15798 w 56"/>
                  <a:gd name="T41" fmla="*/ 121397 h 62"/>
                  <a:gd name="T42" fmla="*/ 7899 w 56"/>
                  <a:gd name="T43" fmla="*/ 113565 h 62"/>
                  <a:gd name="T44" fmla="*/ 19748 w 56"/>
                  <a:gd name="T45" fmla="*/ 97901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6" h="62">
                    <a:moveTo>
                      <a:pt x="10" y="50"/>
                    </a:moveTo>
                    <a:cubicBezTo>
                      <a:pt x="4" y="45"/>
                      <a:pt x="0" y="39"/>
                      <a:pt x="0" y="3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0" y="39"/>
                      <a:pt x="10" y="39"/>
                      <a:pt x="10" y="39"/>
                    </a:cubicBezTo>
                    <a:cubicBezTo>
                      <a:pt x="10" y="39"/>
                      <a:pt x="11" y="42"/>
                      <a:pt x="15" y="45"/>
                    </a:cubicBezTo>
                    <a:cubicBezTo>
                      <a:pt x="19" y="48"/>
                      <a:pt x="25" y="50"/>
                      <a:pt x="29" y="46"/>
                    </a:cubicBezTo>
                    <a:cubicBezTo>
                      <a:pt x="35" y="36"/>
                      <a:pt x="11" y="24"/>
                      <a:pt x="22" y="10"/>
                    </a:cubicBezTo>
                    <a:cubicBezTo>
                      <a:pt x="27" y="3"/>
                      <a:pt x="35" y="3"/>
                      <a:pt x="42" y="7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47" y="11"/>
                      <a:pt x="47" y="11"/>
                      <a:pt x="47" y="11"/>
                    </a:cubicBezTo>
                    <a:cubicBezTo>
                      <a:pt x="52" y="15"/>
                      <a:pt x="56" y="21"/>
                      <a:pt x="56" y="21"/>
                    </a:cubicBezTo>
                    <a:cubicBezTo>
                      <a:pt x="48" y="31"/>
                      <a:pt x="48" y="31"/>
                      <a:pt x="48" y="31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5" y="17"/>
                      <a:pt x="42" y="15"/>
                    </a:cubicBezTo>
                    <a:cubicBezTo>
                      <a:pt x="36" y="11"/>
                      <a:pt x="32" y="11"/>
                      <a:pt x="29" y="14"/>
                    </a:cubicBezTo>
                    <a:cubicBezTo>
                      <a:pt x="23" y="23"/>
                      <a:pt x="46" y="36"/>
                      <a:pt x="36" y="49"/>
                    </a:cubicBezTo>
                    <a:cubicBezTo>
                      <a:pt x="31" y="56"/>
                      <a:pt x="23" y="57"/>
                      <a:pt x="15" y="53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4" y="58"/>
                      <a:pt x="4" y="58"/>
                      <a:pt x="4" y="58"/>
                    </a:cubicBezTo>
                    <a:lnTo>
                      <a:pt x="10" y="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127"/>
              <p:cNvSpPr/>
              <p:nvPr/>
            </p:nvSpPr>
            <p:spPr bwMode="auto">
              <a:xfrm>
                <a:off x="5800427" y="1456635"/>
                <a:ext cx="82317" cy="143847"/>
              </a:xfrm>
              <a:custGeom>
                <a:avLst/>
                <a:gdLst>
                  <a:gd name="T0" fmla="*/ 47038 w 42"/>
                  <a:gd name="T1" fmla="*/ 122171 h 73"/>
                  <a:gd name="T2" fmla="*/ 17639 w 42"/>
                  <a:gd name="T3" fmla="*/ 122171 h 73"/>
                  <a:gd name="T4" fmla="*/ 11760 w 42"/>
                  <a:gd name="T5" fmla="*/ 98525 h 73"/>
                  <a:gd name="T6" fmla="*/ 23519 w 42"/>
                  <a:gd name="T7" fmla="*/ 94584 h 73"/>
                  <a:gd name="T8" fmla="*/ 29399 w 42"/>
                  <a:gd name="T9" fmla="*/ 108378 h 73"/>
                  <a:gd name="T10" fmla="*/ 45078 w 42"/>
                  <a:gd name="T11" fmla="*/ 108378 h 73"/>
                  <a:gd name="T12" fmla="*/ 64678 w 42"/>
                  <a:gd name="T13" fmla="*/ 90643 h 73"/>
                  <a:gd name="T14" fmla="*/ 3920 w 42"/>
                  <a:gd name="T15" fmla="*/ 53204 h 73"/>
                  <a:gd name="T16" fmla="*/ 25479 w 42"/>
                  <a:gd name="T17" fmla="*/ 21676 h 73"/>
                  <a:gd name="T18" fmla="*/ 21559 w 42"/>
                  <a:gd name="T19" fmla="*/ 1971 h 73"/>
                  <a:gd name="T20" fmla="*/ 33319 w 42"/>
                  <a:gd name="T21" fmla="*/ 0 h 73"/>
                  <a:gd name="T22" fmla="*/ 37239 w 42"/>
                  <a:gd name="T23" fmla="*/ 17735 h 73"/>
                  <a:gd name="T24" fmla="*/ 62718 w 42"/>
                  <a:gd name="T25" fmla="*/ 17735 h 73"/>
                  <a:gd name="T26" fmla="*/ 66638 w 42"/>
                  <a:gd name="T27" fmla="*/ 41381 h 73"/>
                  <a:gd name="T28" fmla="*/ 58798 w 42"/>
                  <a:gd name="T29" fmla="*/ 43351 h 73"/>
                  <a:gd name="T30" fmla="*/ 50958 w 42"/>
                  <a:gd name="T31" fmla="*/ 31528 h 73"/>
                  <a:gd name="T32" fmla="*/ 35279 w 42"/>
                  <a:gd name="T33" fmla="*/ 31528 h 73"/>
                  <a:gd name="T34" fmla="*/ 19599 w 42"/>
                  <a:gd name="T35" fmla="*/ 47292 h 73"/>
                  <a:gd name="T36" fmla="*/ 80357 w 42"/>
                  <a:gd name="T37" fmla="*/ 82761 h 73"/>
                  <a:gd name="T38" fmla="*/ 58798 w 42"/>
                  <a:gd name="T39" fmla="*/ 120201 h 73"/>
                  <a:gd name="T40" fmla="*/ 62718 w 42"/>
                  <a:gd name="T41" fmla="*/ 141876 h 73"/>
                  <a:gd name="T42" fmla="*/ 50958 w 42"/>
                  <a:gd name="T43" fmla="*/ 143847 h 73"/>
                  <a:gd name="T44" fmla="*/ 47038 w 42"/>
                  <a:gd name="T45" fmla="*/ 122171 h 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2" h="73">
                    <a:moveTo>
                      <a:pt x="24" y="62"/>
                    </a:moveTo>
                    <a:cubicBezTo>
                      <a:pt x="16" y="64"/>
                      <a:pt x="9" y="62"/>
                      <a:pt x="9" y="62"/>
                    </a:cubicBezTo>
                    <a:cubicBezTo>
                      <a:pt x="6" y="50"/>
                      <a:pt x="6" y="50"/>
                      <a:pt x="6" y="50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15" y="55"/>
                      <a:pt x="18" y="56"/>
                      <a:pt x="23" y="55"/>
                    </a:cubicBezTo>
                    <a:cubicBezTo>
                      <a:pt x="29" y="54"/>
                      <a:pt x="34" y="51"/>
                      <a:pt x="33" y="46"/>
                    </a:cubicBezTo>
                    <a:cubicBezTo>
                      <a:pt x="31" y="35"/>
                      <a:pt x="6" y="45"/>
                      <a:pt x="2" y="27"/>
                    </a:cubicBezTo>
                    <a:cubicBezTo>
                      <a:pt x="0" y="19"/>
                      <a:pt x="6" y="13"/>
                      <a:pt x="13" y="1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6" y="8"/>
                      <a:pt x="32" y="9"/>
                      <a:pt x="32" y="9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6" y="16"/>
                      <a:pt x="22" y="15"/>
                      <a:pt x="18" y="16"/>
                    </a:cubicBezTo>
                    <a:cubicBezTo>
                      <a:pt x="12" y="17"/>
                      <a:pt x="9" y="21"/>
                      <a:pt x="10" y="24"/>
                    </a:cubicBezTo>
                    <a:cubicBezTo>
                      <a:pt x="12" y="36"/>
                      <a:pt x="37" y="26"/>
                      <a:pt x="41" y="42"/>
                    </a:cubicBezTo>
                    <a:cubicBezTo>
                      <a:pt x="42" y="51"/>
                      <a:pt x="37" y="57"/>
                      <a:pt x="30" y="61"/>
                    </a:cubicBezTo>
                    <a:cubicBezTo>
                      <a:pt x="32" y="72"/>
                      <a:pt x="32" y="72"/>
                      <a:pt x="32" y="72"/>
                    </a:cubicBezTo>
                    <a:cubicBezTo>
                      <a:pt x="26" y="73"/>
                      <a:pt x="26" y="73"/>
                      <a:pt x="26" y="73"/>
                    </a:cubicBezTo>
                    <a:lnTo>
                      <a:pt x="24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" name="Group 97"/>
              <p:cNvGrpSpPr/>
              <p:nvPr/>
            </p:nvGrpSpPr>
            <p:grpSpPr bwMode="auto">
              <a:xfrm>
                <a:off x="6694275" y="3078866"/>
                <a:ext cx="433205" cy="432373"/>
                <a:chOff x="6694275" y="3078866"/>
                <a:chExt cx="433205" cy="432373"/>
              </a:xfrm>
            </p:grpSpPr>
            <p:sp>
              <p:nvSpPr>
                <p:cNvPr id="119" name="Freeform 128"/>
                <p:cNvSpPr/>
                <p:nvPr/>
              </p:nvSpPr>
              <p:spPr bwMode="auto">
                <a:xfrm>
                  <a:off x="6908799" y="3275097"/>
                  <a:ext cx="218681" cy="236142"/>
                </a:xfrm>
                <a:custGeom>
                  <a:avLst/>
                  <a:gdLst>
                    <a:gd name="T0" fmla="*/ 191100 w 111"/>
                    <a:gd name="T1" fmla="*/ 98393 h 120"/>
                    <a:gd name="T2" fmla="*/ 120176 w 111"/>
                    <a:gd name="T3" fmla="*/ 27550 h 120"/>
                    <a:gd name="T4" fmla="*/ 21671 w 111"/>
                    <a:gd name="T5" fmla="*/ 27550 h 120"/>
                    <a:gd name="T6" fmla="*/ 0 w 111"/>
                    <a:gd name="T7" fmla="*/ 49196 h 120"/>
                    <a:gd name="T8" fmla="*/ 0 w 111"/>
                    <a:gd name="T9" fmla="*/ 49196 h 120"/>
                    <a:gd name="T10" fmla="*/ 31522 w 111"/>
                    <a:gd name="T11" fmla="*/ 80682 h 120"/>
                    <a:gd name="T12" fmla="*/ 31522 w 111"/>
                    <a:gd name="T13" fmla="*/ 78714 h 120"/>
                    <a:gd name="T14" fmla="*/ 53193 w 111"/>
                    <a:gd name="T15" fmla="*/ 59036 h 120"/>
                    <a:gd name="T16" fmla="*/ 90625 w 111"/>
                    <a:gd name="T17" fmla="*/ 59036 h 120"/>
                    <a:gd name="T18" fmla="*/ 161548 w 111"/>
                    <a:gd name="T19" fmla="*/ 129878 h 120"/>
                    <a:gd name="T20" fmla="*/ 161548 w 111"/>
                    <a:gd name="T21" fmla="*/ 167267 h 120"/>
                    <a:gd name="T22" fmla="*/ 149728 w 111"/>
                    <a:gd name="T23" fmla="*/ 179074 h 120"/>
                    <a:gd name="T24" fmla="*/ 112296 w 111"/>
                    <a:gd name="T25" fmla="*/ 179074 h 120"/>
                    <a:gd name="T26" fmla="*/ 80774 w 111"/>
                    <a:gd name="T27" fmla="*/ 147589 h 120"/>
                    <a:gd name="T28" fmla="*/ 31522 w 111"/>
                    <a:gd name="T29" fmla="*/ 159396 h 120"/>
                    <a:gd name="T30" fmla="*/ 80774 w 111"/>
                    <a:gd name="T31" fmla="*/ 208592 h 120"/>
                    <a:gd name="T32" fmla="*/ 181249 w 111"/>
                    <a:gd name="T33" fmla="*/ 208592 h 120"/>
                    <a:gd name="T34" fmla="*/ 191100 w 111"/>
                    <a:gd name="T35" fmla="*/ 198753 h 120"/>
                    <a:gd name="T36" fmla="*/ 191100 w 111"/>
                    <a:gd name="T37" fmla="*/ 98393 h 12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11" h="120">
                      <a:moveTo>
                        <a:pt x="97" y="50"/>
                      </a:moveTo>
                      <a:cubicBezTo>
                        <a:pt x="61" y="14"/>
                        <a:pt x="61" y="14"/>
                        <a:pt x="61" y="14"/>
                      </a:cubicBezTo>
                      <a:cubicBezTo>
                        <a:pt x="47" y="0"/>
                        <a:pt x="25" y="0"/>
                        <a:pt x="11" y="14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16" y="41"/>
                        <a:pt x="16" y="41"/>
                        <a:pt x="16" y="41"/>
                      </a:cubicBezTo>
                      <a:cubicBezTo>
                        <a:pt x="16" y="40"/>
                        <a:pt x="16" y="40"/>
                        <a:pt x="16" y="40"/>
                      </a:cubicBezTo>
                      <a:cubicBezTo>
                        <a:pt x="27" y="30"/>
                        <a:pt x="27" y="30"/>
                        <a:pt x="27" y="30"/>
                      </a:cubicBezTo>
                      <a:cubicBezTo>
                        <a:pt x="32" y="24"/>
                        <a:pt x="40" y="24"/>
                        <a:pt x="46" y="30"/>
                      </a:cubicBezTo>
                      <a:cubicBezTo>
                        <a:pt x="82" y="66"/>
                        <a:pt x="82" y="66"/>
                        <a:pt x="82" y="66"/>
                      </a:cubicBezTo>
                      <a:cubicBezTo>
                        <a:pt x="87" y="71"/>
                        <a:pt x="87" y="80"/>
                        <a:pt x="82" y="85"/>
                      </a:cubicBezTo>
                      <a:cubicBezTo>
                        <a:pt x="76" y="91"/>
                        <a:pt x="76" y="91"/>
                        <a:pt x="76" y="91"/>
                      </a:cubicBezTo>
                      <a:cubicBezTo>
                        <a:pt x="71" y="96"/>
                        <a:pt x="62" y="96"/>
                        <a:pt x="57" y="91"/>
                      </a:cubicBezTo>
                      <a:cubicBezTo>
                        <a:pt x="41" y="75"/>
                        <a:pt x="41" y="75"/>
                        <a:pt x="41" y="75"/>
                      </a:cubicBezTo>
                      <a:cubicBezTo>
                        <a:pt x="33" y="79"/>
                        <a:pt x="25" y="81"/>
                        <a:pt x="16" y="81"/>
                      </a:cubicBezTo>
                      <a:cubicBezTo>
                        <a:pt x="41" y="106"/>
                        <a:pt x="41" y="106"/>
                        <a:pt x="41" y="106"/>
                      </a:cubicBezTo>
                      <a:cubicBezTo>
                        <a:pt x="55" y="120"/>
                        <a:pt x="78" y="120"/>
                        <a:pt x="92" y="106"/>
                      </a:cubicBezTo>
                      <a:cubicBezTo>
                        <a:pt x="97" y="101"/>
                        <a:pt x="97" y="101"/>
                        <a:pt x="97" y="101"/>
                      </a:cubicBezTo>
                      <a:cubicBezTo>
                        <a:pt x="111" y="87"/>
                        <a:pt x="111" y="64"/>
                        <a:pt x="97" y="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0" name="Freeform 129"/>
                <p:cNvSpPr/>
                <p:nvPr/>
              </p:nvSpPr>
              <p:spPr bwMode="auto">
                <a:xfrm>
                  <a:off x="6694275" y="3078866"/>
                  <a:ext cx="236142" cy="217850"/>
                </a:xfrm>
                <a:custGeom>
                  <a:avLst/>
                  <a:gdLst>
                    <a:gd name="T0" fmla="*/ 59036 w 120"/>
                    <a:gd name="T1" fmla="*/ 68691 h 111"/>
                    <a:gd name="T2" fmla="*/ 68875 w 120"/>
                    <a:gd name="T3" fmla="*/ 58878 h 111"/>
                    <a:gd name="T4" fmla="*/ 108232 w 120"/>
                    <a:gd name="T5" fmla="*/ 58878 h 111"/>
                    <a:gd name="T6" fmla="*/ 179074 w 120"/>
                    <a:gd name="T7" fmla="*/ 129532 h 111"/>
                    <a:gd name="T8" fmla="*/ 179074 w 120"/>
                    <a:gd name="T9" fmla="*/ 166822 h 111"/>
                    <a:gd name="T10" fmla="*/ 157428 w 120"/>
                    <a:gd name="T11" fmla="*/ 186448 h 111"/>
                    <a:gd name="T12" fmla="*/ 157428 w 120"/>
                    <a:gd name="T13" fmla="*/ 188411 h 111"/>
                    <a:gd name="T14" fmla="*/ 186946 w 120"/>
                    <a:gd name="T15" fmla="*/ 217850 h 111"/>
                    <a:gd name="T16" fmla="*/ 188914 w 120"/>
                    <a:gd name="T17" fmla="*/ 217850 h 111"/>
                    <a:gd name="T18" fmla="*/ 208592 w 120"/>
                    <a:gd name="T19" fmla="*/ 196261 h 111"/>
                    <a:gd name="T20" fmla="*/ 208592 w 120"/>
                    <a:gd name="T21" fmla="*/ 98131 h 111"/>
                    <a:gd name="T22" fmla="*/ 137750 w 120"/>
                    <a:gd name="T23" fmla="*/ 27477 h 111"/>
                    <a:gd name="T24" fmla="*/ 39357 w 120"/>
                    <a:gd name="T25" fmla="*/ 27477 h 111"/>
                    <a:gd name="T26" fmla="*/ 27550 w 120"/>
                    <a:gd name="T27" fmla="*/ 39252 h 111"/>
                    <a:gd name="T28" fmla="*/ 27550 w 120"/>
                    <a:gd name="T29" fmla="*/ 137383 h 111"/>
                    <a:gd name="T30" fmla="*/ 76746 w 120"/>
                    <a:gd name="T31" fmla="*/ 186448 h 111"/>
                    <a:gd name="T32" fmla="*/ 90521 w 120"/>
                    <a:gd name="T33" fmla="*/ 139345 h 111"/>
                    <a:gd name="T34" fmla="*/ 59036 w 120"/>
                    <a:gd name="T35" fmla="*/ 107944 h 111"/>
                    <a:gd name="T36" fmla="*/ 59036 w 120"/>
                    <a:gd name="T37" fmla="*/ 68691 h 11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20" h="111">
                      <a:moveTo>
                        <a:pt x="30" y="35"/>
                      </a:moveTo>
                      <a:cubicBezTo>
                        <a:pt x="35" y="30"/>
                        <a:pt x="35" y="30"/>
                        <a:pt x="35" y="30"/>
                      </a:cubicBezTo>
                      <a:cubicBezTo>
                        <a:pt x="41" y="24"/>
                        <a:pt x="49" y="24"/>
                        <a:pt x="55" y="30"/>
                      </a:cubicBezTo>
                      <a:cubicBezTo>
                        <a:pt x="91" y="66"/>
                        <a:pt x="91" y="66"/>
                        <a:pt x="91" y="66"/>
                      </a:cubicBezTo>
                      <a:cubicBezTo>
                        <a:pt x="96" y="71"/>
                        <a:pt x="96" y="80"/>
                        <a:pt x="91" y="85"/>
                      </a:cubicBezTo>
                      <a:cubicBezTo>
                        <a:pt x="80" y="95"/>
                        <a:pt x="80" y="95"/>
                        <a:pt x="80" y="95"/>
                      </a:cubicBezTo>
                      <a:cubicBezTo>
                        <a:pt x="80" y="96"/>
                        <a:pt x="80" y="96"/>
                        <a:pt x="80" y="96"/>
                      </a:cubicBezTo>
                      <a:cubicBezTo>
                        <a:pt x="95" y="111"/>
                        <a:pt x="95" y="111"/>
                        <a:pt x="95" y="111"/>
                      </a:cubicBezTo>
                      <a:cubicBezTo>
                        <a:pt x="96" y="111"/>
                        <a:pt x="96" y="111"/>
                        <a:pt x="96" y="111"/>
                      </a:cubicBezTo>
                      <a:cubicBezTo>
                        <a:pt x="106" y="100"/>
                        <a:pt x="106" y="100"/>
                        <a:pt x="106" y="100"/>
                      </a:cubicBezTo>
                      <a:cubicBezTo>
                        <a:pt x="120" y="87"/>
                        <a:pt x="120" y="64"/>
                        <a:pt x="106" y="50"/>
                      </a:cubicBezTo>
                      <a:cubicBezTo>
                        <a:pt x="70" y="14"/>
                        <a:pt x="70" y="14"/>
                        <a:pt x="70" y="14"/>
                      </a:cubicBezTo>
                      <a:cubicBezTo>
                        <a:pt x="56" y="0"/>
                        <a:pt x="34" y="0"/>
                        <a:pt x="20" y="14"/>
                      </a:cubicBezTo>
                      <a:cubicBezTo>
                        <a:pt x="14" y="20"/>
                        <a:pt x="14" y="20"/>
                        <a:pt x="14" y="20"/>
                      </a:cubicBezTo>
                      <a:cubicBezTo>
                        <a:pt x="0" y="34"/>
                        <a:pt x="0" y="56"/>
                        <a:pt x="14" y="70"/>
                      </a:cubicBezTo>
                      <a:cubicBezTo>
                        <a:pt x="39" y="95"/>
                        <a:pt x="39" y="95"/>
                        <a:pt x="39" y="95"/>
                      </a:cubicBezTo>
                      <a:cubicBezTo>
                        <a:pt x="39" y="87"/>
                        <a:pt x="41" y="78"/>
                        <a:pt x="46" y="71"/>
                      </a:cubicBezTo>
                      <a:cubicBezTo>
                        <a:pt x="30" y="55"/>
                        <a:pt x="30" y="55"/>
                        <a:pt x="30" y="55"/>
                      </a:cubicBezTo>
                      <a:cubicBezTo>
                        <a:pt x="24" y="49"/>
                        <a:pt x="24" y="41"/>
                        <a:pt x="30" y="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30"/>
                <p:cNvSpPr/>
                <p:nvPr/>
              </p:nvSpPr>
              <p:spPr bwMode="auto">
                <a:xfrm>
                  <a:off x="6784907" y="3198600"/>
                  <a:ext cx="220344" cy="222007"/>
                </a:xfrm>
                <a:custGeom>
                  <a:avLst/>
                  <a:gdLst>
                    <a:gd name="T0" fmla="*/ 220344 w 112"/>
                    <a:gd name="T1" fmla="*/ 172890 h 113"/>
                    <a:gd name="T2" fmla="*/ 188866 w 112"/>
                    <a:gd name="T3" fmla="*/ 141456 h 113"/>
                    <a:gd name="T4" fmla="*/ 167225 w 112"/>
                    <a:gd name="T5" fmla="*/ 163067 h 113"/>
                    <a:gd name="T6" fmla="*/ 129846 w 112"/>
                    <a:gd name="T7" fmla="*/ 163067 h 113"/>
                    <a:gd name="T8" fmla="*/ 59021 w 112"/>
                    <a:gd name="T9" fmla="*/ 92339 h 113"/>
                    <a:gd name="T10" fmla="*/ 59021 w 112"/>
                    <a:gd name="T11" fmla="*/ 55011 h 113"/>
                    <a:gd name="T12" fmla="*/ 82629 w 112"/>
                    <a:gd name="T13" fmla="*/ 29470 h 113"/>
                    <a:gd name="T14" fmla="*/ 53119 w 112"/>
                    <a:gd name="T15" fmla="*/ 0 h 113"/>
                    <a:gd name="T16" fmla="*/ 27543 w 112"/>
                    <a:gd name="T17" fmla="*/ 23576 h 113"/>
                    <a:gd name="T18" fmla="*/ 27543 w 112"/>
                    <a:gd name="T19" fmla="*/ 123774 h 113"/>
                    <a:gd name="T20" fmla="*/ 98368 w 112"/>
                    <a:gd name="T21" fmla="*/ 194502 h 113"/>
                    <a:gd name="T22" fmla="*/ 198703 w 112"/>
                    <a:gd name="T23" fmla="*/ 194502 h 113"/>
                    <a:gd name="T24" fmla="*/ 220344 w 112"/>
                    <a:gd name="T25" fmla="*/ 172890 h 11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12" h="113">
                      <a:moveTo>
                        <a:pt x="112" y="88"/>
                      </a:moveTo>
                      <a:cubicBezTo>
                        <a:pt x="96" y="72"/>
                        <a:pt x="96" y="72"/>
                        <a:pt x="96" y="72"/>
                      </a:cubicBezTo>
                      <a:cubicBezTo>
                        <a:pt x="85" y="83"/>
                        <a:pt x="85" y="83"/>
                        <a:pt x="85" y="83"/>
                      </a:cubicBezTo>
                      <a:cubicBezTo>
                        <a:pt x="80" y="88"/>
                        <a:pt x="71" y="88"/>
                        <a:pt x="66" y="83"/>
                      </a:cubicBezTo>
                      <a:cubicBezTo>
                        <a:pt x="30" y="47"/>
                        <a:pt x="30" y="47"/>
                        <a:pt x="30" y="47"/>
                      </a:cubicBezTo>
                      <a:cubicBezTo>
                        <a:pt x="25" y="42"/>
                        <a:pt x="25" y="33"/>
                        <a:pt x="30" y="28"/>
                      </a:cubicBezTo>
                      <a:cubicBezTo>
                        <a:pt x="42" y="15"/>
                        <a:pt x="42" y="15"/>
                        <a:pt x="42" y="15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14" y="12"/>
                        <a:pt x="14" y="12"/>
                        <a:pt x="14" y="12"/>
                      </a:cubicBezTo>
                      <a:cubicBezTo>
                        <a:pt x="0" y="26"/>
                        <a:pt x="0" y="49"/>
                        <a:pt x="14" y="63"/>
                      </a:cubicBezTo>
                      <a:cubicBezTo>
                        <a:pt x="50" y="99"/>
                        <a:pt x="50" y="99"/>
                        <a:pt x="50" y="99"/>
                      </a:cubicBezTo>
                      <a:cubicBezTo>
                        <a:pt x="64" y="113"/>
                        <a:pt x="87" y="113"/>
                        <a:pt x="101" y="99"/>
                      </a:cubicBezTo>
                      <a:lnTo>
                        <a:pt x="112" y="8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" name="Freeform 131"/>
              <p:cNvSpPr>
                <a:spLocks noEditPoints="1"/>
              </p:cNvSpPr>
              <p:nvPr/>
            </p:nvSpPr>
            <p:spPr bwMode="auto">
              <a:xfrm>
                <a:off x="3666831" y="780636"/>
                <a:ext cx="234479" cy="233648"/>
              </a:xfrm>
              <a:custGeom>
                <a:avLst/>
                <a:gdLst>
                  <a:gd name="T0" fmla="*/ 232509 w 119"/>
                  <a:gd name="T1" fmla="*/ 104062 h 119"/>
                  <a:gd name="T2" fmla="*/ 218716 w 119"/>
                  <a:gd name="T3" fmla="*/ 98171 h 119"/>
                  <a:gd name="T4" fmla="*/ 202952 w 119"/>
                  <a:gd name="T5" fmla="*/ 58903 h 119"/>
                  <a:gd name="T6" fmla="*/ 208864 w 119"/>
                  <a:gd name="T7" fmla="*/ 45159 h 119"/>
                  <a:gd name="T8" fmla="*/ 208864 w 119"/>
                  <a:gd name="T9" fmla="*/ 43195 h 119"/>
                  <a:gd name="T10" fmla="*/ 199012 w 119"/>
                  <a:gd name="T11" fmla="*/ 35342 h 119"/>
                  <a:gd name="T12" fmla="*/ 191130 w 119"/>
                  <a:gd name="T13" fmla="*/ 27488 h 119"/>
                  <a:gd name="T14" fmla="*/ 189160 w 119"/>
                  <a:gd name="T15" fmla="*/ 25525 h 119"/>
                  <a:gd name="T16" fmla="*/ 175367 w 119"/>
                  <a:gd name="T17" fmla="*/ 31415 h 119"/>
                  <a:gd name="T18" fmla="*/ 135958 w 119"/>
                  <a:gd name="T19" fmla="*/ 15707 h 119"/>
                  <a:gd name="T20" fmla="*/ 130047 w 119"/>
                  <a:gd name="T21" fmla="*/ 1963 h 119"/>
                  <a:gd name="T22" fmla="*/ 130047 w 119"/>
                  <a:gd name="T23" fmla="*/ 0 h 119"/>
                  <a:gd name="T24" fmla="*/ 116254 w 119"/>
                  <a:gd name="T25" fmla="*/ 0 h 119"/>
                  <a:gd name="T26" fmla="*/ 104432 w 119"/>
                  <a:gd name="T27" fmla="*/ 0 h 119"/>
                  <a:gd name="T28" fmla="*/ 102461 w 119"/>
                  <a:gd name="T29" fmla="*/ 1963 h 119"/>
                  <a:gd name="T30" fmla="*/ 96550 w 119"/>
                  <a:gd name="T31" fmla="*/ 15707 h 119"/>
                  <a:gd name="T32" fmla="*/ 57142 w 119"/>
                  <a:gd name="T33" fmla="*/ 31415 h 119"/>
                  <a:gd name="T34" fmla="*/ 43349 w 119"/>
                  <a:gd name="T35" fmla="*/ 25525 h 119"/>
                  <a:gd name="T36" fmla="*/ 43349 w 119"/>
                  <a:gd name="T37" fmla="*/ 25525 h 119"/>
                  <a:gd name="T38" fmla="*/ 33497 w 119"/>
                  <a:gd name="T39" fmla="*/ 35342 h 119"/>
                  <a:gd name="T40" fmla="*/ 25615 w 119"/>
                  <a:gd name="T41" fmla="*/ 43195 h 119"/>
                  <a:gd name="T42" fmla="*/ 25615 w 119"/>
                  <a:gd name="T43" fmla="*/ 45159 h 119"/>
                  <a:gd name="T44" fmla="*/ 29556 w 119"/>
                  <a:gd name="T45" fmla="*/ 58903 h 119"/>
                  <a:gd name="T46" fmla="*/ 13793 w 119"/>
                  <a:gd name="T47" fmla="*/ 98171 h 119"/>
                  <a:gd name="T48" fmla="*/ 0 w 119"/>
                  <a:gd name="T49" fmla="*/ 104062 h 119"/>
                  <a:gd name="T50" fmla="*/ 0 w 119"/>
                  <a:gd name="T51" fmla="*/ 104062 h 119"/>
                  <a:gd name="T52" fmla="*/ 0 w 119"/>
                  <a:gd name="T53" fmla="*/ 117806 h 119"/>
                  <a:gd name="T54" fmla="*/ 0 w 119"/>
                  <a:gd name="T55" fmla="*/ 129586 h 119"/>
                  <a:gd name="T56" fmla="*/ 0 w 119"/>
                  <a:gd name="T57" fmla="*/ 131550 h 119"/>
                  <a:gd name="T58" fmla="*/ 13793 w 119"/>
                  <a:gd name="T59" fmla="*/ 135477 h 119"/>
                  <a:gd name="T60" fmla="*/ 29556 w 119"/>
                  <a:gd name="T61" fmla="*/ 176709 h 119"/>
                  <a:gd name="T62" fmla="*/ 23645 w 119"/>
                  <a:gd name="T63" fmla="*/ 190453 h 119"/>
                  <a:gd name="T64" fmla="*/ 23645 w 119"/>
                  <a:gd name="T65" fmla="*/ 190453 h 119"/>
                  <a:gd name="T66" fmla="*/ 33497 w 119"/>
                  <a:gd name="T67" fmla="*/ 200270 h 119"/>
                  <a:gd name="T68" fmla="*/ 41379 w 119"/>
                  <a:gd name="T69" fmla="*/ 208123 h 119"/>
                  <a:gd name="T70" fmla="*/ 43349 w 119"/>
                  <a:gd name="T71" fmla="*/ 208123 h 119"/>
                  <a:gd name="T72" fmla="*/ 57142 w 119"/>
                  <a:gd name="T73" fmla="*/ 204197 h 119"/>
                  <a:gd name="T74" fmla="*/ 96550 w 119"/>
                  <a:gd name="T75" fmla="*/ 219904 h 119"/>
                  <a:gd name="T76" fmla="*/ 102461 w 119"/>
                  <a:gd name="T77" fmla="*/ 233648 h 119"/>
                  <a:gd name="T78" fmla="*/ 102461 w 119"/>
                  <a:gd name="T79" fmla="*/ 233648 h 119"/>
                  <a:gd name="T80" fmla="*/ 116254 w 119"/>
                  <a:gd name="T81" fmla="*/ 233648 h 119"/>
                  <a:gd name="T82" fmla="*/ 128077 w 119"/>
                  <a:gd name="T83" fmla="*/ 233648 h 119"/>
                  <a:gd name="T84" fmla="*/ 130047 w 119"/>
                  <a:gd name="T85" fmla="*/ 233648 h 119"/>
                  <a:gd name="T86" fmla="*/ 135958 w 119"/>
                  <a:gd name="T87" fmla="*/ 219904 h 119"/>
                  <a:gd name="T88" fmla="*/ 175367 w 119"/>
                  <a:gd name="T89" fmla="*/ 204197 h 119"/>
                  <a:gd name="T90" fmla="*/ 189160 w 119"/>
                  <a:gd name="T91" fmla="*/ 210087 h 119"/>
                  <a:gd name="T92" fmla="*/ 189160 w 119"/>
                  <a:gd name="T93" fmla="*/ 210087 h 119"/>
                  <a:gd name="T94" fmla="*/ 199012 w 119"/>
                  <a:gd name="T95" fmla="*/ 200270 h 119"/>
                  <a:gd name="T96" fmla="*/ 206893 w 119"/>
                  <a:gd name="T97" fmla="*/ 192416 h 119"/>
                  <a:gd name="T98" fmla="*/ 208864 w 119"/>
                  <a:gd name="T99" fmla="*/ 190453 h 119"/>
                  <a:gd name="T100" fmla="*/ 202952 w 119"/>
                  <a:gd name="T101" fmla="*/ 176709 h 119"/>
                  <a:gd name="T102" fmla="*/ 218716 w 119"/>
                  <a:gd name="T103" fmla="*/ 137440 h 119"/>
                  <a:gd name="T104" fmla="*/ 232509 w 119"/>
                  <a:gd name="T105" fmla="*/ 131550 h 119"/>
                  <a:gd name="T106" fmla="*/ 234479 w 119"/>
                  <a:gd name="T107" fmla="*/ 131550 h 119"/>
                  <a:gd name="T108" fmla="*/ 234479 w 119"/>
                  <a:gd name="T109" fmla="*/ 117806 h 119"/>
                  <a:gd name="T110" fmla="*/ 234479 w 119"/>
                  <a:gd name="T111" fmla="*/ 106025 h 119"/>
                  <a:gd name="T112" fmla="*/ 232509 w 119"/>
                  <a:gd name="T113" fmla="*/ 104062 h 119"/>
                  <a:gd name="T114" fmla="*/ 116254 w 119"/>
                  <a:gd name="T115" fmla="*/ 180635 h 119"/>
                  <a:gd name="T116" fmla="*/ 53201 w 119"/>
                  <a:gd name="T117" fmla="*/ 117806 h 119"/>
                  <a:gd name="T118" fmla="*/ 116254 w 119"/>
                  <a:gd name="T119" fmla="*/ 54976 h 119"/>
                  <a:gd name="T120" fmla="*/ 179307 w 119"/>
                  <a:gd name="T121" fmla="*/ 117806 h 119"/>
                  <a:gd name="T122" fmla="*/ 116254 w 119"/>
                  <a:gd name="T123" fmla="*/ 180635 h 11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119" h="119">
                    <a:moveTo>
                      <a:pt x="118" y="53"/>
                    </a:moveTo>
                    <a:cubicBezTo>
                      <a:pt x="111" y="50"/>
                      <a:pt x="111" y="50"/>
                      <a:pt x="111" y="50"/>
                    </a:cubicBezTo>
                    <a:cubicBezTo>
                      <a:pt x="110" y="43"/>
                      <a:pt x="107" y="36"/>
                      <a:pt x="103" y="30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1" y="18"/>
                      <a:pt x="101" y="18"/>
                      <a:pt x="101" y="18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96" y="13"/>
                      <a:pt x="96" y="13"/>
                      <a:pt x="96" y="13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3" y="12"/>
                      <a:pt x="76" y="9"/>
                      <a:pt x="69" y="8"/>
                    </a:cubicBezTo>
                    <a:cubicBezTo>
                      <a:pt x="66" y="1"/>
                      <a:pt x="66" y="1"/>
                      <a:pt x="66" y="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2" y="9"/>
                      <a:pt x="35" y="12"/>
                      <a:pt x="29" y="16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1" y="36"/>
                      <a:pt x="8" y="42"/>
                      <a:pt x="7" y="50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8" y="77"/>
                      <a:pt x="11" y="84"/>
                      <a:pt x="15" y="90"/>
                    </a:cubicBezTo>
                    <a:cubicBezTo>
                      <a:pt x="12" y="97"/>
                      <a:pt x="12" y="97"/>
                      <a:pt x="12" y="97"/>
                    </a:cubicBezTo>
                    <a:cubicBezTo>
                      <a:pt x="12" y="97"/>
                      <a:pt x="12" y="97"/>
                      <a:pt x="12" y="97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21" y="106"/>
                      <a:pt x="21" y="106"/>
                      <a:pt x="21" y="106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9" y="104"/>
                      <a:pt x="29" y="104"/>
                      <a:pt x="29" y="104"/>
                    </a:cubicBezTo>
                    <a:cubicBezTo>
                      <a:pt x="35" y="108"/>
                      <a:pt x="42" y="111"/>
                      <a:pt x="49" y="112"/>
                    </a:cubicBezTo>
                    <a:cubicBezTo>
                      <a:pt x="52" y="119"/>
                      <a:pt x="52" y="119"/>
                      <a:pt x="52" y="119"/>
                    </a:cubicBezTo>
                    <a:cubicBezTo>
                      <a:pt x="52" y="119"/>
                      <a:pt x="52" y="119"/>
                      <a:pt x="52" y="119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65" y="119"/>
                      <a:pt x="65" y="119"/>
                      <a:pt x="65" y="119"/>
                    </a:cubicBezTo>
                    <a:cubicBezTo>
                      <a:pt x="66" y="119"/>
                      <a:pt x="66" y="119"/>
                      <a:pt x="66" y="119"/>
                    </a:cubicBezTo>
                    <a:cubicBezTo>
                      <a:pt x="69" y="112"/>
                      <a:pt x="69" y="112"/>
                      <a:pt x="69" y="112"/>
                    </a:cubicBezTo>
                    <a:cubicBezTo>
                      <a:pt x="76" y="111"/>
                      <a:pt x="83" y="108"/>
                      <a:pt x="89" y="104"/>
                    </a:cubicBez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7"/>
                      <a:pt x="96" y="107"/>
                      <a:pt x="96" y="107"/>
                    </a:cubicBezTo>
                    <a:cubicBezTo>
                      <a:pt x="101" y="102"/>
                      <a:pt x="101" y="102"/>
                      <a:pt x="101" y="102"/>
                    </a:cubicBezTo>
                    <a:cubicBezTo>
                      <a:pt x="105" y="98"/>
                      <a:pt x="105" y="98"/>
                      <a:pt x="105" y="98"/>
                    </a:cubicBezTo>
                    <a:cubicBezTo>
                      <a:pt x="106" y="97"/>
                      <a:pt x="106" y="97"/>
                      <a:pt x="106" y="97"/>
                    </a:cubicBezTo>
                    <a:cubicBezTo>
                      <a:pt x="103" y="90"/>
                      <a:pt x="103" y="90"/>
                      <a:pt x="103" y="90"/>
                    </a:cubicBezTo>
                    <a:cubicBezTo>
                      <a:pt x="107" y="84"/>
                      <a:pt x="110" y="77"/>
                      <a:pt x="111" y="70"/>
                    </a:cubicBezTo>
                    <a:cubicBezTo>
                      <a:pt x="118" y="67"/>
                      <a:pt x="118" y="67"/>
                      <a:pt x="118" y="67"/>
                    </a:cubicBezTo>
                    <a:cubicBezTo>
                      <a:pt x="119" y="67"/>
                      <a:pt x="119" y="67"/>
                      <a:pt x="119" y="67"/>
                    </a:cubicBezTo>
                    <a:cubicBezTo>
                      <a:pt x="119" y="60"/>
                      <a:pt x="119" y="60"/>
                      <a:pt x="119" y="60"/>
                    </a:cubicBezTo>
                    <a:cubicBezTo>
                      <a:pt x="119" y="54"/>
                      <a:pt x="119" y="54"/>
                      <a:pt x="119" y="54"/>
                    </a:cubicBezTo>
                    <a:lnTo>
                      <a:pt x="118" y="53"/>
                    </a:lnTo>
                    <a:close/>
                    <a:moveTo>
                      <a:pt x="59" y="92"/>
                    </a:moveTo>
                    <a:cubicBezTo>
                      <a:pt x="41" y="92"/>
                      <a:pt x="27" y="78"/>
                      <a:pt x="27" y="60"/>
                    </a:cubicBezTo>
                    <a:cubicBezTo>
                      <a:pt x="27" y="42"/>
                      <a:pt x="41" y="28"/>
                      <a:pt x="59" y="28"/>
                    </a:cubicBezTo>
                    <a:cubicBezTo>
                      <a:pt x="77" y="28"/>
                      <a:pt x="91" y="42"/>
                      <a:pt x="91" y="60"/>
                    </a:cubicBezTo>
                    <a:cubicBezTo>
                      <a:pt x="91" y="78"/>
                      <a:pt x="77" y="92"/>
                      <a:pt x="59" y="92"/>
                    </a:cubicBezTo>
                    <a:close/>
                  </a:path>
                </a:pathLst>
              </a:custGeom>
              <a:solidFill>
                <a:srgbClr val="F3F8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Freeform 132"/>
              <p:cNvSpPr>
                <a:spLocks noEditPoints="1"/>
              </p:cNvSpPr>
              <p:nvPr/>
            </p:nvSpPr>
            <p:spPr bwMode="auto">
              <a:xfrm>
                <a:off x="6777424" y="976867"/>
                <a:ext cx="302661" cy="440688"/>
              </a:xfrm>
              <a:custGeom>
                <a:avLst/>
                <a:gdLst>
                  <a:gd name="T0" fmla="*/ 294800 w 154"/>
                  <a:gd name="T1" fmla="*/ 422982 h 224"/>
                  <a:gd name="T2" fmla="*/ 300696 w 154"/>
                  <a:gd name="T3" fmla="*/ 421014 h 224"/>
                  <a:gd name="T4" fmla="*/ 302661 w 154"/>
                  <a:gd name="T5" fmla="*/ 415112 h 224"/>
                  <a:gd name="T6" fmla="*/ 186706 w 154"/>
                  <a:gd name="T7" fmla="*/ 165258 h 224"/>
                  <a:gd name="T8" fmla="*/ 206360 w 154"/>
                  <a:gd name="T9" fmla="*/ 123944 h 224"/>
                  <a:gd name="T10" fmla="*/ 169018 w 154"/>
                  <a:gd name="T11" fmla="*/ 72792 h 224"/>
                  <a:gd name="T12" fmla="*/ 169018 w 154"/>
                  <a:gd name="T13" fmla="*/ 21641 h 224"/>
                  <a:gd name="T14" fmla="*/ 161157 w 154"/>
                  <a:gd name="T15" fmla="*/ 15739 h 224"/>
                  <a:gd name="T16" fmla="*/ 157226 w 154"/>
                  <a:gd name="T17" fmla="*/ 15739 h 224"/>
                  <a:gd name="T18" fmla="*/ 157226 w 154"/>
                  <a:gd name="T19" fmla="*/ 5902 h 224"/>
                  <a:gd name="T20" fmla="*/ 151331 w 154"/>
                  <a:gd name="T21" fmla="*/ 0 h 224"/>
                  <a:gd name="T22" fmla="*/ 145435 w 154"/>
                  <a:gd name="T23" fmla="*/ 5902 h 224"/>
                  <a:gd name="T24" fmla="*/ 145435 w 154"/>
                  <a:gd name="T25" fmla="*/ 15739 h 224"/>
                  <a:gd name="T26" fmla="*/ 141504 w 154"/>
                  <a:gd name="T27" fmla="*/ 15739 h 224"/>
                  <a:gd name="T28" fmla="*/ 133643 w 154"/>
                  <a:gd name="T29" fmla="*/ 21641 h 224"/>
                  <a:gd name="T30" fmla="*/ 133643 w 154"/>
                  <a:gd name="T31" fmla="*/ 72792 h 224"/>
                  <a:gd name="T32" fmla="*/ 96301 w 154"/>
                  <a:gd name="T33" fmla="*/ 123944 h 224"/>
                  <a:gd name="T34" fmla="*/ 115955 w 154"/>
                  <a:gd name="T35" fmla="*/ 165258 h 224"/>
                  <a:gd name="T36" fmla="*/ 0 w 154"/>
                  <a:gd name="T37" fmla="*/ 415112 h 224"/>
                  <a:gd name="T38" fmla="*/ 3931 w 154"/>
                  <a:gd name="T39" fmla="*/ 421014 h 224"/>
                  <a:gd name="T40" fmla="*/ 7861 w 154"/>
                  <a:gd name="T41" fmla="*/ 422982 h 224"/>
                  <a:gd name="T42" fmla="*/ 0 w 154"/>
                  <a:gd name="T43" fmla="*/ 440688 h 224"/>
                  <a:gd name="T44" fmla="*/ 9827 w 154"/>
                  <a:gd name="T45" fmla="*/ 424949 h 224"/>
                  <a:gd name="T46" fmla="*/ 15723 w 154"/>
                  <a:gd name="T47" fmla="*/ 426917 h 224"/>
                  <a:gd name="T48" fmla="*/ 21619 w 154"/>
                  <a:gd name="T49" fmla="*/ 424949 h 224"/>
                  <a:gd name="T50" fmla="*/ 92371 w 154"/>
                  <a:gd name="T51" fmla="*/ 267561 h 224"/>
                  <a:gd name="T52" fmla="*/ 151331 w 154"/>
                  <a:gd name="T53" fmla="*/ 285267 h 224"/>
                  <a:gd name="T54" fmla="*/ 210290 w 154"/>
                  <a:gd name="T55" fmla="*/ 267561 h 224"/>
                  <a:gd name="T56" fmla="*/ 281042 w 154"/>
                  <a:gd name="T57" fmla="*/ 424949 h 224"/>
                  <a:gd name="T58" fmla="*/ 286938 w 154"/>
                  <a:gd name="T59" fmla="*/ 426917 h 224"/>
                  <a:gd name="T60" fmla="*/ 292834 w 154"/>
                  <a:gd name="T61" fmla="*/ 424949 h 224"/>
                  <a:gd name="T62" fmla="*/ 302661 w 154"/>
                  <a:gd name="T63" fmla="*/ 440688 h 224"/>
                  <a:gd name="T64" fmla="*/ 294800 w 154"/>
                  <a:gd name="T65" fmla="*/ 422982 h 224"/>
                  <a:gd name="T66" fmla="*/ 151331 w 154"/>
                  <a:gd name="T67" fmla="*/ 90498 h 224"/>
                  <a:gd name="T68" fmla="*/ 184741 w 154"/>
                  <a:gd name="T69" fmla="*/ 123944 h 224"/>
                  <a:gd name="T70" fmla="*/ 151331 w 154"/>
                  <a:gd name="T71" fmla="*/ 157389 h 224"/>
                  <a:gd name="T72" fmla="*/ 117920 w 154"/>
                  <a:gd name="T73" fmla="*/ 123944 h 224"/>
                  <a:gd name="T74" fmla="*/ 151331 w 154"/>
                  <a:gd name="T75" fmla="*/ 90498 h 224"/>
                  <a:gd name="T76" fmla="*/ 151331 w 154"/>
                  <a:gd name="T77" fmla="*/ 269528 h 224"/>
                  <a:gd name="T78" fmla="*/ 100232 w 154"/>
                  <a:gd name="T79" fmla="*/ 253789 h 224"/>
                  <a:gd name="T80" fmla="*/ 135608 w 154"/>
                  <a:gd name="T81" fmla="*/ 177062 h 224"/>
                  <a:gd name="T82" fmla="*/ 151331 w 154"/>
                  <a:gd name="T83" fmla="*/ 179030 h 224"/>
                  <a:gd name="T84" fmla="*/ 167053 w 154"/>
                  <a:gd name="T85" fmla="*/ 177062 h 224"/>
                  <a:gd name="T86" fmla="*/ 202429 w 154"/>
                  <a:gd name="T87" fmla="*/ 253789 h 224"/>
                  <a:gd name="T88" fmla="*/ 151331 w 154"/>
                  <a:gd name="T89" fmla="*/ 269528 h 22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54" h="224">
                    <a:moveTo>
                      <a:pt x="150" y="215"/>
                    </a:moveTo>
                    <a:cubicBezTo>
                      <a:pt x="153" y="214"/>
                      <a:pt x="153" y="214"/>
                      <a:pt x="153" y="214"/>
                    </a:cubicBezTo>
                    <a:cubicBezTo>
                      <a:pt x="154" y="213"/>
                      <a:pt x="154" y="212"/>
                      <a:pt x="154" y="211"/>
                    </a:cubicBezTo>
                    <a:cubicBezTo>
                      <a:pt x="95" y="84"/>
                      <a:pt x="95" y="84"/>
                      <a:pt x="95" y="84"/>
                    </a:cubicBezTo>
                    <a:cubicBezTo>
                      <a:pt x="101" y="79"/>
                      <a:pt x="105" y="72"/>
                      <a:pt x="105" y="63"/>
                    </a:cubicBezTo>
                    <a:cubicBezTo>
                      <a:pt x="105" y="51"/>
                      <a:pt x="97" y="41"/>
                      <a:pt x="86" y="37"/>
                    </a:cubicBezTo>
                    <a:cubicBezTo>
                      <a:pt x="86" y="11"/>
                      <a:pt x="86" y="11"/>
                      <a:pt x="86" y="11"/>
                    </a:cubicBezTo>
                    <a:cubicBezTo>
                      <a:pt x="86" y="9"/>
                      <a:pt x="84" y="8"/>
                      <a:pt x="82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3"/>
                      <a:pt x="80" y="3"/>
                      <a:pt x="80" y="3"/>
                    </a:cubicBezTo>
                    <a:cubicBezTo>
                      <a:pt x="80" y="1"/>
                      <a:pt x="79" y="0"/>
                      <a:pt x="77" y="0"/>
                    </a:cubicBezTo>
                    <a:cubicBezTo>
                      <a:pt x="75" y="0"/>
                      <a:pt x="74" y="1"/>
                      <a:pt x="74" y="3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0" y="8"/>
                      <a:pt x="68" y="9"/>
                      <a:pt x="68" y="11"/>
                    </a:cubicBezTo>
                    <a:cubicBezTo>
                      <a:pt x="68" y="37"/>
                      <a:pt x="68" y="37"/>
                      <a:pt x="68" y="37"/>
                    </a:cubicBezTo>
                    <a:cubicBezTo>
                      <a:pt x="57" y="41"/>
                      <a:pt x="49" y="51"/>
                      <a:pt x="49" y="63"/>
                    </a:cubicBezTo>
                    <a:cubicBezTo>
                      <a:pt x="49" y="72"/>
                      <a:pt x="53" y="79"/>
                      <a:pt x="59" y="84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0" y="212"/>
                      <a:pt x="0" y="213"/>
                      <a:pt x="2" y="214"/>
                    </a:cubicBezTo>
                    <a:cubicBezTo>
                      <a:pt x="4" y="215"/>
                      <a:pt x="4" y="215"/>
                      <a:pt x="4" y="215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5" y="216"/>
                      <a:pt x="5" y="216"/>
                      <a:pt x="5" y="216"/>
                    </a:cubicBezTo>
                    <a:cubicBezTo>
                      <a:pt x="8" y="217"/>
                      <a:pt x="8" y="217"/>
                      <a:pt x="8" y="217"/>
                    </a:cubicBezTo>
                    <a:cubicBezTo>
                      <a:pt x="9" y="217"/>
                      <a:pt x="10" y="217"/>
                      <a:pt x="11" y="216"/>
                    </a:cubicBezTo>
                    <a:cubicBezTo>
                      <a:pt x="47" y="136"/>
                      <a:pt x="47" y="136"/>
                      <a:pt x="47" y="136"/>
                    </a:cubicBezTo>
                    <a:cubicBezTo>
                      <a:pt x="56" y="142"/>
                      <a:pt x="66" y="145"/>
                      <a:pt x="77" y="145"/>
                    </a:cubicBezTo>
                    <a:cubicBezTo>
                      <a:pt x="88" y="145"/>
                      <a:pt x="98" y="142"/>
                      <a:pt x="107" y="136"/>
                    </a:cubicBezTo>
                    <a:cubicBezTo>
                      <a:pt x="143" y="216"/>
                      <a:pt x="143" y="216"/>
                      <a:pt x="143" y="216"/>
                    </a:cubicBezTo>
                    <a:cubicBezTo>
                      <a:pt x="144" y="217"/>
                      <a:pt x="145" y="217"/>
                      <a:pt x="146" y="217"/>
                    </a:cubicBezTo>
                    <a:cubicBezTo>
                      <a:pt x="149" y="216"/>
                      <a:pt x="149" y="216"/>
                      <a:pt x="149" y="216"/>
                    </a:cubicBezTo>
                    <a:cubicBezTo>
                      <a:pt x="154" y="224"/>
                      <a:pt x="154" y="224"/>
                      <a:pt x="154" y="224"/>
                    </a:cubicBezTo>
                    <a:lnTo>
                      <a:pt x="150" y="215"/>
                    </a:lnTo>
                    <a:close/>
                    <a:moveTo>
                      <a:pt x="77" y="46"/>
                    </a:moveTo>
                    <a:cubicBezTo>
                      <a:pt x="86" y="46"/>
                      <a:pt x="94" y="54"/>
                      <a:pt x="94" y="63"/>
                    </a:cubicBezTo>
                    <a:cubicBezTo>
                      <a:pt x="94" y="73"/>
                      <a:pt x="86" y="80"/>
                      <a:pt x="77" y="80"/>
                    </a:cubicBezTo>
                    <a:cubicBezTo>
                      <a:pt x="68" y="80"/>
                      <a:pt x="60" y="73"/>
                      <a:pt x="60" y="63"/>
                    </a:cubicBezTo>
                    <a:cubicBezTo>
                      <a:pt x="60" y="54"/>
                      <a:pt x="68" y="46"/>
                      <a:pt x="77" y="46"/>
                    </a:cubicBezTo>
                    <a:close/>
                    <a:moveTo>
                      <a:pt x="77" y="137"/>
                    </a:moveTo>
                    <a:cubicBezTo>
                      <a:pt x="67" y="137"/>
                      <a:pt x="58" y="134"/>
                      <a:pt x="51" y="129"/>
                    </a:cubicBezTo>
                    <a:cubicBezTo>
                      <a:pt x="69" y="90"/>
                      <a:pt x="69" y="90"/>
                      <a:pt x="69" y="90"/>
                    </a:cubicBezTo>
                    <a:cubicBezTo>
                      <a:pt x="71" y="90"/>
                      <a:pt x="74" y="91"/>
                      <a:pt x="77" y="91"/>
                    </a:cubicBezTo>
                    <a:cubicBezTo>
                      <a:pt x="80" y="91"/>
                      <a:pt x="83" y="90"/>
                      <a:pt x="85" y="90"/>
                    </a:cubicBezTo>
                    <a:cubicBezTo>
                      <a:pt x="103" y="129"/>
                      <a:pt x="103" y="129"/>
                      <a:pt x="103" y="129"/>
                    </a:cubicBezTo>
                    <a:cubicBezTo>
                      <a:pt x="96" y="134"/>
                      <a:pt x="87" y="137"/>
                      <a:pt x="77" y="1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133"/>
              <p:cNvSpPr>
                <a:spLocks noEditPoints="1"/>
              </p:cNvSpPr>
              <p:nvPr/>
            </p:nvSpPr>
            <p:spPr bwMode="auto">
              <a:xfrm>
                <a:off x="7561516" y="2614896"/>
                <a:ext cx="218681" cy="379158"/>
              </a:xfrm>
              <a:custGeom>
                <a:avLst/>
                <a:gdLst>
                  <a:gd name="T0" fmla="*/ 200950 w 111"/>
                  <a:gd name="T1" fmla="*/ 125731 h 193"/>
                  <a:gd name="T2" fmla="*/ 151698 w 111"/>
                  <a:gd name="T3" fmla="*/ 15716 h 193"/>
                  <a:gd name="T4" fmla="*/ 41372 w 111"/>
                  <a:gd name="T5" fmla="*/ 64830 h 193"/>
                  <a:gd name="T6" fmla="*/ 82744 w 111"/>
                  <a:gd name="T7" fmla="*/ 170916 h 193"/>
                  <a:gd name="T8" fmla="*/ 63043 w 111"/>
                  <a:gd name="T9" fmla="*/ 225923 h 193"/>
                  <a:gd name="T10" fmla="*/ 61073 w 111"/>
                  <a:gd name="T11" fmla="*/ 225923 h 193"/>
                  <a:gd name="T12" fmla="*/ 51223 w 111"/>
                  <a:gd name="T13" fmla="*/ 229852 h 193"/>
                  <a:gd name="T14" fmla="*/ 1970 w 111"/>
                  <a:gd name="T15" fmla="*/ 359513 h 193"/>
                  <a:gd name="T16" fmla="*/ 5910 w 111"/>
                  <a:gd name="T17" fmla="*/ 369335 h 193"/>
                  <a:gd name="T18" fmla="*/ 25611 w 111"/>
                  <a:gd name="T19" fmla="*/ 377193 h 193"/>
                  <a:gd name="T20" fmla="*/ 35462 w 111"/>
                  <a:gd name="T21" fmla="*/ 373264 h 193"/>
                  <a:gd name="T22" fmla="*/ 84714 w 111"/>
                  <a:gd name="T23" fmla="*/ 243604 h 193"/>
                  <a:gd name="T24" fmla="*/ 80774 w 111"/>
                  <a:gd name="T25" fmla="*/ 233781 h 193"/>
                  <a:gd name="T26" fmla="*/ 78804 w 111"/>
                  <a:gd name="T27" fmla="*/ 231817 h 193"/>
                  <a:gd name="T28" fmla="*/ 98505 w 111"/>
                  <a:gd name="T29" fmla="*/ 178774 h 193"/>
                  <a:gd name="T30" fmla="*/ 200950 w 111"/>
                  <a:gd name="T31" fmla="*/ 125731 h 193"/>
                  <a:gd name="T32" fmla="*/ 59103 w 111"/>
                  <a:gd name="T33" fmla="*/ 72688 h 193"/>
                  <a:gd name="T34" fmla="*/ 145787 w 111"/>
                  <a:gd name="T35" fmla="*/ 33397 h 193"/>
                  <a:gd name="T36" fmla="*/ 183219 w 111"/>
                  <a:gd name="T37" fmla="*/ 119838 h 193"/>
                  <a:gd name="T38" fmla="*/ 98505 w 111"/>
                  <a:gd name="T39" fmla="*/ 157164 h 193"/>
                  <a:gd name="T40" fmla="*/ 59103 w 111"/>
                  <a:gd name="T41" fmla="*/ 72688 h 193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11" h="193">
                    <a:moveTo>
                      <a:pt x="102" y="64"/>
                    </a:moveTo>
                    <a:cubicBezTo>
                      <a:pt x="111" y="42"/>
                      <a:pt x="99" y="17"/>
                      <a:pt x="77" y="8"/>
                    </a:cubicBezTo>
                    <a:cubicBezTo>
                      <a:pt x="54" y="0"/>
                      <a:pt x="30" y="11"/>
                      <a:pt x="21" y="33"/>
                    </a:cubicBezTo>
                    <a:cubicBezTo>
                      <a:pt x="13" y="54"/>
                      <a:pt x="23" y="78"/>
                      <a:pt x="42" y="87"/>
                    </a:cubicBezTo>
                    <a:cubicBezTo>
                      <a:pt x="32" y="115"/>
                      <a:pt x="32" y="115"/>
                      <a:pt x="32" y="115"/>
                    </a:cubicBezTo>
                    <a:cubicBezTo>
                      <a:pt x="31" y="115"/>
                      <a:pt x="31" y="115"/>
                      <a:pt x="31" y="115"/>
                    </a:cubicBezTo>
                    <a:cubicBezTo>
                      <a:pt x="29" y="114"/>
                      <a:pt x="26" y="115"/>
                      <a:pt x="26" y="117"/>
                    </a:cubicBezTo>
                    <a:cubicBezTo>
                      <a:pt x="1" y="183"/>
                      <a:pt x="1" y="183"/>
                      <a:pt x="1" y="183"/>
                    </a:cubicBezTo>
                    <a:cubicBezTo>
                      <a:pt x="0" y="185"/>
                      <a:pt x="1" y="188"/>
                      <a:pt x="3" y="188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15" y="193"/>
                      <a:pt x="17" y="192"/>
                      <a:pt x="18" y="190"/>
                    </a:cubicBezTo>
                    <a:cubicBezTo>
                      <a:pt x="43" y="124"/>
                      <a:pt x="43" y="124"/>
                      <a:pt x="43" y="124"/>
                    </a:cubicBezTo>
                    <a:cubicBezTo>
                      <a:pt x="44" y="122"/>
                      <a:pt x="43" y="120"/>
                      <a:pt x="41" y="119"/>
                    </a:cubicBezTo>
                    <a:cubicBezTo>
                      <a:pt x="40" y="118"/>
                      <a:pt x="40" y="118"/>
                      <a:pt x="40" y="118"/>
                    </a:cubicBezTo>
                    <a:cubicBezTo>
                      <a:pt x="50" y="91"/>
                      <a:pt x="50" y="91"/>
                      <a:pt x="50" y="91"/>
                    </a:cubicBezTo>
                    <a:cubicBezTo>
                      <a:pt x="72" y="96"/>
                      <a:pt x="94" y="85"/>
                      <a:pt x="102" y="64"/>
                    </a:cubicBezTo>
                    <a:close/>
                    <a:moveTo>
                      <a:pt x="30" y="37"/>
                    </a:moveTo>
                    <a:cubicBezTo>
                      <a:pt x="36" y="19"/>
                      <a:pt x="56" y="10"/>
                      <a:pt x="74" y="17"/>
                    </a:cubicBezTo>
                    <a:cubicBezTo>
                      <a:pt x="91" y="24"/>
                      <a:pt x="100" y="43"/>
                      <a:pt x="93" y="61"/>
                    </a:cubicBezTo>
                    <a:cubicBezTo>
                      <a:pt x="87" y="78"/>
                      <a:pt x="67" y="87"/>
                      <a:pt x="50" y="80"/>
                    </a:cubicBezTo>
                    <a:cubicBezTo>
                      <a:pt x="32" y="74"/>
                      <a:pt x="23" y="54"/>
                      <a:pt x="30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6" name="Group 101"/>
              <p:cNvGrpSpPr/>
              <p:nvPr/>
            </p:nvGrpSpPr>
            <p:grpSpPr bwMode="auto">
              <a:xfrm>
                <a:off x="6329253" y="5728815"/>
                <a:ext cx="560422" cy="467296"/>
                <a:chOff x="6329253" y="5728815"/>
                <a:chExt cx="560422" cy="467296"/>
              </a:xfrm>
            </p:grpSpPr>
            <p:sp>
              <p:nvSpPr>
                <p:cNvPr id="117" name="Freeform 134"/>
                <p:cNvSpPr/>
                <p:nvPr/>
              </p:nvSpPr>
              <p:spPr bwMode="auto">
                <a:xfrm>
                  <a:off x="6329253" y="5728815"/>
                  <a:ext cx="560422" cy="442351"/>
                </a:xfrm>
                <a:custGeom>
                  <a:avLst/>
                  <a:gdLst>
                    <a:gd name="T0" fmla="*/ 0 w 674"/>
                    <a:gd name="T1" fmla="*/ 275222 h 532"/>
                    <a:gd name="T2" fmla="*/ 560422 w 674"/>
                    <a:gd name="T3" fmla="*/ 0 h 532"/>
                    <a:gd name="T4" fmla="*/ 271065 w 674"/>
                    <a:gd name="T5" fmla="*/ 442351 h 532"/>
                    <a:gd name="T6" fmla="*/ 194568 w 674"/>
                    <a:gd name="T7" fmla="*/ 294346 h 532"/>
                    <a:gd name="T8" fmla="*/ 523005 w 674"/>
                    <a:gd name="T9" fmla="*/ 29102 h 532"/>
                    <a:gd name="T10" fmla="*/ 178770 w 674"/>
                    <a:gd name="T11" fmla="*/ 279380 h 532"/>
                    <a:gd name="T12" fmla="*/ 0 w 674"/>
                    <a:gd name="T13" fmla="*/ 275222 h 53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74" h="532">
                      <a:moveTo>
                        <a:pt x="0" y="331"/>
                      </a:moveTo>
                      <a:lnTo>
                        <a:pt x="674" y="0"/>
                      </a:lnTo>
                      <a:lnTo>
                        <a:pt x="326" y="532"/>
                      </a:lnTo>
                      <a:lnTo>
                        <a:pt x="234" y="354"/>
                      </a:lnTo>
                      <a:lnTo>
                        <a:pt x="629" y="35"/>
                      </a:lnTo>
                      <a:lnTo>
                        <a:pt x="215" y="336"/>
                      </a:lnTo>
                      <a:lnTo>
                        <a:pt x="0" y="33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8" name="Freeform 135"/>
                <p:cNvSpPr/>
                <p:nvPr/>
              </p:nvSpPr>
              <p:spPr bwMode="auto">
                <a:xfrm>
                  <a:off x="6499707" y="6038960"/>
                  <a:ext cx="57373" cy="157151"/>
                </a:xfrm>
                <a:custGeom>
                  <a:avLst/>
                  <a:gdLst>
                    <a:gd name="T0" fmla="*/ 0 w 29"/>
                    <a:gd name="T1" fmla="*/ 3929 h 80"/>
                    <a:gd name="T2" fmla="*/ 35611 w 29"/>
                    <a:gd name="T3" fmla="*/ 149293 h 80"/>
                    <a:gd name="T4" fmla="*/ 57373 w 29"/>
                    <a:gd name="T5" fmla="*/ 66789 h 80"/>
                    <a:gd name="T6" fmla="*/ 19784 w 29"/>
                    <a:gd name="T7" fmla="*/ 0 h 80"/>
                    <a:gd name="T8" fmla="*/ 0 w 29"/>
                    <a:gd name="T9" fmla="*/ 3929 h 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0">
                      <a:moveTo>
                        <a:pt x="0" y="2"/>
                      </a:moveTo>
                      <a:cubicBezTo>
                        <a:pt x="0" y="2"/>
                        <a:pt x="18" y="80"/>
                        <a:pt x="18" y="76"/>
                      </a:cubicBezTo>
                      <a:cubicBezTo>
                        <a:pt x="18" y="71"/>
                        <a:pt x="29" y="34"/>
                        <a:pt x="29" y="34"/>
                      </a:cubicBezTo>
                      <a:cubicBezTo>
                        <a:pt x="10" y="0"/>
                        <a:pt x="10" y="0"/>
                        <a:pt x="10" y="0"/>
                      </a:cubicBez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512677" y="1791750"/>
              <a:ext cx="776175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eaLnBrk="1" hangingPunct="1"/>
              <a:r>
                <a:rPr lang="id-ID" altLang="zh-CN" sz="6000" dirty="0" err="1">
                  <a:solidFill>
                    <a:schemeClr val="bg1"/>
                  </a:solidFill>
                  <a:latin typeface="Modern Pictograms" charset="0"/>
                </a:rPr>
                <a:t>w</a:t>
              </a:r>
              <a:endParaRPr lang="en-US" altLang="zh-CN" sz="6000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2896053" y="5491867"/>
              <a:ext cx="779381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</a:defRPr>
              </a:lvl9pPr>
            </a:lstStyle>
            <a:p>
              <a:pPr eaLnBrk="1" hangingPunct="1"/>
              <a:r>
                <a:rPr lang="id-ID" altLang="zh-CN" sz="4800">
                  <a:solidFill>
                    <a:schemeClr val="bg1"/>
                  </a:solidFill>
                  <a:latin typeface="Modern Pictograms" charset="0"/>
                </a:rPr>
                <a:t>a</a:t>
              </a:r>
              <a:endParaRPr lang="en-US" altLang="zh-CN" sz="4800">
                <a:solidFill>
                  <a:schemeClr val="bg1"/>
                </a:solidFill>
              </a:endParaRPr>
            </a:p>
          </p:txBody>
        </p:sp>
      </p:grpSp>
      <p:sp>
        <p:nvSpPr>
          <p:cNvPr id="25" name="Subtitle 2"/>
          <p:cNvSpPr txBox="1"/>
          <p:nvPr>
            <p:custDataLst>
              <p:tags r:id="rId2"/>
            </p:custDataLst>
          </p:nvPr>
        </p:nvSpPr>
        <p:spPr>
          <a:xfrm>
            <a:off x="8249920" y="792480"/>
            <a:ext cx="2762250" cy="674370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Hard</a:t>
            </a:r>
            <a:r>
              <a:rPr sz="3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sym typeface="+mn-ea"/>
              </a:rPr>
              <a:t> Mode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  <a:sym typeface="时尚中黑简体" charset="0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/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  <p:sp>
        <p:nvSpPr>
          <p:cNvPr id="2" name="Subtitle 2"/>
          <p:cNvSpPr txBox="1"/>
          <p:nvPr>
            <p:custDataLst>
              <p:tags r:id="rId3"/>
            </p:custDataLst>
          </p:nvPr>
        </p:nvSpPr>
        <p:spPr>
          <a:xfrm>
            <a:off x="5092700" y="1579880"/>
            <a:ext cx="6207760" cy="4281170"/>
          </a:xfrm>
          <a:prstGeom prst="rect">
            <a:avLst/>
          </a:prstGeom>
        </p:spPr>
        <p:txBody>
          <a:bodyPr vert="horz" wrap="square" lIns="108745" tIns="54373" rIns="108745" bIns="54373" rtlCol="0">
            <a:no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90204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 panose="020B060402020209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 panose="020B0604020202090204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AI Player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➡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  <a:sym typeface="+mn-ea"/>
              </a:rPr>
              <a:t>Disrupt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️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Hard Mode builds on Medium Mode by adding logic to disrupt opponents: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endParaRPr lang="en-US" altLang="zh-CN" sz="1800" b="1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800" b="1" i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Disrupt Opponents:</a:t>
            </a:r>
            <a:endParaRPr lang="en-US" altLang="zh-CN" sz="1800" b="1" i="1" u="sng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Analyze the probability of opponents forming valid group.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algn="l">
              <a:lnSpc>
                <a:spcPct val="110000"/>
              </a:lnSpc>
              <a:buClrTx/>
              <a:buSzTx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ntinghei SC Demibold" panose="02000000000000000000" charset="-122"/>
              </a:rPr>
              <a:t>When an opponent has a higher probability of discarding than the player and holds more than 1 card, prioritize the steal action.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  <a:p>
            <a:pPr indent="457200" algn="l">
              <a:lnSpc>
                <a:spcPct val="100000"/>
              </a:lnSpc>
              <a:buClrTx/>
              <a:buSzTx/>
            </a:pPr>
            <a:endParaRPr lang="en-US" altLang="zh-CN" sz="1800" i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ntinghei SC Demibold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003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70" y="0"/>
            <a:ext cx="98590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80" y="0"/>
            <a:ext cx="98069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1319530" y="984250"/>
            <a:ext cx="9846310" cy="5086471"/>
            <a:chOff x="1473492" y="1366012"/>
            <a:chExt cx="6436704" cy="3158457"/>
          </a:xfrm>
        </p:grpSpPr>
        <p:sp>
          <p:nvSpPr>
            <p:cNvPr id="3" name="矩形 2"/>
            <p:cNvSpPr/>
            <p:nvPr/>
          </p:nvSpPr>
          <p:spPr>
            <a:xfrm>
              <a:off x="2499782" y="1366012"/>
              <a:ext cx="4304716" cy="1155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Impact" panose="020B0806030902050204" charset="0"/>
                </a:rPr>
                <a:t>T H A N K S !</a:t>
              </a:r>
              <a:endParaRPr lang="zh-CN" altLang="en-US" sz="115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473492" y="3245344"/>
              <a:ext cx="6436704" cy="12791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 would like to express our heartfelt gratitude to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all the team members for their dedication, hard work, and collaboration throughout this project.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﻿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 extend our sincere thanks to 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Dr. Colin Johnson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and 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Dr. Daniel Karapetyan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for their excellent teaching and guidance throughout the semester in the Programming course.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﻿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Additionally, we are deeply thankful to our teaching assistants,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Rongjun Dong, Cas Widdershoven, and 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Susan Ali, for their consistent support and assistance.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﻿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guidance has made this learning experience truly enriching.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974975" y="2964815"/>
            <a:ext cx="6534785" cy="7696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algn="dist">
              <a:defRPr/>
            </a:pPr>
            <a:r>
              <a:rPr sz="4400">
                <a:sym typeface="+mn-ea"/>
              </a:rPr>
              <a:t>Questions are welcome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WPS 文字</Application>
  <PresentationFormat>宽屏</PresentationFormat>
  <Paragraphs>155</Paragraphs>
  <Slides>13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45" baseType="lpstr">
      <vt:lpstr>Arial</vt:lpstr>
      <vt:lpstr>宋体</vt:lpstr>
      <vt:lpstr>Wingdings</vt:lpstr>
      <vt:lpstr>Arial</vt:lpstr>
      <vt:lpstr>Impact</vt:lpstr>
      <vt:lpstr>Yuanti SC</vt:lpstr>
      <vt:lpstr>Calibri</vt:lpstr>
      <vt:lpstr>Helvetica Neue</vt:lpstr>
      <vt:lpstr>宋体</vt:lpstr>
      <vt:lpstr>汉仪书宋二KW</vt:lpstr>
      <vt:lpstr>Roboto Light</vt:lpstr>
      <vt:lpstr>Roboto</vt:lpstr>
      <vt:lpstr>苹方-简</vt:lpstr>
      <vt:lpstr>MS PGothic</vt:lpstr>
      <vt:lpstr>冬青黑体简体中文</vt:lpstr>
      <vt:lpstr>Open Sans Light</vt:lpstr>
      <vt:lpstr>Open Sans</vt:lpstr>
      <vt:lpstr>Arial Italic</vt:lpstr>
      <vt:lpstr>微软雅黑</vt:lpstr>
      <vt:lpstr>微软雅黑</vt:lpstr>
      <vt:lpstr>汉仪旗黑</vt:lpstr>
      <vt:lpstr>Lantinghei SC Demibold</vt:lpstr>
      <vt:lpstr>时尚中黑简体</vt:lpstr>
      <vt:lpstr>Thonburi</vt:lpstr>
      <vt:lpstr>FontAwesome</vt:lpstr>
      <vt:lpstr>Modern Pictograms</vt:lpstr>
      <vt:lpstr>Arial Unicode MS</vt:lpstr>
      <vt:lpstr>Calibri Light</vt:lpstr>
      <vt:lpstr>汉仪中黑KW</vt:lpstr>
      <vt:lpstr>Apple Color Emoji</vt:lpstr>
      <vt:lpstr>儷宋 Pro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.          plausible</cp:lastModifiedBy>
  <cp:revision>6</cp:revision>
  <dcterms:created xsi:type="dcterms:W3CDTF">2024-12-05T06:03:40Z</dcterms:created>
  <dcterms:modified xsi:type="dcterms:W3CDTF">2024-12-05T06:03:40Z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6DB2799DC0F6174C5E27516712D76898_42</vt:lpwstr>
  </property>
  <property fmtid="{D5CDD505-2E9C-101B-9397-08002B2CF9AE}" pid="3" name="KSOProductBuildVer">
    <vt:lpwstr>2052-6.11.0.8885</vt:lpwstr>
  </property>
</Properties>
</file>